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4" r:id="rId1"/>
    <p:sldMasterId id="2147483735" r:id="rId2"/>
  </p:sldMasterIdLst>
  <p:notesMasterIdLst>
    <p:notesMasterId r:id="rId19"/>
  </p:notesMasterIdLst>
  <p:handoutMasterIdLst>
    <p:handoutMasterId r:id="rId20"/>
  </p:handoutMasterIdLst>
  <p:sldIdLst>
    <p:sldId id="454" r:id="rId3"/>
    <p:sldId id="372" r:id="rId4"/>
    <p:sldId id="455" r:id="rId5"/>
    <p:sldId id="456" r:id="rId6"/>
    <p:sldId id="457" r:id="rId7"/>
    <p:sldId id="458" r:id="rId8"/>
    <p:sldId id="459" r:id="rId9"/>
    <p:sldId id="460" r:id="rId10"/>
    <p:sldId id="461" r:id="rId11"/>
    <p:sldId id="462" r:id="rId12"/>
    <p:sldId id="463" r:id="rId13"/>
    <p:sldId id="464" r:id="rId14"/>
    <p:sldId id="465" r:id="rId15"/>
    <p:sldId id="466" r:id="rId16"/>
    <p:sldId id="467" r:id="rId17"/>
    <p:sldId id="468" r:id="rId1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charset="0"/>
        <a:ea typeface="ＭＳ Ｐゴシック" pitchFamily="34" charset="-128"/>
        <a:cs typeface="+mn-cs"/>
      </a:defRPr>
    </a:lvl5pPr>
    <a:lvl6pPr marL="2286000" algn="l" defTabSz="914400" rtl="0" eaLnBrk="1" latinLnBrk="0" hangingPunct="1">
      <a:defRPr sz="2400" kern="1200">
        <a:solidFill>
          <a:schemeClr val="tx1"/>
        </a:solidFill>
        <a:latin typeface="Arial" charset="0"/>
        <a:ea typeface="ＭＳ Ｐゴシック" pitchFamily="34" charset="-128"/>
        <a:cs typeface="+mn-cs"/>
      </a:defRPr>
    </a:lvl6pPr>
    <a:lvl7pPr marL="2743200" algn="l" defTabSz="914400" rtl="0" eaLnBrk="1" latinLnBrk="0" hangingPunct="1">
      <a:defRPr sz="2400" kern="1200">
        <a:solidFill>
          <a:schemeClr val="tx1"/>
        </a:solidFill>
        <a:latin typeface="Arial" charset="0"/>
        <a:ea typeface="ＭＳ Ｐゴシック" pitchFamily="34" charset="-128"/>
        <a:cs typeface="+mn-cs"/>
      </a:defRPr>
    </a:lvl7pPr>
    <a:lvl8pPr marL="3200400" algn="l" defTabSz="914400" rtl="0" eaLnBrk="1" latinLnBrk="0" hangingPunct="1">
      <a:defRPr sz="2400" kern="1200">
        <a:solidFill>
          <a:schemeClr val="tx1"/>
        </a:solidFill>
        <a:latin typeface="Arial" charset="0"/>
        <a:ea typeface="ＭＳ Ｐゴシック" pitchFamily="34" charset="-128"/>
        <a:cs typeface="+mn-cs"/>
      </a:defRPr>
    </a:lvl8pPr>
    <a:lvl9pPr marL="3657600" algn="l" defTabSz="914400" rtl="0" eaLnBrk="1" latinLnBrk="0" hangingPunct="1">
      <a:defRPr sz="2400"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orient="horz" pos="1002">
          <p15:clr>
            <a:srgbClr val="A4A3A4"/>
          </p15:clr>
        </p15:guide>
        <p15:guide id="3" pos="2880">
          <p15:clr>
            <a:srgbClr val="A4A3A4"/>
          </p15:clr>
        </p15:guide>
        <p15:guide id="4" pos="524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llen Kunkelmann" initials="AU" lastIdx="7" clrIdx="0"/>
  <p:cmAuthor id="1" name="Reed Elsevier" initials="RE" lastIdx="1" clrIdx="1"/>
  <p:cmAuthor id="2" name="Lisa" initials="L" lastIdx="1" clrIdx="2">
    <p:extLst>
      <p:ext uri="{19B8F6BF-5375-455C-9EA6-DF929625EA0E}">
        <p15:presenceInfo xmlns:p15="http://schemas.microsoft.com/office/powerpoint/2012/main" userId="Lis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DDF4E-EE13-F38F-965D-18ED94C1B013}" v="109" dt="2021-12-28T19:33:20.7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35" autoAdjust="0"/>
    <p:restoredTop sz="90175" autoAdjust="0"/>
  </p:normalViewPr>
  <p:slideViewPr>
    <p:cSldViewPr snapToGrid="0">
      <p:cViewPr varScale="1">
        <p:scale>
          <a:sx n="60" d="100"/>
          <a:sy n="60" d="100"/>
        </p:scale>
        <p:origin x="1112" y="48"/>
      </p:cViewPr>
      <p:guideLst>
        <p:guide orient="horz" pos="2160"/>
        <p:guide orient="horz" pos="1002"/>
        <p:guide pos="2880"/>
        <p:guide pos="524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6" d="100"/>
          <a:sy n="66" d="100"/>
        </p:scale>
        <p:origin x="2856" y="45"/>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ya Spindler" userId="S::daya.spindler@g.austincc.edu::d47267c9-b69c-4d84-8d8d-9eb6067b7650" providerId="AD" clId="Web-{4D5DDF4E-EE13-F38F-965D-18ED94C1B013}"/>
    <pc:docChg chg="modSld">
      <pc:chgData name="Daya Spindler" userId="S::daya.spindler@g.austincc.edu::d47267c9-b69c-4d84-8d8d-9eb6067b7650" providerId="AD" clId="Web-{4D5DDF4E-EE13-F38F-965D-18ED94C1B013}" dt="2021-12-28T19:33:20.711" v="106"/>
      <pc:docMkLst>
        <pc:docMk/>
      </pc:docMkLst>
      <pc:sldChg chg="modSp">
        <pc:chgData name="Daya Spindler" userId="S::daya.spindler@g.austincc.edu::d47267c9-b69c-4d84-8d8d-9eb6067b7650" providerId="AD" clId="Web-{4D5DDF4E-EE13-F38F-965D-18ED94C1B013}" dt="2021-12-28T19:32:46.272" v="92"/>
        <pc:sldMkLst>
          <pc:docMk/>
          <pc:sldMk cId="0" sldId="372"/>
        </pc:sldMkLst>
        <pc:spChg chg="mod ord">
          <ac:chgData name="Daya Spindler" userId="S::daya.spindler@g.austincc.edu::d47267c9-b69c-4d84-8d8d-9eb6067b7650" providerId="AD" clId="Web-{4D5DDF4E-EE13-F38F-965D-18ED94C1B013}" dt="2021-12-28T19:32:46.272" v="92"/>
          <ac:spMkLst>
            <pc:docMk/>
            <pc:sldMk cId="0" sldId="372"/>
            <ac:spMk id="7" creationId="{02598B23-8599-4380-8CAC-73D86CAD3A51}"/>
          </ac:spMkLst>
        </pc:spChg>
      </pc:sldChg>
      <pc:sldChg chg="modSp">
        <pc:chgData name="Daya Spindler" userId="S::daya.spindler@g.austincc.edu::d47267c9-b69c-4d84-8d8d-9eb6067b7650" providerId="AD" clId="Web-{4D5DDF4E-EE13-F38F-965D-18ED94C1B013}" dt="2021-12-28T18:17:21.072" v="1" actId="20577"/>
        <pc:sldMkLst>
          <pc:docMk/>
          <pc:sldMk cId="4149221392" sldId="454"/>
        </pc:sldMkLst>
        <pc:spChg chg="mod">
          <ac:chgData name="Daya Spindler" userId="S::daya.spindler@g.austincc.edu::d47267c9-b69c-4d84-8d8d-9eb6067b7650" providerId="AD" clId="Web-{4D5DDF4E-EE13-F38F-965D-18ED94C1B013}" dt="2021-12-28T18:17:21.072" v="1" actId="20577"/>
          <ac:spMkLst>
            <pc:docMk/>
            <pc:sldMk cId="4149221392" sldId="454"/>
            <ac:spMk id="5" creationId="{768FB6F7-A481-41DF-934F-28DB4F80864F}"/>
          </ac:spMkLst>
        </pc:spChg>
      </pc:sldChg>
      <pc:sldChg chg="modSp">
        <pc:chgData name="Daya Spindler" userId="S::daya.spindler@g.austincc.edu::d47267c9-b69c-4d84-8d8d-9eb6067b7650" providerId="AD" clId="Web-{4D5DDF4E-EE13-F38F-965D-18ED94C1B013}" dt="2021-12-28T19:32:48.631" v="93"/>
        <pc:sldMkLst>
          <pc:docMk/>
          <pc:sldMk cId="3470074924" sldId="455"/>
        </pc:sldMkLst>
        <pc:spChg chg="mod ord">
          <ac:chgData name="Daya Spindler" userId="S::daya.spindler@g.austincc.edu::d47267c9-b69c-4d84-8d8d-9eb6067b7650" providerId="AD" clId="Web-{4D5DDF4E-EE13-F38F-965D-18ED94C1B013}" dt="2021-12-28T19:32:48.631" v="93"/>
          <ac:spMkLst>
            <pc:docMk/>
            <pc:sldMk cId="3470074924" sldId="455"/>
            <ac:spMk id="7" creationId="{02598B23-8599-4380-8CAC-73D86CAD3A51}"/>
          </ac:spMkLst>
        </pc:spChg>
      </pc:sldChg>
      <pc:sldChg chg="modSp">
        <pc:chgData name="Daya Spindler" userId="S::daya.spindler@g.austincc.edu::d47267c9-b69c-4d84-8d8d-9eb6067b7650" providerId="AD" clId="Web-{4D5DDF4E-EE13-F38F-965D-18ED94C1B013}" dt="2021-12-28T19:32:51.006" v="94"/>
        <pc:sldMkLst>
          <pc:docMk/>
          <pc:sldMk cId="245669003" sldId="456"/>
        </pc:sldMkLst>
        <pc:spChg chg="mod ord">
          <ac:chgData name="Daya Spindler" userId="S::daya.spindler@g.austincc.edu::d47267c9-b69c-4d84-8d8d-9eb6067b7650" providerId="AD" clId="Web-{4D5DDF4E-EE13-F38F-965D-18ED94C1B013}" dt="2021-12-28T19:32:51.006" v="94"/>
          <ac:spMkLst>
            <pc:docMk/>
            <pc:sldMk cId="245669003" sldId="456"/>
            <ac:spMk id="5" creationId="{02DF743B-4E41-45F9-8C66-FAA968FCC41B}"/>
          </ac:spMkLst>
        </pc:spChg>
      </pc:sldChg>
      <pc:sldChg chg="modSp">
        <pc:chgData name="Daya Spindler" userId="S::daya.spindler@g.austincc.edu::d47267c9-b69c-4d84-8d8d-9eb6067b7650" providerId="AD" clId="Web-{4D5DDF4E-EE13-F38F-965D-18ED94C1B013}" dt="2021-12-28T19:32:52.850" v="95"/>
        <pc:sldMkLst>
          <pc:docMk/>
          <pc:sldMk cId="591785267" sldId="457"/>
        </pc:sldMkLst>
        <pc:spChg chg="mod ord">
          <ac:chgData name="Daya Spindler" userId="S::daya.spindler@g.austincc.edu::d47267c9-b69c-4d84-8d8d-9eb6067b7650" providerId="AD" clId="Web-{4D5DDF4E-EE13-F38F-965D-18ED94C1B013}" dt="2021-12-28T19:32:52.850" v="95"/>
          <ac:spMkLst>
            <pc:docMk/>
            <pc:sldMk cId="591785267" sldId="457"/>
            <ac:spMk id="5" creationId="{BB8DD3EE-519B-4606-84DC-FAA8DE1EBC2C}"/>
          </ac:spMkLst>
        </pc:spChg>
      </pc:sldChg>
      <pc:sldChg chg="modSp">
        <pc:chgData name="Daya Spindler" userId="S::daya.spindler@g.austincc.edu::d47267c9-b69c-4d84-8d8d-9eb6067b7650" providerId="AD" clId="Web-{4D5DDF4E-EE13-F38F-965D-18ED94C1B013}" dt="2021-12-28T19:32:54.804" v="96"/>
        <pc:sldMkLst>
          <pc:docMk/>
          <pc:sldMk cId="3528776663" sldId="458"/>
        </pc:sldMkLst>
        <pc:spChg chg="mod ord">
          <ac:chgData name="Daya Spindler" userId="S::daya.spindler@g.austincc.edu::d47267c9-b69c-4d84-8d8d-9eb6067b7650" providerId="AD" clId="Web-{4D5DDF4E-EE13-F38F-965D-18ED94C1B013}" dt="2021-12-28T19:32:54.804" v="96"/>
          <ac:spMkLst>
            <pc:docMk/>
            <pc:sldMk cId="3528776663" sldId="458"/>
            <ac:spMk id="5" creationId="{BCD5B25C-E493-4AB3-8071-06C38E6712AD}"/>
          </ac:spMkLst>
        </pc:spChg>
      </pc:sldChg>
      <pc:sldChg chg="addSp delSp modSp">
        <pc:chgData name="Daya Spindler" userId="S::daya.spindler@g.austincc.edu::d47267c9-b69c-4d84-8d8d-9eb6067b7650" providerId="AD" clId="Web-{4D5DDF4E-EE13-F38F-965D-18ED94C1B013}" dt="2021-12-28T19:32:56.929" v="97"/>
        <pc:sldMkLst>
          <pc:docMk/>
          <pc:sldMk cId="1244206238" sldId="459"/>
        </pc:sldMkLst>
        <pc:spChg chg="mod ord">
          <ac:chgData name="Daya Spindler" userId="S::daya.spindler@g.austincc.edu::d47267c9-b69c-4d84-8d8d-9eb6067b7650" providerId="AD" clId="Web-{4D5DDF4E-EE13-F38F-965D-18ED94C1B013}" dt="2021-12-28T19:32:56.929" v="97"/>
          <ac:spMkLst>
            <pc:docMk/>
            <pc:sldMk cId="1244206238" sldId="459"/>
            <ac:spMk id="5" creationId="{550479F0-9931-4BFB-9C4E-16E36E8CE8BF}"/>
          </ac:spMkLst>
        </pc:spChg>
        <pc:spChg chg="add del">
          <ac:chgData name="Daya Spindler" userId="S::daya.spindler@g.austincc.edu::d47267c9-b69c-4d84-8d8d-9eb6067b7650" providerId="AD" clId="Web-{4D5DDF4E-EE13-F38F-965D-18ED94C1B013}" dt="2021-12-28T18:53:21.009" v="15"/>
          <ac:spMkLst>
            <pc:docMk/>
            <pc:sldMk cId="1244206238" sldId="459"/>
            <ac:spMk id="6" creationId="{40D75AC3-DDFA-4FD1-9D36-56DED92383E2}"/>
          </ac:spMkLst>
        </pc:spChg>
      </pc:sldChg>
      <pc:sldChg chg="modSp">
        <pc:chgData name="Daya Spindler" userId="S::daya.spindler@g.austincc.edu::d47267c9-b69c-4d84-8d8d-9eb6067b7650" providerId="AD" clId="Web-{4D5DDF4E-EE13-F38F-965D-18ED94C1B013}" dt="2021-12-28T19:32:58.866" v="98"/>
        <pc:sldMkLst>
          <pc:docMk/>
          <pc:sldMk cId="1667635813" sldId="460"/>
        </pc:sldMkLst>
        <pc:spChg chg="mod">
          <ac:chgData name="Daya Spindler" userId="S::daya.spindler@g.austincc.edu::d47267c9-b69c-4d84-8d8d-9eb6067b7650" providerId="AD" clId="Web-{4D5DDF4E-EE13-F38F-965D-18ED94C1B013}" dt="2021-12-28T19:00:14.100" v="69" actId="20577"/>
          <ac:spMkLst>
            <pc:docMk/>
            <pc:sldMk cId="1667635813" sldId="460"/>
            <ac:spMk id="3" creationId="{BCD00E2A-8E84-4215-9A35-824129F5C477}"/>
          </ac:spMkLst>
        </pc:spChg>
        <pc:spChg chg="mod ord">
          <ac:chgData name="Daya Spindler" userId="S::daya.spindler@g.austincc.edu::d47267c9-b69c-4d84-8d8d-9eb6067b7650" providerId="AD" clId="Web-{4D5DDF4E-EE13-F38F-965D-18ED94C1B013}" dt="2021-12-28T19:32:58.866" v="98"/>
          <ac:spMkLst>
            <pc:docMk/>
            <pc:sldMk cId="1667635813" sldId="460"/>
            <ac:spMk id="5" creationId="{B6FFF0E0-AB11-4FD6-A1E5-3A6787F6A1AF}"/>
          </ac:spMkLst>
        </pc:spChg>
      </pc:sldChg>
      <pc:sldChg chg="modSp">
        <pc:chgData name="Daya Spindler" userId="S::daya.spindler@g.austincc.edu::d47267c9-b69c-4d84-8d8d-9eb6067b7650" providerId="AD" clId="Web-{4D5DDF4E-EE13-F38F-965D-18ED94C1B013}" dt="2021-12-28T19:33:00.913" v="99"/>
        <pc:sldMkLst>
          <pc:docMk/>
          <pc:sldMk cId="2836523776" sldId="461"/>
        </pc:sldMkLst>
        <pc:spChg chg="mod ord">
          <ac:chgData name="Daya Spindler" userId="S::daya.spindler@g.austincc.edu::d47267c9-b69c-4d84-8d8d-9eb6067b7650" providerId="AD" clId="Web-{4D5DDF4E-EE13-F38F-965D-18ED94C1B013}" dt="2021-12-28T19:33:00.913" v="99"/>
          <ac:spMkLst>
            <pc:docMk/>
            <pc:sldMk cId="2836523776" sldId="461"/>
            <ac:spMk id="5" creationId="{C22269FB-EC78-4366-8BA0-1A51E750A1BC}"/>
          </ac:spMkLst>
        </pc:spChg>
      </pc:sldChg>
      <pc:sldChg chg="modSp">
        <pc:chgData name="Daya Spindler" userId="S::daya.spindler@g.austincc.edu::d47267c9-b69c-4d84-8d8d-9eb6067b7650" providerId="AD" clId="Web-{4D5DDF4E-EE13-F38F-965D-18ED94C1B013}" dt="2021-12-28T19:33:02.929" v="100"/>
        <pc:sldMkLst>
          <pc:docMk/>
          <pc:sldMk cId="2691263855" sldId="462"/>
        </pc:sldMkLst>
        <pc:spChg chg="mod ord">
          <ac:chgData name="Daya Spindler" userId="S::daya.spindler@g.austincc.edu::d47267c9-b69c-4d84-8d8d-9eb6067b7650" providerId="AD" clId="Web-{4D5DDF4E-EE13-F38F-965D-18ED94C1B013}" dt="2021-12-28T19:33:02.929" v="100"/>
          <ac:spMkLst>
            <pc:docMk/>
            <pc:sldMk cId="2691263855" sldId="462"/>
            <ac:spMk id="5" creationId="{E0612174-F7FB-4DEE-8A02-CE9A718835C5}"/>
          </ac:spMkLst>
        </pc:spChg>
      </pc:sldChg>
      <pc:sldChg chg="modSp">
        <pc:chgData name="Daya Spindler" userId="S::daya.spindler@g.austincc.edu::d47267c9-b69c-4d84-8d8d-9eb6067b7650" providerId="AD" clId="Web-{4D5DDF4E-EE13-F38F-965D-18ED94C1B013}" dt="2021-12-28T19:33:04.835" v="101"/>
        <pc:sldMkLst>
          <pc:docMk/>
          <pc:sldMk cId="2815070207" sldId="463"/>
        </pc:sldMkLst>
        <pc:spChg chg="mod ord">
          <ac:chgData name="Daya Spindler" userId="S::daya.spindler@g.austincc.edu::d47267c9-b69c-4d84-8d8d-9eb6067b7650" providerId="AD" clId="Web-{4D5DDF4E-EE13-F38F-965D-18ED94C1B013}" dt="2021-12-28T19:33:04.835" v="101"/>
          <ac:spMkLst>
            <pc:docMk/>
            <pc:sldMk cId="2815070207" sldId="463"/>
            <ac:spMk id="5" creationId="{281677CD-A46B-466A-995B-B75CEEA8A374}"/>
          </ac:spMkLst>
        </pc:spChg>
      </pc:sldChg>
      <pc:sldChg chg="modSp">
        <pc:chgData name="Daya Spindler" userId="S::daya.spindler@g.austincc.edu::d47267c9-b69c-4d84-8d8d-9eb6067b7650" providerId="AD" clId="Web-{4D5DDF4E-EE13-F38F-965D-18ED94C1B013}" dt="2021-12-28T19:33:06.992" v="102"/>
        <pc:sldMkLst>
          <pc:docMk/>
          <pc:sldMk cId="1861462004" sldId="464"/>
        </pc:sldMkLst>
        <pc:spChg chg="mod">
          <ac:chgData name="Daya Spindler" userId="S::daya.spindler@g.austincc.edu::d47267c9-b69c-4d84-8d8d-9eb6067b7650" providerId="AD" clId="Web-{4D5DDF4E-EE13-F38F-965D-18ED94C1B013}" dt="2021-12-28T19:07:08.285" v="83" actId="20577"/>
          <ac:spMkLst>
            <pc:docMk/>
            <pc:sldMk cId="1861462004" sldId="464"/>
            <ac:spMk id="3" creationId="{007030FE-2731-409F-B76C-D4DF8670C4A6}"/>
          </ac:spMkLst>
        </pc:spChg>
        <pc:spChg chg="mod ord">
          <ac:chgData name="Daya Spindler" userId="S::daya.spindler@g.austincc.edu::d47267c9-b69c-4d84-8d8d-9eb6067b7650" providerId="AD" clId="Web-{4D5DDF4E-EE13-F38F-965D-18ED94C1B013}" dt="2021-12-28T19:33:06.992" v="102"/>
          <ac:spMkLst>
            <pc:docMk/>
            <pc:sldMk cId="1861462004" sldId="464"/>
            <ac:spMk id="5" creationId="{281677CD-A46B-466A-995B-B75CEEA8A374}"/>
          </ac:spMkLst>
        </pc:spChg>
      </pc:sldChg>
      <pc:sldChg chg="modSp">
        <pc:chgData name="Daya Spindler" userId="S::daya.spindler@g.austincc.edu::d47267c9-b69c-4d84-8d8d-9eb6067b7650" providerId="AD" clId="Web-{4D5DDF4E-EE13-F38F-965D-18ED94C1B013}" dt="2021-12-28T19:33:09.008" v="103"/>
        <pc:sldMkLst>
          <pc:docMk/>
          <pc:sldMk cId="3950889335" sldId="465"/>
        </pc:sldMkLst>
        <pc:spChg chg="mod ord">
          <ac:chgData name="Daya Spindler" userId="S::daya.spindler@g.austincc.edu::d47267c9-b69c-4d84-8d8d-9eb6067b7650" providerId="AD" clId="Web-{4D5DDF4E-EE13-F38F-965D-18ED94C1B013}" dt="2021-12-28T19:33:09.008" v="103"/>
          <ac:spMkLst>
            <pc:docMk/>
            <pc:sldMk cId="3950889335" sldId="465"/>
            <ac:spMk id="5" creationId="{EA7414CA-EFE4-4F39-929F-5F1E650C571D}"/>
          </ac:spMkLst>
        </pc:spChg>
      </pc:sldChg>
      <pc:sldChg chg="modSp">
        <pc:chgData name="Daya Spindler" userId="S::daya.spindler@g.austincc.edu::d47267c9-b69c-4d84-8d8d-9eb6067b7650" providerId="AD" clId="Web-{4D5DDF4E-EE13-F38F-965D-18ED94C1B013}" dt="2021-12-28T19:33:11.086" v="104"/>
        <pc:sldMkLst>
          <pc:docMk/>
          <pc:sldMk cId="2097644019" sldId="466"/>
        </pc:sldMkLst>
        <pc:spChg chg="mod ord">
          <ac:chgData name="Daya Spindler" userId="S::daya.spindler@g.austincc.edu::d47267c9-b69c-4d84-8d8d-9eb6067b7650" providerId="AD" clId="Web-{4D5DDF4E-EE13-F38F-965D-18ED94C1B013}" dt="2021-12-28T19:33:11.086" v="104"/>
          <ac:spMkLst>
            <pc:docMk/>
            <pc:sldMk cId="2097644019" sldId="466"/>
            <ac:spMk id="5" creationId="{70755561-858A-4CB1-90F9-E1358CBD5647}"/>
          </ac:spMkLst>
        </pc:spChg>
      </pc:sldChg>
      <pc:sldChg chg="modSp">
        <pc:chgData name="Daya Spindler" userId="S::daya.spindler@g.austincc.edu::d47267c9-b69c-4d84-8d8d-9eb6067b7650" providerId="AD" clId="Web-{4D5DDF4E-EE13-F38F-965D-18ED94C1B013}" dt="2021-12-28T19:33:15.617" v="105"/>
        <pc:sldMkLst>
          <pc:docMk/>
          <pc:sldMk cId="456617978" sldId="467"/>
        </pc:sldMkLst>
        <pc:spChg chg="mod ord">
          <ac:chgData name="Daya Spindler" userId="S::daya.spindler@g.austincc.edu::d47267c9-b69c-4d84-8d8d-9eb6067b7650" providerId="AD" clId="Web-{4D5DDF4E-EE13-F38F-965D-18ED94C1B013}" dt="2021-12-28T19:33:15.617" v="105"/>
          <ac:spMkLst>
            <pc:docMk/>
            <pc:sldMk cId="456617978" sldId="467"/>
            <ac:spMk id="5" creationId="{83FB05A9-7706-410B-9633-E3E35077208B}"/>
          </ac:spMkLst>
        </pc:spChg>
      </pc:sldChg>
      <pc:sldChg chg="modSp">
        <pc:chgData name="Daya Spindler" userId="S::daya.spindler@g.austincc.edu::d47267c9-b69c-4d84-8d8d-9eb6067b7650" providerId="AD" clId="Web-{4D5DDF4E-EE13-F38F-965D-18ED94C1B013}" dt="2021-12-28T19:33:20.711" v="106"/>
        <pc:sldMkLst>
          <pc:docMk/>
          <pc:sldMk cId="2588733505" sldId="468"/>
        </pc:sldMkLst>
        <pc:spChg chg="mod ord">
          <ac:chgData name="Daya Spindler" userId="S::daya.spindler@g.austincc.edu::d47267c9-b69c-4d84-8d8d-9eb6067b7650" providerId="AD" clId="Web-{4D5DDF4E-EE13-F38F-965D-18ED94C1B013}" dt="2021-12-28T19:33:20.711" v="106"/>
          <ac:spMkLst>
            <pc:docMk/>
            <pc:sldMk cId="2588733505" sldId="468"/>
            <ac:spMk id="5" creationId="{71771F66-7E6B-4E47-9130-A51DC7A82BF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FD385E2-430E-195C-9041-80E164B3C6FE}"/>
              </a:ext>
            </a:extLst>
          </p:cNvPr>
          <p:cNvSpPr>
            <a:spLocks noGrp="1"/>
          </p:cNvSpPr>
          <p:nvPr>
            <p:ph type="dt" sz="quarter" idx="1"/>
          </p:nvPr>
        </p:nvSpPr>
        <p:spPr>
          <a:xfrm>
            <a:off x="2323750" y="-16778"/>
            <a:ext cx="4532663" cy="458788"/>
          </a:xfrm>
          <a:prstGeom prst="rect">
            <a:avLst/>
          </a:prstGeom>
        </p:spPr>
        <p:txBody>
          <a:bodyPr vert="horz" lIns="91440" tIns="45720" rIns="91440" bIns="45720" rtlCol="0"/>
          <a:lstStyle>
            <a:lvl1pPr algn="r">
              <a:defRPr sz="1200"/>
            </a:lvl1pPr>
          </a:lstStyle>
          <a:p>
            <a:r>
              <a:rPr lang="en-US" dirty="0"/>
              <a:t>COOPER: Foundations and Adult Health Nursing, 9th Edition</a:t>
            </a:r>
          </a:p>
          <a:p>
            <a:r>
              <a:rPr lang="en-US" dirty="0"/>
              <a:t>Chapter 11 Student Handout </a:t>
            </a:r>
          </a:p>
          <a:p>
            <a:endParaRPr lang="en-US" dirty="0"/>
          </a:p>
        </p:txBody>
      </p:sp>
      <p:sp>
        <p:nvSpPr>
          <p:cNvPr id="4" name="Footer Placeholder 3">
            <a:extLst>
              <a:ext uri="{FF2B5EF4-FFF2-40B4-BE49-F238E27FC236}">
                <a16:creationId xmlns:a16="http://schemas.microsoft.com/office/drawing/2014/main" id="{9E1A5543-8338-1362-D3EA-1773FFDD230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DC4D8F4-1554-2911-3624-B6EBF3C6AE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1B5984-CC50-4E84-BA67-D5C2F05B25B6}" type="slidenum">
              <a:rPr lang="en-US" smtClean="0"/>
              <a:t>‹#›</a:t>
            </a:fld>
            <a:endParaRPr lang="en-US"/>
          </a:p>
        </p:txBody>
      </p:sp>
    </p:spTree>
    <p:extLst>
      <p:ext uri="{BB962C8B-B14F-4D97-AF65-F5344CB8AC3E}">
        <p14:creationId xmlns:p14="http://schemas.microsoft.com/office/powerpoint/2010/main" val="1344025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45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none" lIns="91440" tIns="45720" rIns="91440" bIns="45720" numCol="1" anchor="t" anchorCtr="0" compatLnSpc="1">
            <a:prstTxWarp prst="textNoShape">
              <a:avLst/>
            </a:prstTxWarp>
          </a:bodyPr>
          <a:lstStyle>
            <a:lvl1pPr>
              <a:defRPr sz="1200">
                <a:latin typeface="Arial" charset="0"/>
                <a:ea typeface="ＭＳ Ｐゴシック" charset="0"/>
                <a:cs typeface="+mn-cs"/>
              </a:defRPr>
            </a:lvl1pPr>
          </a:lstStyle>
          <a:p>
            <a:pPr>
              <a:defRPr/>
            </a:pPr>
            <a:endParaRPr lang="en-US" dirty="0"/>
          </a:p>
        </p:txBody>
      </p:sp>
      <p:sp>
        <p:nvSpPr>
          <p:cNvPr id="1944579"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none" lIns="91440" tIns="45720" rIns="91440" bIns="45720" numCol="1" anchor="t" anchorCtr="0" compatLnSpc="1">
            <a:prstTxWarp prst="textNoShape">
              <a:avLst/>
            </a:prstTxWarp>
          </a:bodyPr>
          <a:lstStyle>
            <a:lvl1pPr algn="r">
              <a:defRPr sz="1200">
                <a:latin typeface="Arial" charset="0"/>
                <a:ea typeface="ＭＳ Ｐゴシック" charset="0"/>
                <a:cs typeface="+mn-cs"/>
              </a:defRPr>
            </a:lvl1pPr>
          </a:lstStyle>
          <a:p>
            <a:pPr>
              <a:defRPr/>
            </a:pPr>
            <a:endParaRPr lang="en-US" dirty="0"/>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944581"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non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44582"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none" lIns="91440" tIns="45720" rIns="91440" bIns="45720" numCol="1" anchor="b" anchorCtr="0" compatLnSpc="1">
            <a:prstTxWarp prst="textNoShape">
              <a:avLst/>
            </a:prstTxWarp>
          </a:bodyPr>
          <a:lstStyle>
            <a:lvl1pPr>
              <a:defRPr sz="1200">
                <a:latin typeface="Arial" charset="0"/>
                <a:ea typeface="ＭＳ Ｐゴシック" charset="0"/>
                <a:cs typeface="+mn-cs"/>
              </a:defRPr>
            </a:lvl1pPr>
          </a:lstStyle>
          <a:p>
            <a:pPr>
              <a:defRPr/>
            </a:pPr>
            <a:endParaRPr lang="en-US" dirty="0"/>
          </a:p>
        </p:txBody>
      </p:sp>
      <p:sp>
        <p:nvSpPr>
          <p:cNvPr id="1944583"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none" lIns="91440" tIns="45720" rIns="91440" bIns="45720" numCol="1" anchor="b" anchorCtr="0" compatLnSpc="1">
            <a:prstTxWarp prst="textNoShape">
              <a:avLst/>
            </a:prstTxWarp>
          </a:bodyPr>
          <a:lstStyle>
            <a:lvl1pPr algn="r">
              <a:defRPr sz="1200">
                <a:latin typeface="Arial" pitchFamily="34" charset="0"/>
                <a:ea typeface="ＭＳ Ｐゴシック" pitchFamily="34" charset="-128"/>
                <a:cs typeface="+mn-cs"/>
              </a:defRPr>
            </a:lvl1pPr>
          </a:lstStyle>
          <a:p>
            <a:pPr>
              <a:defRPr/>
            </a:pPr>
            <a:fld id="{5BF81156-E6AF-44C8-BBE8-65F3689151C1}" type="slidenum">
              <a:rPr lang="en-US"/>
              <a:pPr>
                <a:defRPr/>
              </a:pPr>
              <a:t>‹#›</a:t>
            </a:fld>
            <a:endParaRPr lang="en-US" dirty="0"/>
          </a:p>
        </p:txBody>
      </p:sp>
    </p:spTree>
    <p:extLst>
      <p:ext uri="{BB962C8B-B14F-4D97-AF65-F5344CB8AC3E}">
        <p14:creationId xmlns:p14="http://schemas.microsoft.com/office/powerpoint/2010/main" val="751957324"/>
      </p:ext>
    </p:extLst>
  </p:cSld>
  <p:clrMap bg1="lt1" tx1="dk1" bg2="lt2" tx2="dk2" accent1="accent1" accent2="accent2" accent3="accent3" accent4="accent4" accent5="accent5" accent6="accent6" hlink="hlink" folHlink="folHlink"/>
  <p:notesStyle>
    <a:lvl1pPr marL="1714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ＭＳ Ｐゴシック" charset="0"/>
      </a:defRPr>
    </a:lvl1pPr>
    <a:lvl2pPr marL="6286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2pPr>
    <a:lvl3pPr marL="10858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3pPr>
    <a:lvl4pPr marL="15430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4pPr>
    <a:lvl5pPr marL="20002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ln>
            <a:miter lim="800000"/>
            <a:headEnd/>
            <a:tailEnd/>
          </a:ln>
        </p:spPr>
        <p:txBody>
          <a:bodyPr/>
          <a:lstStyle/>
          <a:p>
            <a:pPr>
              <a:defRPr/>
            </a:pPr>
            <a:fld id="{1EC53791-3B67-456B-BE62-314E38E80534}" type="slidenum">
              <a:rPr lang="en-US" smtClean="0">
                <a:latin typeface="Arial" charset="0"/>
                <a:ea typeface="ＭＳ Ｐゴシック" charset="-128"/>
              </a:rPr>
              <a:pPr>
                <a:defRPr/>
              </a:pPr>
              <a:t>2</a:t>
            </a:fld>
            <a:endParaRPr lang="en-US" dirty="0">
              <a:latin typeface="Arial" charset="0"/>
              <a:ea typeface="ＭＳ Ｐゴシック" charset="-128"/>
            </a:endParaRPr>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228600" indent="-228600">
              <a:buFont typeface="+mj-lt"/>
              <a:buNone/>
            </a:pPr>
            <a:endParaRPr lang="en-US" dirty="0">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ln>
            <a:miter lim="800000"/>
            <a:headEnd/>
            <a:tailEnd/>
          </a:ln>
        </p:spPr>
        <p:txBody>
          <a:bodyPr/>
          <a:lstStyle/>
          <a:p>
            <a:pPr>
              <a:defRPr/>
            </a:pPr>
            <a:fld id="{1EC53791-3B67-456B-BE62-314E38E80534}" type="slidenum">
              <a:rPr lang="en-US" smtClean="0">
                <a:latin typeface="Arial" charset="0"/>
                <a:ea typeface="ＭＳ Ｐゴシック" charset="-128"/>
              </a:rPr>
              <a:pPr>
                <a:defRPr/>
              </a:pPr>
              <a:t>3</a:t>
            </a:fld>
            <a:endParaRPr lang="en-US" dirty="0">
              <a:latin typeface="Arial" charset="0"/>
              <a:ea typeface="ＭＳ Ｐゴシック" charset="-128"/>
            </a:endParaRPr>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228600" indent="-228600">
              <a:buFont typeface="+mj-lt"/>
              <a:buNone/>
            </a:pPr>
            <a:endParaRPr lang="en-US" dirty="0">
              <a:ea typeface="ＭＳ Ｐゴシック" pitchFamily="34" charset="-128"/>
            </a:endParaRPr>
          </a:p>
        </p:txBody>
      </p:sp>
    </p:spTree>
    <p:extLst>
      <p:ext uri="{BB962C8B-B14F-4D97-AF65-F5344CB8AC3E}">
        <p14:creationId xmlns:p14="http://schemas.microsoft.com/office/powerpoint/2010/main" val="616900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Discuss responsibilities of an admitting department within a hospital or long-term care facility.</a:t>
            </a:r>
          </a:p>
          <a:p>
            <a:r>
              <a:rPr lang="en-US" altLang="en-US" dirty="0">
                <a:latin typeface="Arial" panose="020B0604020202020204" pitchFamily="34" charset="0"/>
              </a:rPr>
              <a:t>Discuss the different types of forms that a patient would sign on admission.</a:t>
            </a:r>
          </a:p>
          <a:p>
            <a:r>
              <a:rPr lang="en-US" altLang="en-US" dirty="0">
                <a:latin typeface="Arial" panose="020B0604020202020204" pitchFamily="34" charset="0"/>
              </a:rPr>
              <a:t>Review the different types of insurance that may be seen within a facility.</a:t>
            </a:r>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4</a:t>
            </a:fld>
            <a:endParaRPr lang="en-US" dirty="0"/>
          </a:p>
        </p:txBody>
      </p:sp>
    </p:spTree>
    <p:extLst>
      <p:ext uri="{BB962C8B-B14F-4D97-AF65-F5344CB8AC3E}">
        <p14:creationId xmlns:p14="http://schemas.microsoft.com/office/powerpoint/2010/main" val="3618195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What approaches by the nurse may assist the patient to feel more comfortable in this environment?</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7</a:t>
            </a:fld>
            <a:endParaRPr lang="en-US" dirty="0"/>
          </a:p>
        </p:txBody>
      </p:sp>
    </p:spTree>
    <p:extLst>
      <p:ext uri="{BB962C8B-B14F-4D97-AF65-F5344CB8AC3E}">
        <p14:creationId xmlns:p14="http://schemas.microsoft.com/office/powerpoint/2010/main" val="993610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What special considerations by the nurse may assist the patient to feel respected and less anxious?</a:t>
            </a:r>
          </a:p>
          <a:p>
            <a:r>
              <a:rPr lang="en-US" altLang="en-US" dirty="0">
                <a:latin typeface="Arial" panose="020B0604020202020204" pitchFamily="34" charset="0"/>
              </a:rPr>
              <a:t>Discuss ways to contact an interpreter in a hospital or long-term care facility. </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8</a:t>
            </a:fld>
            <a:endParaRPr lang="en-US" dirty="0"/>
          </a:p>
        </p:txBody>
      </p:sp>
    </p:spTree>
    <p:extLst>
      <p:ext uri="{BB962C8B-B14F-4D97-AF65-F5344CB8AC3E}">
        <p14:creationId xmlns:p14="http://schemas.microsoft.com/office/powerpoint/2010/main" val="3494727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the nursing process applies in admission, transfer, and discharge.</a:t>
            </a:r>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9</a:t>
            </a:fld>
            <a:endParaRPr lang="en-US" dirty="0"/>
          </a:p>
        </p:txBody>
      </p:sp>
    </p:spTree>
    <p:extLst>
      <p:ext uri="{BB962C8B-B14F-4D97-AF65-F5344CB8AC3E}">
        <p14:creationId xmlns:p14="http://schemas.microsoft.com/office/powerpoint/2010/main" val="2677300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Why is it important to check the patient’s identification band after the admitting department has already placed it on the patient?</a:t>
            </a:r>
          </a:p>
          <a:p>
            <a:r>
              <a:rPr lang="en-US" altLang="en-US" dirty="0">
                <a:latin typeface="Arial" panose="020B0604020202020204" pitchFamily="34" charset="0"/>
              </a:rPr>
              <a:t>Why should immediate needs take priority over the admission process and orientation to the patient’s room?</a:t>
            </a:r>
          </a:p>
          <a:p>
            <a:r>
              <a:rPr lang="en-US" altLang="en-US" dirty="0">
                <a:latin typeface="Arial" panose="020B0604020202020204" pitchFamily="34" charset="0"/>
              </a:rPr>
              <a:t>Why is it better to send money, jewelry, and medications home with the patient’s family versus placing them in the drawer of the bedside table?</a:t>
            </a:r>
          </a:p>
          <a:p>
            <a:r>
              <a:rPr lang="en-US" altLang="en-US" dirty="0">
                <a:latin typeface="Arial" panose="020B0604020202020204" pitchFamily="34" charset="0"/>
              </a:rPr>
              <a:t>Why would a facility send a patient’s home medications to the pharmacy?</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11</a:t>
            </a:fld>
            <a:endParaRPr lang="en-US" dirty="0"/>
          </a:p>
        </p:txBody>
      </p:sp>
    </p:spTree>
    <p:extLst>
      <p:ext uri="{BB962C8B-B14F-4D97-AF65-F5344CB8AC3E}">
        <p14:creationId xmlns:p14="http://schemas.microsoft.com/office/powerpoint/2010/main" val="2308860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Why is the admission assessment performed prior to notifying the provider?</a:t>
            </a:r>
          </a:p>
          <a:p>
            <a:r>
              <a:rPr lang="en-US" altLang="en-US" dirty="0">
                <a:latin typeface="Arial" panose="020B0604020202020204" pitchFamily="34" charset="0"/>
              </a:rPr>
              <a:t>Why is the admission assessment performed by an RN?</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12</a:t>
            </a:fld>
            <a:endParaRPr lang="en-US" dirty="0"/>
          </a:p>
        </p:txBody>
      </p:sp>
    </p:spTree>
    <p:extLst>
      <p:ext uri="{BB962C8B-B14F-4D97-AF65-F5344CB8AC3E}">
        <p14:creationId xmlns:p14="http://schemas.microsoft.com/office/powerpoint/2010/main" val="2382123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Why is it necessary to transfer a patient in the event of a change in condition?</a:t>
            </a:r>
          </a:p>
          <a:p>
            <a:r>
              <a:rPr lang="en-US" altLang="en-US" dirty="0">
                <a:latin typeface="Arial" panose="020B0604020202020204" pitchFamily="34" charset="0"/>
              </a:rPr>
              <a:t>What information is important to communicate to the family and patient regarding the transfer?</a:t>
            </a:r>
          </a:p>
          <a:p>
            <a:r>
              <a:rPr lang="en-US" altLang="en-US" dirty="0">
                <a:latin typeface="Arial" panose="020B0604020202020204" pitchFamily="34" charset="0"/>
              </a:rPr>
              <a:t>What information is important to provide to the receiving unit or facility?</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13</a:t>
            </a:fld>
            <a:endParaRPr lang="en-US" dirty="0"/>
          </a:p>
        </p:txBody>
      </p:sp>
    </p:spTree>
    <p:extLst>
      <p:ext uri="{BB962C8B-B14F-4D97-AF65-F5344CB8AC3E}">
        <p14:creationId xmlns:p14="http://schemas.microsoft.com/office/powerpoint/2010/main" val="2821206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What type of information is necessary to provide continuity of health care upon discharge?</a:t>
            </a:r>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How might the nurse facilitate a referral to another discipline within the health care organization?</a:t>
            </a:r>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Discuss the different types of health care services that are available for patient at discharge.</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14</a:t>
            </a:fld>
            <a:endParaRPr lang="en-US" dirty="0"/>
          </a:p>
        </p:txBody>
      </p:sp>
    </p:spTree>
    <p:extLst>
      <p:ext uri="{BB962C8B-B14F-4D97-AF65-F5344CB8AC3E}">
        <p14:creationId xmlns:p14="http://schemas.microsoft.com/office/powerpoint/2010/main" val="2575006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What information might be included or required on the patient’s written discharge instructions?</a:t>
            </a:r>
          </a:p>
          <a:p>
            <a:r>
              <a:rPr lang="en-US" altLang="en-US" dirty="0">
                <a:latin typeface="Arial" panose="020B0604020202020204" pitchFamily="34" charset="0"/>
              </a:rPr>
              <a:t>Discuss other information and or procedures that need to be completed prior to a patient being discharged from the hospital (i.e., IV removal).</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15</a:t>
            </a:fld>
            <a:endParaRPr lang="en-US" dirty="0"/>
          </a:p>
        </p:txBody>
      </p:sp>
    </p:spTree>
    <p:extLst>
      <p:ext uri="{BB962C8B-B14F-4D97-AF65-F5344CB8AC3E}">
        <p14:creationId xmlns:p14="http://schemas.microsoft.com/office/powerpoint/2010/main" val="903314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Why is it important to obtain the patient’s signature on an AMA form?</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16</a:t>
            </a:fld>
            <a:endParaRPr lang="en-US" dirty="0"/>
          </a:p>
        </p:txBody>
      </p:sp>
    </p:spTree>
    <p:extLst>
      <p:ext uri="{BB962C8B-B14F-4D97-AF65-F5344CB8AC3E}">
        <p14:creationId xmlns:p14="http://schemas.microsoft.com/office/powerpoint/2010/main" val="2837758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7BC70723-5CE8-499C-9971-E4BA18B80ED9}" type="slidenum">
              <a:rPr lang="en-GB"/>
              <a:pPr>
                <a:defRPr/>
              </a:pPr>
              <a:t>‹#›</a:t>
            </a:fld>
            <a:endParaRPr lang="en-GB" dirty="0"/>
          </a:p>
        </p:txBody>
      </p:sp>
      <p:sp>
        <p:nvSpPr>
          <p:cNvPr id="7" name="Footer Placeholder 1">
            <a:extLst>
              <a:ext uri="{FF2B5EF4-FFF2-40B4-BE49-F238E27FC236}">
                <a16:creationId xmlns:a16="http://schemas.microsoft.com/office/drawing/2014/main" id="{3487AE73-3EFF-4555-9FC5-23593D6540B4}"/>
              </a:ext>
            </a:extLst>
          </p:cNvPr>
          <p:cNvSpPr>
            <a:spLocks noGrp="1"/>
          </p:cNvSpPr>
          <p:nvPr>
            <p:ph type="ftr" sz="quarter" idx="11"/>
          </p:nvPr>
        </p:nvSpPr>
        <p:spPr>
          <a:xfrm>
            <a:off x="1371600" y="6359525"/>
            <a:ext cx="6343650" cy="381000"/>
          </a:xfrm>
          <a:prstGeom prst="rect">
            <a:avLst/>
          </a:prstGeom>
        </p:spPr>
        <p:txBody>
          <a:bodyPr/>
          <a:lstStyle>
            <a:lvl1pPr algn="ctr">
              <a:defRPr sz="900">
                <a:solidFill>
                  <a:schemeClr val="bg2"/>
                </a:solidFill>
              </a:defRPr>
            </a:lvl1pPr>
          </a:lstStyle>
          <a:p>
            <a:pPr>
              <a:defRPr/>
            </a:pP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E234264E-8860-42A2-83C5-41782AA54ED9}" type="slidenum">
              <a:rPr lang="en-GB"/>
              <a:pPr>
                <a:defRPr/>
              </a:pPr>
              <a:t>‹#›</a:t>
            </a:fld>
            <a:endParaRPr lang="en-GB" dirty="0"/>
          </a:p>
        </p:txBody>
      </p:sp>
      <p:sp>
        <p:nvSpPr>
          <p:cNvPr id="5" name="Footer Placeholder 1">
            <a:extLst>
              <a:ext uri="{FF2B5EF4-FFF2-40B4-BE49-F238E27FC236}">
                <a16:creationId xmlns:a16="http://schemas.microsoft.com/office/drawing/2014/main" id="{37759797-3D2C-4F47-AED4-0E8ADB422719}"/>
              </a:ext>
            </a:extLst>
          </p:cNvPr>
          <p:cNvSpPr>
            <a:spLocks noGrp="1"/>
          </p:cNvSpPr>
          <p:nvPr>
            <p:ph type="ftr" sz="quarter" idx="11"/>
          </p:nvPr>
        </p:nvSpPr>
        <p:spPr>
          <a:xfrm>
            <a:off x="1371600" y="6359525"/>
            <a:ext cx="6343650" cy="381000"/>
          </a:xfrm>
          <a:prstGeom prst="rect">
            <a:avLst/>
          </a:prstGeom>
        </p:spPr>
        <p:txBody>
          <a:bodyPr/>
          <a:lstStyle>
            <a:lvl1pPr algn="ctr">
              <a:defRPr sz="900">
                <a:solidFill>
                  <a:schemeClr val="bg2"/>
                </a:solidFill>
              </a:defRPr>
            </a:lvl1pPr>
          </a:lstStyle>
          <a:p>
            <a:pPr>
              <a:defRPr/>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5AAB81D7-0106-4E41-AE2E-2E4047E24355}" type="slidenum">
              <a:rPr lang="en-GB"/>
              <a:pPr>
                <a:defRPr/>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A4177A3A-15AF-4BAA-AB48-4B3B002C0523}" type="slidenum">
              <a:rPr lang="en-GB"/>
              <a:pPr>
                <a:defRPr/>
              </a:pPr>
              <a:t>‹#›</a:t>
            </a:fld>
            <a:endParaRPr lang="en-GB" dirty="0"/>
          </a:p>
        </p:txBody>
      </p:sp>
      <p:sp>
        <p:nvSpPr>
          <p:cNvPr id="6" name="Footer Placeholder 1">
            <a:extLst>
              <a:ext uri="{FF2B5EF4-FFF2-40B4-BE49-F238E27FC236}">
                <a16:creationId xmlns:a16="http://schemas.microsoft.com/office/drawing/2014/main" id="{C81CECAA-A39B-467B-A776-CD395CF9DC86}"/>
              </a:ext>
            </a:extLst>
          </p:cNvPr>
          <p:cNvSpPr>
            <a:spLocks noGrp="1"/>
          </p:cNvSpPr>
          <p:nvPr>
            <p:ph type="ftr" sz="quarter" idx="3"/>
          </p:nvPr>
        </p:nvSpPr>
        <p:spPr>
          <a:xfrm>
            <a:off x="1371600" y="6359525"/>
            <a:ext cx="6343650" cy="381000"/>
          </a:xfrm>
          <a:prstGeom prst="rect">
            <a:avLst/>
          </a:prstGeom>
        </p:spPr>
        <p:txBody>
          <a:bodyPr/>
          <a:lstStyle>
            <a:lvl1pPr algn="ctr">
              <a:defRPr sz="800">
                <a:solidFill>
                  <a:schemeClr val="bg2"/>
                </a:solidFill>
              </a:defRPr>
            </a:lvl1pPr>
          </a:lstStyle>
          <a:p>
            <a:pPr>
              <a:defRPr/>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p:cNvSpPr>
            <a:spLocks noGrp="1" noChangeArrowheads="1"/>
          </p:cNvSpPr>
          <p:nvPr>
            <p:ph type="sldNum" sz="quarter" idx="10"/>
          </p:nvPr>
        </p:nvSpPr>
        <p:spPr>
          <a:ln/>
        </p:spPr>
        <p:txBody>
          <a:bodyPr/>
          <a:lstStyle>
            <a:lvl1pPr>
              <a:defRPr/>
            </a:lvl1pPr>
          </a:lstStyle>
          <a:p>
            <a:pPr>
              <a:defRPr/>
            </a:pPr>
            <a:r>
              <a:rPr lang="en-GB" dirty="0"/>
              <a:t> </a:t>
            </a:r>
            <a:fld id="{265A3104-DFC4-492D-B3D0-C3C246A48F5B}" type="slidenum">
              <a:rPr lang="en-GB"/>
              <a:pPr>
                <a:defRPr/>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13"/>
          <p:cNvSpPr>
            <a:spLocks noGrp="1" noChangeArrowheads="1"/>
          </p:cNvSpPr>
          <p:nvPr>
            <p:ph type="sldNum" sz="quarter" idx="10"/>
          </p:nvPr>
        </p:nvSpPr>
        <p:spPr>
          <a:ln/>
        </p:spPr>
        <p:txBody>
          <a:bodyPr/>
          <a:lstStyle>
            <a:lvl1pPr>
              <a:defRPr/>
            </a:lvl1pPr>
          </a:lstStyle>
          <a:p>
            <a:pPr>
              <a:defRPr/>
            </a:pPr>
            <a:r>
              <a:rPr lang="en-GB" dirty="0"/>
              <a:t> </a:t>
            </a:r>
            <a:fld id="{71EFB42C-6A15-4A9A-871B-37380EDB6A26}" type="slidenum">
              <a:rPr lang="en-GB"/>
              <a:pPr>
                <a:defRPr/>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71EFB42C-6A15-4A9A-871B-37380EDB6A26}" type="slidenum">
              <a:rPr lang="en-GB" smtClean="0"/>
              <a:pPr>
                <a:defRPr/>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FCA15E23-B403-4680-BAA9-DB5D51A8CFD2}" type="slidenum">
              <a:rPr lang="en-GB"/>
              <a:pPr>
                <a:defRPr/>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D72A011B-01AE-4CD8-834B-21DB9583C27C}" type="slidenum">
              <a:rPr lang="en-GB"/>
              <a:pPr>
                <a:defRPr/>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A7D6F96D-A6E5-45AB-8576-3F1772613DA6}" type="slidenum">
              <a:rPr lang="en-GB"/>
              <a:pPr>
                <a:defRPr/>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3E21C735-DADD-43D3-9408-D21FA5E14BBC}" type="slidenum">
              <a:rPr lang="en-GB"/>
              <a:pPr>
                <a:defRPr/>
              </a:pPr>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8D8B011C-2750-47E8-9990-D6261FE36FA6}" type="slidenum">
              <a:rPr lang="en-GB"/>
              <a:pPr>
                <a:defRPr/>
              </a:pPr>
              <a:t>‹#›</a:t>
            </a:fld>
            <a:endParaRPr lang="en-GB"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C0F24A53-2415-4DAD-BD6A-1D9F5DDAF533}" type="slidenum">
              <a:rPr lang="en-GB"/>
              <a:pPr>
                <a:defRPr/>
              </a:pPr>
              <a:t>‹#›</a:t>
            </a:fld>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22078F67-8AE8-4E9C-AA54-76CE029A507A}" type="slidenum">
              <a:rPr lang="en-GB"/>
              <a:pPr>
                <a:defRPr/>
              </a:pPr>
              <a:t>‹#›</a:t>
            </a:fld>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8B9D621F-A6F6-4120-BD22-05C76ECD157E}" type="slidenum">
              <a:rPr lang="en-GB"/>
              <a:pPr>
                <a:defRPr/>
              </a:pPr>
              <a:t>‹#›</a:t>
            </a:fld>
            <a:endParaRPr lang="en-GB"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p:cNvSpPr>
            <a:spLocks noGrp="1" noChangeArrowheads="1"/>
          </p:cNvSpPr>
          <p:nvPr>
            <p:ph type="sldNum" sz="quarter" idx="10"/>
          </p:nvPr>
        </p:nvSpPr>
        <p:spPr>
          <a:ln/>
        </p:spPr>
        <p:txBody>
          <a:bodyPr/>
          <a:lstStyle>
            <a:lvl1pPr>
              <a:defRPr/>
            </a:lvl1pPr>
          </a:lstStyle>
          <a:p>
            <a:pPr>
              <a:defRPr/>
            </a:pPr>
            <a:r>
              <a:rPr lang="en-GB" dirty="0"/>
              <a:t> </a:t>
            </a:r>
            <a:fld id="{200D131F-949B-4E5B-BE81-7C14B29CC9F1}" type="slidenum">
              <a:rPr lang="en-GB"/>
              <a:pPr>
                <a:defRPr/>
              </a:pPr>
              <a:t>‹#›</a:t>
            </a:fld>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
          <p:cNvSpPr>
            <a:spLocks noGrp="1" noChangeArrowheads="1"/>
          </p:cNvSpPr>
          <p:nvPr>
            <p:ph type="sldNum" sz="quarter" idx="10"/>
          </p:nvPr>
        </p:nvSpPr>
        <p:spPr>
          <a:ln/>
        </p:spPr>
        <p:txBody>
          <a:bodyPr/>
          <a:lstStyle>
            <a:lvl1pPr>
              <a:defRPr/>
            </a:lvl1pPr>
          </a:lstStyle>
          <a:p>
            <a:pPr>
              <a:defRPr/>
            </a:pPr>
            <a:r>
              <a:rPr lang="en-GB" dirty="0"/>
              <a:t> </a:t>
            </a:r>
            <a:fld id="{8EBBF4AC-9420-466C-AD9E-FD6592AADD28}" type="slidenum">
              <a:rPr lang="en-GB"/>
              <a:pPr>
                <a:defRPr/>
              </a:pPr>
              <a:t>‹#›</a:t>
            </a:fld>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r>
              <a:rPr lang="en-GB" dirty="0"/>
              <a:t> </a:t>
            </a:r>
            <a:fld id="{97B28123-2912-48D2-AF42-C274BD8D6B10}" type="slidenum">
              <a:rPr lang="en-GB"/>
              <a:pPr>
                <a:defRPr/>
              </a:pPr>
              <a:t>‹#›</a:t>
            </a:fld>
            <a:endParaRPr lang="en-GB"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C6C156E8-9280-4352-B33B-89F3740952CA}" type="slidenum">
              <a:rPr lang="en-GB"/>
              <a:pPr>
                <a:defRPr/>
              </a:pPr>
              <a:t>‹#›</a:t>
            </a:fld>
            <a:endParaRPr lang="en-GB"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75BEE1B7-10AA-4C75-B080-000D6057ADAD}" type="slidenum">
              <a:rPr lang="en-GB"/>
              <a:pPr>
                <a:defRPr/>
              </a:pPr>
              <a:t>‹#›</a:t>
            </a:fld>
            <a:endParaRPr lang="en-GB"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198644BA-AE6D-4C74-A6DD-E08DB08BD49A}" type="slidenum">
              <a:rPr lang="en-GB"/>
              <a:pPr>
                <a:defRPr/>
              </a:pPr>
              <a:t>‹#›</a:t>
            </a:fld>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77F366DB-197B-47FE-868E-147B370B9598}" type="slidenum">
              <a:rPr lang="en-GB"/>
              <a:pPr>
                <a:defRPr/>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228600"/>
            <a:ext cx="7772400" cy="12192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GB" dirty="0"/>
              <a:t>Click to edit Master title style</a:t>
            </a:r>
          </a:p>
        </p:txBody>
      </p:sp>
      <p:sp>
        <p:nvSpPr>
          <p:cNvPr id="1027" name="Rectangle 3"/>
          <p:cNvSpPr>
            <a:spLocks noGrp="1" noChangeArrowheads="1"/>
          </p:cNvSpPr>
          <p:nvPr>
            <p:ph type="body" idx="1"/>
          </p:nvPr>
        </p:nvSpPr>
        <p:spPr bwMode="auto">
          <a:xfrm>
            <a:off x="685800" y="1641475"/>
            <a:ext cx="7772400" cy="4454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109" name="Rectangle 13"/>
          <p:cNvSpPr>
            <a:spLocks noGrp="1" noChangeArrowheads="1"/>
          </p:cNvSpPr>
          <p:nvPr>
            <p:ph type="sldNum" sz="quarter" idx="4"/>
          </p:nvPr>
        </p:nvSpPr>
        <p:spPr bwMode="auto">
          <a:xfrm>
            <a:off x="7715250" y="6359525"/>
            <a:ext cx="132715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000" i="0" smtClean="0">
                <a:solidFill>
                  <a:schemeClr val="bg2"/>
                </a:solidFill>
                <a:ea typeface="ＭＳ Ｐゴシック" charset="-128"/>
                <a:cs typeface="Arial" charset="0"/>
              </a:defRPr>
            </a:lvl1pPr>
          </a:lstStyle>
          <a:p>
            <a:pPr>
              <a:defRPr/>
            </a:pPr>
            <a:r>
              <a:rPr lang="en-GB" dirty="0"/>
              <a:t> </a:t>
            </a:r>
            <a:fld id="{71EFB42C-6A15-4A9A-871B-37380EDB6A26}" type="slidenum">
              <a:rPr lang="en-GB" smtClean="0"/>
              <a:pPr>
                <a:defRPr/>
              </a:pPr>
              <a:t>‹#›</a:t>
            </a:fld>
            <a:endParaRPr lang="en-GB" dirty="0"/>
          </a:p>
          <a:p>
            <a:pPr>
              <a:defRPr/>
            </a:pPr>
            <a:endParaRPr lang="en-GB" dirty="0"/>
          </a:p>
        </p:txBody>
      </p:sp>
      <p:sp>
        <p:nvSpPr>
          <p:cNvPr id="6" name="Footer Placeholder 1">
            <a:extLst>
              <a:ext uri="{FF2B5EF4-FFF2-40B4-BE49-F238E27FC236}">
                <a16:creationId xmlns:a16="http://schemas.microsoft.com/office/drawing/2014/main" id="{EC67DEBA-1458-4D94-8AC0-2EE32DB11D95}"/>
              </a:ext>
            </a:extLst>
          </p:cNvPr>
          <p:cNvSpPr>
            <a:spLocks noGrp="1"/>
          </p:cNvSpPr>
          <p:nvPr>
            <p:ph type="ftr" sz="quarter" idx="3"/>
          </p:nvPr>
        </p:nvSpPr>
        <p:spPr>
          <a:xfrm>
            <a:off x="1371600" y="6359525"/>
            <a:ext cx="6343650" cy="381000"/>
          </a:xfrm>
          <a:prstGeom prst="rect">
            <a:avLst/>
          </a:prstGeom>
        </p:spPr>
        <p:txBody>
          <a:bodyPr/>
          <a:lstStyle>
            <a:lvl1pPr algn="ctr">
              <a:defRPr sz="800">
                <a:solidFill>
                  <a:schemeClr val="bg2"/>
                </a:solidFill>
              </a:defRPr>
            </a:lvl1pPr>
          </a:lstStyle>
          <a:p>
            <a:pPr>
              <a:defRPr/>
            </a:pPr>
            <a:endParaRPr lang="en-US" dirty="0"/>
          </a:p>
        </p:txBody>
      </p:sp>
      <p:pic>
        <p:nvPicPr>
          <p:cNvPr id="7" name="Picture 6">
            <a:extLst>
              <a:ext uri="{FF2B5EF4-FFF2-40B4-BE49-F238E27FC236}">
                <a16:creationId xmlns:a16="http://schemas.microsoft.com/office/drawing/2014/main" id="{A3B79AC9-8D26-17C7-45D1-DC43510DB9FF}"/>
              </a:ext>
              <a:ext uri="{C183D7F6-B498-43B3-948B-1728B52AA6E4}">
                <adec:decorative xmlns:adec="http://schemas.microsoft.com/office/drawing/2017/decorative" val="1"/>
              </a:ext>
            </a:extLst>
          </p:cNvPr>
          <p:cNvPicPr>
            <a:picLocks noChangeAspect="1"/>
          </p:cNvPicPr>
          <p:nvPr userDrawn="1"/>
        </p:nvPicPr>
        <p:blipFill>
          <a:blip r:embed="rId13"/>
          <a:stretch>
            <a:fillRect/>
          </a:stretch>
        </p:blipFill>
        <p:spPr>
          <a:xfrm>
            <a:off x="3068637" y="6427763"/>
            <a:ext cx="3006725" cy="244523"/>
          </a:xfrm>
          <a:prstGeom prst="rect">
            <a:avLst/>
          </a:prstGeom>
        </p:spPr>
      </p:pic>
    </p:spTree>
  </p:cSld>
  <p:clrMap bg1="dk2" tx1="lt1" bg2="dk1"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dt="0"/>
  <p:txStyles>
    <p:titleStyle>
      <a:lvl1pPr algn="ctr" rtl="0" eaLnBrk="0" fontAlgn="base" hangingPunct="0">
        <a:spcBef>
          <a:spcPct val="0"/>
        </a:spcBef>
        <a:spcAft>
          <a:spcPct val="0"/>
        </a:spcAft>
        <a:defRPr sz="3600">
          <a:solidFill>
            <a:schemeClr val="bg2"/>
          </a:solidFill>
          <a:latin typeface="+mj-lt"/>
          <a:ea typeface="+mj-ea"/>
          <a:cs typeface="+mj-cs"/>
        </a:defRPr>
      </a:lvl1pPr>
      <a:lvl2pPr algn="ctr" rtl="0" eaLnBrk="0" fontAlgn="base" hangingPunct="0">
        <a:spcBef>
          <a:spcPct val="0"/>
        </a:spcBef>
        <a:spcAft>
          <a:spcPct val="0"/>
        </a:spcAft>
        <a:defRPr sz="3400">
          <a:solidFill>
            <a:schemeClr val="bg2"/>
          </a:solidFill>
          <a:latin typeface="ArialMT" pitchFamily="34" charset="0"/>
          <a:ea typeface="ＭＳ Ｐゴシック" charset="-128"/>
        </a:defRPr>
      </a:lvl2pPr>
      <a:lvl3pPr algn="ctr" rtl="0" eaLnBrk="0" fontAlgn="base" hangingPunct="0">
        <a:spcBef>
          <a:spcPct val="0"/>
        </a:spcBef>
        <a:spcAft>
          <a:spcPct val="0"/>
        </a:spcAft>
        <a:defRPr sz="3400">
          <a:solidFill>
            <a:schemeClr val="bg2"/>
          </a:solidFill>
          <a:latin typeface="ArialMT" pitchFamily="34" charset="0"/>
          <a:ea typeface="ＭＳ Ｐゴシック" charset="-128"/>
        </a:defRPr>
      </a:lvl3pPr>
      <a:lvl4pPr algn="ctr" rtl="0" eaLnBrk="0" fontAlgn="base" hangingPunct="0">
        <a:spcBef>
          <a:spcPct val="0"/>
        </a:spcBef>
        <a:spcAft>
          <a:spcPct val="0"/>
        </a:spcAft>
        <a:defRPr sz="3400">
          <a:solidFill>
            <a:schemeClr val="bg2"/>
          </a:solidFill>
          <a:latin typeface="ArialMT" pitchFamily="34" charset="0"/>
          <a:ea typeface="ＭＳ Ｐゴシック" charset="-128"/>
        </a:defRPr>
      </a:lvl4pPr>
      <a:lvl5pPr algn="ctr" rtl="0" eaLnBrk="0" fontAlgn="base" hangingPunct="0">
        <a:spcBef>
          <a:spcPct val="0"/>
        </a:spcBef>
        <a:spcAft>
          <a:spcPct val="0"/>
        </a:spcAft>
        <a:defRPr sz="3400">
          <a:solidFill>
            <a:schemeClr val="bg2"/>
          </a:solidFill>
          <a:latin typeface="ArialMT" pitchFamily="34" charset="0"/>
          <a:ea typeface="ＭＳ Ｐゴシック" charset="-128"/>
        </a:defRPr>
      </a:lvl5pPr>
      <a:lvl6pPr marL="457200" algn="ctr" rtl="0" fontAlgn="base">
        <a:spcBef>
          <a:spcPct val="0"/>
        </a:spcBef>
        <a:spcAft>
          <a:spcPct val="0"/>
        </a:spcAft>
        <a:defRPr sz="4000">
          <a:solidFill>
            <a:schemeClr val="bg2"/>
          </a:solidFill>
          <a:latin typeface="ArialMT" pitchFamily="34" charset="0"/>
          <a:ea typeface="ＭＳ Ｐゴシック" charset="-128"/>
        </a:defRPr>
      </a:lvl6pPr>
      <a:lvl7pPr marL="914400" algn="ctr" rtl="0" fontAlgn="base">
        <a:spcBef>
          <a:spcPct val="0"/>
        </a:spcBef>
        <a:spcAft>
          <a:spcPct val="0"/>
        </a:spcAft>
        <a:defRPr sz="4000">
          <a:solidFill>
            <a:schemeClr val="bg2"/>
          </a:solidFill>
          <a:latin typeface="ArialMT" pitchFamily="34" charset="0"/>
          <a:ea typeface="ＭＳ Ｐゴシック" charset="-128"/>
        </a:defRPr>
      </a:lvl7pPr>
      <a:lvl8pPr marL="1371600" algn="ctr" rtl="0" fontAlgn="base">
        <a:spcBef>
          <a:spcPct val="0"/>
        </a:spcBef>
        <a:spcAft>
          <a:spcPct val="0"/>
        </a:spcAft>
        <a:defRPr sz="4000">
          <a:solidFill>
            <a:schemeClr val="bg2"/>
          </a:solidFill>
          <a:latin typeface="ArialMT" pitchFamily="34" charset="0"/>
          <a:ea typeface="ＭＳ Ｐゴシック" charset="-128"/>
        </a:defRPr>
      </a:lvl8pPr>
      <a:lvl9pPr marL="1828800" algn="ctr" rtl="0" fontAlgn="base">
        <a:spcBef>
          <a:spcPct val="0"/>
        </a:spcBef>
        <a:spcAft>
          <a:spcPct val="0"/>
        </a:spcAft>
        <a:defRPr sz="4000">
          <a:solidFill>
            <a:schemeClr val="bg2"/>
          </a:solidFill>
          <a:latin typeface="ArialMT" pitchFamily="34" charset="0"/>
          <a:ea typeface="ＭＳ Ｐゴシック" charset="-128"/>
        </a:defRPr>
      </a:lvl9pPr>
    </p:titleStyle>
    <p:bodyStyle>
      <a:lvl1pPr marL="342900" indent="-342900" algn="l" rtl="0" eaLnBrk="0" fontAlgn="base" hangingPunct="0">
        <a:spcBef>
          <a:spcPct val="20000"/>
        </a:spcBef>
        <a:spcAft>
          <a:spcPct val="0"/>
        </a:spcAft>
        <a:buClr>
          <a:schemeClr val="bg1"/>
        </a:buClr>
        <a:buSzPct val="70000"/>
        <a:buFont typeface="Wingdings 2" pitchFamily="18"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chemeClr val="bg1"/>
        </a:buClr>
        <a:buSzPct val="70000"/>
        <a:buFont typeface="Wingdings" pitchFamily="2" charset="2"/>
        <a:buChar char="Ø"/>
        <a:defRPr sz="2400">
          <a:solidFill>
            <a:schemeClr val="bg2"/>
          </a:solidFill>
          <a:latin typeface="+mn-lt"/>
          <a:ea typeface="+mn-ea"/>
        </a:defRPr>
      </a:lvl2pPr>
      <a:lvl3pPr marL="1143000" indent="-228600" algn="l" rtl="0" eaLnBrk="0" fontAlgn="base" hangingPunct="0">
        <a:spcBef>
          <a:spcPct val="20000"/>
        </a:spcBef>
        <a:spcAft>
          <a:spcPct val="0"/>
        </a:spcAft>
        <a:buClr>
          <a:schemeClr val="bg1"/>
        </a:buClr>
        <a:buSzPct val="70000"/>
        <a:buChar char="•"/>
        <a:defRPr sz="2000">
          <a:solidFill>
            <a:schemeClr val="bg2"/>
          </a:solidFill>
          <a:latin typeface="+mn-lt"/>
          <a:ea typeface="+mn-ea"/>
        </a:defRPr>
      </a:lvl3pPr>
      <a:lvl4pPr marL="1600200" indent="-228600" algn="l" rtl="0" eaLnBrk="0" fontAlgn="base" hangingPunct="0">
        <a:spcBef>
          <a:spcPct val="20000"/>
        </a:spcBef>
        <a:spcAft>
          <a:spcPct val="0"/>
        </a:spcAft>
        <a:buClr>
          <a:schemeClr val="bg1"/>
        </a:buClr>
        <a:buSzPct val="70000"/>
        <a:buFont typeface="Wingdings 3" pitchFamily="18" charset="2"/>
        <a:buChar char=""/>
        <a:defRPr>
          <a:solidFill>
            <a:schemeClr val="bg2"/>
          </a:solidFill>
          <a:latin typeface="+mn-lt"/>
          <a:ea typeface="+mn-ea"/>
        </a:defRPr>
      </a:lvl4pPr>
      <a:lvl5pPr marL="2057400" indent="-228600" algn="l" rtl="0" eaLnBrk="0" fontAlgn="base" hangingPunct="0">
        <a:spcBef>
          <a:spcPct val="20000"/>
        </a:spcBef>
        <a:spcAft>
          <a:spcPct val="0"/>
        </a:spcAft>
        <a:buClr>
          <a:schemeClr val="bg1"/>
        </a:buClr>
        <a:buSzPct val="70000"/>
        <a:buFont typeface="Times New Roman" pitchFamily="18" charset="0"/>
        <a:buChar char="–"/>
        <a:defRPr sz="1600">
          <a:solidFill>
            <a:schemeClr val="bg2"/>
          </a:solidFill>
          <a:latin typeface="+mn-lt"/>
          <a:ea typeface="+mn-ea"/>
        </a:defRPr>
      </a:lvl5pPr>
      <a:lvl6pPr marL="25146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6pPr>
      <a:lvl7pPr marL="29718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7pPr>
      <a:lvl8pPr marL="34290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8pPr>
      <a:lvl9pPr marL="38862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228600"/>
            <a:ext cx="7772400" cy="12192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GB"/>
              <a:t>Click to edit Master title style</a:t>
            </a:r>
          </a:p>
        </p:txBody>
      </p:sp>
      <p:sp>
        <p:nvSpPr>
          <p:cNvPr id="2051" name="Rectangle 3"/>
          <p:cNvSpPr>
            <a:spLocks noGrp="1" noChangeArrowheads="1"/>
          </p:cNvSpPr>
          <p:nvPr>
            <p:ph type="body" idx="1"/>
          </p:nvPr>
        </p:nvSpPr>
        <p:spPr bwMode="auto">
          <a:xfrm>
            <a:off x="685800" y="1641475"/>
            <a:ext cx="7772400" cy="4454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109" name="Rectangle 13"/>
          <p:cNvSpPr>
            <a:spLocks noGrp="1" noChangeArrowheads="1"/>
          </p:cNvSpPr>
          <p:nvPr>
            <p:ph type="sldNum" sz="quarter" idx="4"/>
          </p:nvPr>
        </p:nvSpPr>
        <p:spPr bwMode="auto">
          <a:xfrm>
            <a:off x="6908800" y="63595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800" smtClean="0">
                <a:solidFill>
                  <a:schemeClr val="bg2"/>
                </a:solidFill>
                <a:ea typeface="ＭＳ Ｐゴシック" charset="-128"/>
                <a:cs typeface="Arial" charset="0"/>
              </a:defRPr>
            </a:lvl1pPr>
          </a:lstStyle>
          <a:p>
            <a:pPr>
              <a:defRPr/>
            </a:pPr>
            <a:r>
              <a:rPr lang="en-GB" dirty="0"/>
              <a:t> </a:t>
            </a:r>
            <a:fld id="{0FB175F7-DCBF-4C4E-B2DF-5E10268F084F}" type="slidenum">
              <a:rPr lang="en-GB"/>
              <a:pPr>
                <a:defRPr/>
              </a:pPr>
              <a:t>‹#›</a:t>
            </a:fld>
            <a:endParaRPr lang="en-GB" dirty="0"/>
          </a:p>
        </p:txBody>
      </p:sp>
      <p:pic>
        <p:nvPicPr>
          <p:cNvPr id="5" name="Picture 4">
            <a:extLst>
              <a:ext uri="{FF2B5EF4-FFF2-40B4-BE49-F238E27FC236}">
                <a16:creationId xmlns:a16="http://schemas.microsoft.com/office/drawing/2014/main" id="{9066EB55-038A-9197-198F-3152A16345BF}"/>
              </a:ext>
              <a:ext uri="{C183D7F6-B498-43B3-948B-1728B52AA6E4}">
                <adec:decorative xmlns:adec="http://schemas.microsoft.com/office/drawing/2017/decorative" val="1"/>
              </a:ext>
            </a:extLst>
          </p:cNvPr>
          <p:cNvPicPr>
            <a:picLocks noChangeAspect="1"/>
          </p:cNvPicPr>
          <p:nvPr userDrawn="1"/>
        </p:nvPicPr>
        <p:blipFill>
          <a:blip r:embed="rId13"/>
          <a:stretch>
            <a:fillRect/>
          </a:stretch>
        </p:blipFill>
        <p:spPr>
          <a:xfrm>
            <a:off x="3068637" y="6427763"/>
            <a:ext cx="3006725" cy="244523"/>
          </a:xfrm>
          <a:prstGeom prst="rect">
            <a:avLst/>
          </a:prstGeom>
        </p:spPr>
      </p:pic>
    </p:spTree>
  </p:cSld>
  <p:clrMap bg1="dk2" tx1="lt1" bg2="dk1"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hdr="0" ftr="0" dt="0"/>
  <p:txStyles>
    <p:titleStyle>
      <a:lvl1pPr algn="ctr" rtl="0" eaLnBrk="0" fontAlgn="base" hangingPunct="0">
        <a:spcBef>
          <a:spcPct val="0"/>
        </a:spcBef>
        <a:spcAft>
          <a:spcPct val="0"/>
        </a:spcAft>
        <a:defRPr sz="4000">
          <a:solidFill>
            <a:schemeClr val="bg2"/>
          </a:solidFill>
          <a:latin typeface="+mj-lt"/>
          <a:ea typeface="+mj-ea"/>
          <a:cs typeface="+mj-cs"/>
        </a:defRPr>
      </a:lvl1pPr>
      <a:lvl2pPr algn="ctr" rtl="0" eaLnBrk="0" fontAlgn="base" hangingPunct="0">
        <a:spcBef>
          <a:spcPct val="0"/>
        </a:spcBef>
        <a:spcAft>
          <a:spcPct val="0"/>
        </a:spcAft>
        <a:defRPr sz="4000">
          <a:solidFill>
            <a:schemeClr val="bg2"/>
          </a:solidFill>
          <a:latin typeface="Arial" charset="0"/>
          <a:ea typeface="ＭＳ Ｐゴシック" charset="-128"/>
        </a:defRPr>
      </a:lvl2pPr>
      <a:lvl3pPr algn="ctr" rtl="0" eaLnBrk="0" fontAlgn="base" hangingPunct="0">
        <a:spcBef>
          <a:spcPct val="0"/>
        </a:spcBef>
        <a:spcAft>
          <a:spcPct val="0"/>
        </a:spcAft>
        <a:defRPr sz="4000">
          <a:solidFill>
            <a:schemeClr val="bg2"/>
          </a:solidFill>
          <a:latin typeface="Arial" charset="0"/>
          <a:ea typeface="ＭＳ Ｐゴシック" charset="-128"/>
        </a:defRPr>
      </a:lvl3pPr>
      <a:lvl4pPr algn="ctr" rtl="0" eaLnBrk="0" fontAlgn="base" hangingPunct="0">
        <a:spcBef>
          <a:spcPct val="0"/>
        </a:spcBef>
        <a:spcAft>
          <a:spcPct val="0"/>
        </a:spcAft>
        <a:defRPr sz="4000">
          <a:solidFill>
            <a:schemeClr val="bg2"/>
          </a:solidFill>
          <a:latin typeface="Arial" charset="0"/>
          <a:ea typeface="ＭＳ Ｐゴシック" charset="-128"/>
        </a:defRPr>
      </a:lvl4pPr>
      <a:lvl5pPr algn="ctr" rtl="0" eaLnBrk="0" fontAlgn="base" hangingPunct="0">
        <a:spcBef>
          <a:spcPct val="0"/>
        </a:spcBef>
        <a:spcAft>
          <a:spcPct val="0"/>
        </a:spcAft>
        <a:defRPr sz="4000">
          <a:solidFill>
            <a:schemeClr val="bg2"/>
          </a:solidFill>
          <a:latin typeface="Arial" charset="0"/>
          <a:ea typeface="ＭＳ Ｐゴシック" charset="-128"/>
        </a:defRPr>
      </a:lvl5pPr>
      <a:lvl6pPr marL="457200" algn="ctr" rtl="0" eaLnBrk="0" fontAlgn="base" hangingPunct="0">
        <a:spcBef>
          <a:spcPct val="0"/>
        </a:spcBef>
        <a:spcAft>
          <a:spcPct val="0"/>
        </a:spcAft>
        <a:defRPr sz="4000">
          <a:solidFill>
            <a:schemeClr val="bg2"/>
          </a:solidFill>
          <a:latin typeface="Arial" charset="0"/>
          <a:ea typeface="ＭＳ Ｐゴシック" charset="-128"/>
        </a:defRPr>
      </a:lvl6pPr>
      <a:lvl7pPr marL="914400" algn="ctr" rtl="0" eaLnBrk="0" fontAlgn="base" hangingPunct="0">
        <a:spcBef>
          <a:spcPct val="0"/>
        </a:spcBef>
        <a:spcAft>
          <a:spcPct val="0"/>
        </a:spcAft>
        <a:defRPr sz="4000">
          <a:solidFill>
            <a:schemeClr val="bg2"/>
          </a:solidFill>
          <a:latin typeface="Arial" charset="0"/>
          <a:ea typeface="ＭＳ Ｐゴシック" charset="-128"/>
        </a:defRPr>
      </a:lvl7pPr>
      <a:lvl8pPr marL="1371600" algn="ctr" rtl="0" eaLnBrk="0" fontAlgn="base" hangingPunct="0">
        <a:spcBef>
          <a:spcPct val="0"/>
        </a:spcBef>
        <a:spcAft>
          <a:spcPct val="0"/>
        </a:spcAft>
        <a:defRPr sz="4000">
          <a:solidFill>
            <a:schemeClr val="bg2"/>
          </a:solidFill>
          <a:latin typeface="Arial" charset="0"/>
          <a:ea typeface="ＭＳ Ｐゴシック" charset="-128"/>
        </a:defRPr>
      </a:lvl8pPr>
      <a:lvl9pPr marL="1828800" algn="ctr" rtl="0" eaLnBrk="0" fontAlgn="base" hangingPunct="0">
        <a:spcBef>
          <a:spcPct val="0"/>
        </a:spcBef>
        <a:spcAft>
          <a:spcPct val="0"/>
        </a:spcAft>
        <a:defRPr sz="4000">
          <a:solidFill>
            <a:schemeClr val="bg2"/>
          </a:solidFill>
          <a:latin typeface="Arial" charset="0"/>
          <a:ea typeface="ＭＳ Ｐゴシック" charset="-128"/>
        </a:defRPr>
      </a:lvl9pPr>
    </p:titleStyle>
    <p:bodyStyle>
      <a:lvl1pPr marL="342900" indent="-342900" algn="l" rtl="0" eaLnBrk="0" fontAlgn="base" hangingPunct="0">
        <a:spcBef>
          <a:spcPct val="20000"/>
        </a:spcBef>
        <a:spcAft>
          <a:spcPct val="0"/>
        </a:spcAft>
        <a:buClr>
          <a:schemeClr val="tx2"/>
        </a:buClr>
        <a:buSzPct val="60000"/>
        <a:buFont typeface="Wingdings 2" pitchFamily="18"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chemeClr val="tx2"/>
        </a:buClr>
        <a:buSzPct val="80000"/>
        <a:buFont typeface="Wingdings" pitchFamily="2" charset="2"/>
        <a:buChar char="Ø"/>
        <a:defRPr sz="2400">
          <a:solidFill>
            <a:schemeClr val="bg2"/>
          </a:solidFill>
          <a:latin typeface="+mn-lt"/>
          <a:ea typeface="+mn-ea"/>
        </a:defRPr>
      </a:lvl2pPr>
      <a:lvl3pPr marL="1143000" indent="-228600" algn="l" rtl="0" eaLnBrk="0" fontAlgn="base" hangingPunct="0">
        <a:spcBef>
          <a:spcPct val="20000"/>
        </a:spcBef>
        <a:spcAft>
          <a:spcPct val="0"/>
        </a:spcAft>
        <a:buClr>
          <a:schemeClr val="tx2"/>
        </a:buClr>
        <a:buSzPct val="115000"/>
        <a:buChar char="•"/>
        <a:defRPr sz="2000">
          <a:solidFill>
            <a:schemeClr val="bg2"/>
          </a:solidFill>
          <a:latin typeface="+mn-lt"/>
          <a:ea typeface="+mn-ea"/>
        </a:defRPr>
      </a:lvl3pPr>
      <a:lvl4pPr marL="1600200" indent="-228600" algn="l" rtl="0" eaLnBrk="0" fontAlgn="base" hangingPunct="0">
        <a:spcBef>
          <a:spcPct val="20000"/>
        </a:spcBef>
        <a:spcAft>
          <a:spcPct val="0"/>
        </a:spcAft>
        <a:buClr>
          <a:schemeClr val="tx2"/>
        </a:buClr>
        <a:buSzPct val="75000"/>
        <a:buFont typeface="Wingdings 3" pitchFamily="18" charset="2"/>
        <a:buChar char=""/>
        <a:defRPr>
          <a:solidFill>
            <a:schemeClr val="bg2"/>
          </a:solidFill>
          <a:latin typeface="+mn-lt"/>
          <a:ea typeface="+mn-ea"/>
        </a:defRPr>
      </a:lvl4pPr>
      <a:lvl5pPr marL="20574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5pPr>
      <a:lvl6pPr marL="25146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6pPr>
      <a:lvl7pPr marL="29718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7pPr>
      <a:lvl8pPr marL="34290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8pPr>
      <a:lvl9pPr marL="38862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Chapter 11</a:t>
            </a:r>
          </a:p>
        </p:txBody>
      </p:sp>
      <p:sp>
        <p:nvSpPr>
          <p:cNvPr id="3" name="Subtitle 2"/>
          <p:cNvSpPr>
            <a:spLocks noGrp="1"/>
          </p:cNvSpPr>
          <p:nvPr>
            <p:ph type="subTitle" idx="1"/>
          </p:nvPr>
        </p:nvSpPr>
        <p:spPr/>
        <p:txBody>
          <a:bodyPr/>
          <a:lstStyle/>
          <a:p>
            <a:r>
              <a:rPr lang="en-US" altLang="en-US" sz="3200" dirty="0"/>
              <a:t>Admission, Transfer, and Discharge</a:t>
            </a:r>
          </a:p>
        </p:txBody>
      </p:sp>
    </p:spTree>
    <p:extLst>
      <p:ext uri="{BB962C8B-B14F-4D97-AF65-F5344CB8AC3E}">
        <p14:creationId xmlns:p14="http://schemas.microsoft.com/office/powerpoint/2010/main" val="4149221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014" name="Rectangle 6"/>
          <p:cNvSpPr>
            <a:spLocks noGrp="1" noChangeArrowheads="1"/>
          </p:cNvSpPr>
          <p:nvPr>
            <p:ph type="title"/>
          </p:nvPr>
        </p:nvSpPr>
        <p:spPr/>
        <p:txBody>
          <a:bodyPr>
            <a:noAutofit/>
          </a:bodyPr>
          <a:lstStyle/>
          <a:p>
            <a:r>
              <a:rPr lang="en-US" sz="3400" dirty="0"/>
              <a:t>Lesson 11.1: Admission, Transfer, and Discharge</a:t>
            </a:r>
            <a:br>
              <a:rPr lang="en-US" sz="3400" dirty="0"/>
            </a:br>
            <a:r>
              <a:rPr lang="en-US" sz="1600" dirty="0"/>
              <a:t>(Slide 1 of 2)</a:t>
            </a:r>
          </a:p>
        </p:txBody>
      </p:sp>
      <p:sp>
        <p:nvSpPr>
          <p:cNvPr id="1963015" name="Rectangle 7"/>
          <p:cNvSpPr>
            <a:spLocks noGrp="1" noChangeArrowheads="1"/>
          </p:cNvSpPr>
          <p:nvPr>
            <p:ph idx="1"/>
          </p:nvPr>
        </p:nvSpPr>
        <p:spPr/>
        <p:txBody>
          <a:bodyPr>
            <a:normAutofit fontScale="92500" lnSpcReduction="10000"/>
          </a:bodyPr>
          <a:lstStyle/>
          <a:p>
            <a:pPr marL="514350" lvl="0" indent="-514350">
              <a:buFont typeface="+mj-lt"/>
              <a:buAutoNum type="arabicPeriod"/>
            </a:pPr>
            <a:r>
              <a:rPr lang="en-US" dirty="0"/>
              <a:t>Identify guidelines for admission, transfer, and discharge of a patient.</a:t>
            </a:r>
          </a:p>
          <a:p>
            <a:pPr marL="514350" lvl="0" indent="-514350">
              <a:buFont typeface="+mj-lt"/>
              <a:buAutoNum type="arabicPeriod"/>
            </a:pPr>
            <a:r>
              <a:rPr lang="en-US" dirty="0"/>
              <a:t>Discuss the concepts of the Health Insurance Portability and Accountability Act (HIPAA).</a:t>
            </a:r>
          </a:p>
          <a:p>
            <a:pPr marL="514350" lvl="0" indent="-514350">
              <a:buFont typeface="+mj-lt"/>
              <a:buAutoNum type="arabicPeriod"/>
            </a:pPr>
            <a:r>
              <a:rPr lang="en-US" dirty="0"/>
              <a:t>Describe common patient reactions to hospitalization.</a:t>
            </a:r>
          </a:p>
          <a:p>
            <a:pPr marL="514350" lvl="0" indent="-514350">
              <a:buFont typeface="+mj-lt"/>
              <a:buAutoNum type="arabicPeriod"/>
            </a:pPr>
            <a:r>
              <a:rPr lang="en-US" dirty="0"/>
              <a:t>Identify nursing interventions for common patient reactions to hospitalization.</a:t>
            </a:r>
          </a:p>
          <a:p>
            <a:pPr marL="514350" lvl="0" indent="-514350">
              <a:buFont typeface="+mj-lt"/>
              <a:buAutoNum type="arabicPeriod"/>
            </a:pPr>
            <a:r>
              <a:rPr lang="en-US" dirty="0"/>
              <a:t>Discuss the nursing process and how it pertains to admitting, discharging, and transferring the patient.</a:t>
            </a:r>
          </a:p>
          <a:p>
            <a:pPr marL="514350" lvl="0" indent="-514350">
              <a:buFont typeface="+mj-lt"/>
              <a:buAutoNum type="arabicPeriod"/>
            </a:pPr>
            <a:endParaRPr lang="en-US" dirty="0"/>
          </a:p>
        </p:txBody>
      </p:sp>
      <p:sp>
        <p:nvSpPr>
          <p:cNvPr id="5" name="Slide Number Placeholder 3"/>
          <p:cNvSpPr>
            <a:spLocks noGrp="1"/>
          </p:cNvSpPr>
          <p:nvPr>
            <p:ph type="sldNum" sz="quarter" idx="10"/>
          </p:nvPr>
        </p:nvSpPr>
        <p:spPr>
          <a:noFill/>
          <a:ln>
            <a:miter lim="800000"/>
            <a:headEnd/>
            <a:tailEnd/>
          </a:ln>
        </p:spPr>
        <p:txBody>
          <a:bodyPr/>
          <a:lstStyle/>
          <a:p>
            <a:r>
              <a:rPr lang="en-GB" sz="1000" dirty="0">
                <a:ea typeface="ＭＳ Ｐゴシック" pitchFamily="34" charset="-128"/>
              </a:rPr>
              <a:t> </a:t>
            </a:r>
            <a:fld id="{B2E7F25F-EFA4-4863-9136-A9152A78A8BC}" type="slidenum">
              <a:rPr lang="en-GB" sz="1000">
                <a:ea typeface="ＭＳ Ｐゴシック" pitchFamily="34" charset="-128"/>
              </a:rPr>
              <a:pPr/>
              <a:t>2</a:t>
            </a:fld>
            <a:endParaRPr lang="en-GB" sz="1000" dirty="0">
              <a:ea typeface="ＭＳ Ｐゴシック"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014" name="Rectangle 6"/>
          <p:cNvSpPr>
            <a:spLocks noGrp="1" noChangeArrowheads="1"/>
          </p:cNvSpPr>
          <p:nvPr>
            <p:ph type="title"/>
          </p:nvPr>
        </p:nvSpPr>
        <p:spPr/>
        <p:txBody>
          <a:bodyPr>
            <a:noAutofit/>
          </a:bodyPr>
          <a:lstStyle/>
          <a:p>
            <a:r>
              <a:rPr lang="en-US" sz="3400" dirty="0"/>
              <a:t>Lesson 11.1: Admission, Transfer, and Discharge</a:t>
            </a:r>
            <a:br>
              <a:rPr lang="en-US" sz="3400" dirty="0"/>
            </a:br>
            <a:r>
              <a:rPr lang="en-US" sz="1600" dirty="0"/>
              <a:t>(Slide 2 of 2)</a:t>
            </a:r>
          </a:p>
        </p:txBody>
      </p:sp>
      <p:sp>
        <p:nvSpPr>
          <p:cNvPr id="1963015" name="Rectangle 7"/>
          <p:cNvSpPr>
            <a:spLocks noGrp="1" noChangeArrowheads="1"/>
          </p:cNvSpPr>
          <p:nvPr>
            <p:ph idx="1"/>
          </p:nvPr>
        </p:nvSpPr>
        <p:spPr/>
        <p:txBody>
          <a:bodyPr>
            <a:normAutofit lnSpcReduction="10000"/>
          </a:bodyPr>
          <a:lstStyle/>
          <a:p>
            <a:pPr marL="514350" lvl="0" indent="-514350">
              <a:buFont typeface="+mj-lt"/>
              <a:buAutoNum type="arabicPeriod" startAt="6"/>
            </a:pPr>
            <a:r>
              <a:rPr lang="en-US" dirty="0"/>
              <a:t>Discuss the nurse’s responsibilities in performing an admission.</a:t>
            </a:r>
          </a:p>
          <a:p>
            <a:pPr marL="514350" lvl="0" indent="-514350">
              <a:buFont typeface="+mj-lt"/>
              <a:buAutoNum type="arabicPeriod" startAt="6"/>
            </a:pPr>
            <a:r>
              <a:rPr lang="en-US" dirty="0"/>
              <a:t>Describe how the nurse prepares a patient for transfer to another unit or facility.</a:t>
            </a:r>
          </a:p>
          <a:p>
            <a:pPr marL="514350" lvl="0" indent="-514350">
              <a:buFont typeface="+mj-lt"/>
              <a:buAutoNum type="arabicPeriod" startAt="6"/>
            </a:pPr>
            <a:r>
              <a:rPr lang="en-US" dirty="0"/>
              <a:t>Discuss discharge planning.</a:t>
            </a:r>
          </a:p>
          <a:p>
            <a:pPr marL="514350" lvl="0" indent="-514350">
              <a:buFont typeface="+mj-lt"/>
              <a:buAutoNum type="arabicPeriod" startAt="6"/>
            </a:pPr>
            <a:r>
              <a:rPr lang="en-US" dirty="0"/>
              <a:t>Explain how the nurse prepares a patient for discharge.</a:t>
            </a:r>
          </a:p>
          <a:p>
            <a:pPr marL="514350" lvl="0" indent="-514350">
              <a:buFont typeface="+mj-lt"/>
              <a:buAutoNum type="arabicPeriod" startAt="6"/>
            </a:pPr>
            <a:r>
              <a:rPr lang="en-US" dirty="0"/>
              <a:t>Identify the nurse’s role when a patient chooses to leave the hospital against medical advice.</a:t>
            </a:r>
          </a:p>
          <a:p>
            <a:pPr marL="514350" lvl="0" indent="-514350">
              <a:buFont typeface="+mj-lt"/>
              <a:buAutoNum type="arabicPeriod" startAt="6"/>
            </a:pPr>
            <a:endParaRPr lang="en-US" dirty="0"/>
          </a:p>
        </p:txBody>
      </p:sp>
      <p:sp>
        <p:nvSpPr>
          <p:cNvPr id="5" name="Slide Number Placeholder 3"/>
          <p:cNvSpPr>
            <a:spLocks noGrp="1"/>
          </p:cNvSpPr>
          <p:nvPr>
            <p:ph type="sldNum" sz="quarter" idx="10"/>
          </p:nvPr>
        </p:nvSpPr>
        <p:spPr>
          <a:noFill/>
          <a:ln>
            <a:miter lim="800000"/>
            <a:headEnd/>
            <a:tailEnd/>
          </a:ln>
        </p:spPr>
        <p:txBody>
          <a:bodyPr/>
          <a:lstStyle/>
          <a:p>
            <a:r>
              <a:rPr lang="en-GB" sz="1000" dirty="0">
                <a:ea typeface="ＭＳ Ｐゴシック" pitchFamily="34" charset="-128"/>
              </a:rPr>
              <a:t> </a:t>
            </a:r>
            <a:fld id="{B2E7F25F-EFA4-4863-9136-A9152A78A8BC}" type="slidenum">
              <a:rPr lang="en-GB" sz="1000">
                <a:ea typeface="ＭＳ Ｐゴシック" pitchFamily="34" charset="-128"/>
              </a:rPr>
              <a:pPr/>
              <a:t>3</a:t>
            </a:fld>
            <a:endParaRPr lang="en-GB" sz="1000" dirty="0">
              <a:ea typeface="ＭＳ Ｐゴシック" pitchFamily="34" charset="-128"/>
            </a:endParaRPr>
          </a:p>
        </p:txBody>
      </p:sp>
    </p:spTree>
    <p:extLst>
      <p:ext uri="{BB962C8B-B14F-4D97-AF65-F5344CB8AC3E}">
        <p14:creationId xmlns:p14="http://schemas.microsoft.com/office/powerpoint/2010/main" val="3470074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D1A20-303B-4875-A958-555D424DE068}"/>
              </a:ext>
            </a:extLst>
          </p:cNvPr>
          <p:cNvSpPr>
            <a:spLocks noGrp="1"/>
          </p:cNvSpPr>
          <p:nvPr>
            <p:ph type="title"/>
          </p:nvPr>
        </p:nvSpPr>
        <p:spPr/>
        <p:txBody>
          <a:bodyPr/>
          <a:lstStyle/>
          <a:p>
            <a:r>
              <a:rPr lang="en-US" dirty="0"/>
              <a:t>Guidelines for Admission</a:t>
            </a:r>
          </a:p>
        </p:txBody>
      </p:sp>
      <p:sp>
        <p:nvSpPr>
          <p:cNvPr id="3" name="Content Placeholder 2">
            <a:extLst>
              <a:ext uri="{FF2B5EF4-FFF2-40B4-BE49-F238E27FC236}">
                <a16:creationId xmlns:a16="http://schemas.microsoft.com/office/drawing/2014/main" id="{46E32601-BB67-47B0-B53A-062B8902EB01}"/>
              </a:ext>
            </a:extLst>
          </p:cNvPr>
          <p:cNvSpPr>
            <a:spLocks noGrp="1"/>
          </p:cNvSpPr>
          <p:nvPr>
            <p:ph idx="1"/>
          </p:nvPr>
        </p:nvSpPr>
        <p:spPr/>
        <p:txBody>
          <a:bodyPr>
            <a:normAutofit/>
          </a:bodyPr>
          <a:lstStyle/>
          <a:p>
            <a:r>
              <a:rPr lang="en-US" altLang="en-US" dirty="0"/>
              <a:t>Admission</a:t>
            </a:r>
          </a:p>
          <a:p>
            <a:pPr lvl="1"/>
            <a:r>
              <a:rPr lang="en-US" altLang="en-US" dirty="0"/>
              <a:t>Entry of a patient into the health care facility</a:t>
            </a:r>
          </a:p>
          <a:p>
            <a:pPr lvl="1"/>
            <a:r>
              <a:rPr lang="en-US" altLang="en-US" dirty="0"/>
              <a:t>Begins in the admissions department</a:t>
            </a:r>
          </a:p>
          <a:p>
            <a:pPr lvl="1"/>
            <a:r>
              <a:rPr lang="en-US" altLang="en-US" dirty="0"/>
              <a:t>Patient will sign several forms</a:t>
            </a:r>
          </a:p>
          <a:p>
            <a:pPr lvl="2"/>
            <a:r>
              <a:rPr lang="en-US" altLang="en-US" dirty="0"/>
              <a:t>Admission routines that are efficient and show appropriate concern for the patient can ease anxiety and promote cooperation and positive response to treatment</a:t>
            </a:r>
          </a:p>
          <a:p>
            <a:endParaRPr lang="en-US" dirty="0"/>
          </a:p>
        </p:txBody>
      </p:sp>
      <p:sp>
        <p:nvSpPr>
          <p:cNvPr id="4" name="Slide Number Placeholder 3">
            <a:extLst>
              <a:ext uri="{FF2B5EF4-FFF2-40B4-BE49-F238E27FC236}">
                <a16:creationId xmlns:a16="http://schemas.microsoft.com/office/drawing/2014/main" id="{D87B5FC9-86CD-48F5-A75A-F20E95624570}"/>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4</a:t>
            </a:fld>
            <a:endParaRPr lang="en-GB" dirty="0"/>
          </a:p>
        </p:txBody>
      </p:sp>
    </p:spTree>
    <p:extLst>
      <p:ext uri="{BB962C8B-B14F-4D97-AF65-F5344CB8AC3E}">
        <p14:creationId xmlns:p14="http://schemas.microsoft.com/office/powerpoint/2010/main" val="245669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8CB07-B69D-41DB-BC88-4D329C022137}"/>
              </a:ext>
            </a:extLst>
          </p:cNvPr>
          <p:cNvSpPr>
            <a:spLocks noGrp="1"/>
          </p:cNvSpPr>
          <p:nvPr>
            <p:ph type="title"/>
          </p:nvPr>
        </p:nvSpPr>
        <p:spPr/>
        <p:txBody>
          <a:bodyPr/>
          <a:lstStyle/>
          <a:p>
            <a:r>
              <a:rPr lang="en-US" dirty="0"/>
              <a:t>HIPAA</a:t>
            </a:r>
          </a:p>
        </p:txBody>
      </p:sp>
      <p:sp>
        <p:nvSpPr>
          <p:cNvPr id="3" name="Content Placeholder 2">
            <a:extLst>
              <a:ext uri="{FF2B5EF4-FFF2-40B4-BE49-F238E27FC236}">
                <a16:creationId xmlns:a16="http://schemas.microsoft.com/office/drawing/2014/main" id="{05AB6154-7A7B-4360-966D-8A58C9A73812}"/>
              </a:ext>
            </a:extLst>
          </p:cNvPr>
          <p:cNvSpPr>
            <a:spLocks noGrp="1"/>
          </p:cNvSpPr>
          <p:nvPr>
            <p:ph idx="1"/>
          </p:nvPr>
        </p:nvSpPr>
        <p:spPr/>
        <p:txBody>
          <a:bodyPr/>
          <a:lstStyle/>
          <a:p>
            <a:r>
              <a:rPr lang="en-US" altLang="en-US" dirty="0"/>
              <a:t>The Patient Self-Determination Act of 1991 </a:t>
            </a:r>
          </a:p>
          <a:p>
            <a:pPr lvl="1"/>
            <a:r>
              <a:rPr lang="en-US" altLang="en-US" dirty="0"/>
              <a:t>Addresses the patient’s right to refuse or accept medical treatment</a:t>
            </a:r>
          </a:p>
          <a:p>
            <a:r>
              <a:rPr lang="en-US" altLang="en-US" dirty="0"/>
              <a:t>Health Insurance Portability and Accountability Act</a:t>
            </a:r>
          </a:p>
          <a:p>
            <a:pPr lvl="1"/>
            <a:r>
              <a:rPr lang="en-US" altLang="en-US" dirty="0"/>
              <a:t>Addresses the privacy of all information received from the patient</a:t>
            </a:r>
          </a:p>
          <a:p>
            <a:endParaRPr lang="en-US" dirty="0"/>
          </a:p>
        </p:txBody>
      </p:sp>
      <p:sp>
        <p:nvSpPr>
          <p:cNvPr id="4" name="Slide Number Placeholder 3">
            <a:extLst>
              <a:ext uri="{FF2B5EF4-FFF2-40B4-BE49-F238E27FC236}">
                <a16:creationId xmlns:a16="http://schemas.microsoft.com/office/drawing/2014/main" id="{E97061A5-C5DF-442D-8E64-C0AE6FE06F7D}"/>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5</a:t>
            </a:fld>
            <a:endParaRPr lang="en-GB" dirty="0"/>
          </a:p>
        </p:txBody>
      </p:sp>
    </p:spTree>
    <p:extLst>
      <p:ext uri="{BB962C8B-B14F-4D97-AF65-F5344CB8AC3E}">
        <p14:creationId xmlns:p14="http://schemas.microsoft.com/office/powerpoint/2010/main" val="591785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E4714-43F8-4E78-B629-90880839FD62}"/>
              </a:ext>
            </a:extLst>
          </p:cNvPr>
          <p:cNvSpPr>
            <a:spLocks noGrp="1"/>
          </p:cNvSpPr>
          <p:nvPr>
            <p:ph type="title"/>
          </p:nvPr>
        </p:nvSpPr>
        <p:spPr/>
        <p:txBody>
          <a:bodyPr/>
          <a:lstStyle/>
          <a:p>
            <a:r>
              <a:rPr lang="en-US" altLang="en-US" dirty="0"/>
              <a:t>Common Patient Reactions </a:t>
            </a:r>
            <a:br>
              <a:rPr lang="en-US" altLang="en-US" dirty="0"/>
            </a:br>
            <a:r>
              <a:rPr lang="en-US" altLang="en-US" dirty="0"/>
              <a:t>to Hospitalization </a:t>
            </a:r>
            <a:endParaRPr lang="en-US" dirty="0"/>
          </a:p>
        </p:txBody>
      </p:sp>
      <p:sp>
        <p:nvSpPr>
          <p:cNvPr id="3" name="Content Placeholder 2">
            <a:extLst>
              <a:ext uri="{FF2B5EF4-FFF2-40B4-BE49-F238E27FC236}">
                <a16:creationId xmlns:a16="http://schemas.microsoft.com/office/drawing/2014/main" id="{CFB30364-AAE6-4A0D-AB93-208B468A5836}"/>
              </a:ext>
            </a:extLst>
          </p:cNvPr>
          <p:cNvSpPr>
            <a:spLocks noGrp="1"/>
          </p:cNvSpPr>
          <p:nvPr>
            <p:ph idx="1"/>
          </p:nvPr>
        </p:nvSpPr>
        <p:spPr/>
        <p:txBody>
          <a:bodyPr/>
          <a:lstStyle/>
          <a:p>
            <a:r>
              <a:rPr lang="en-US" altLang="en-US" sz="2600" dirty="0"/>
              <a:t>The nurse can anticipate some common reactions</a:t>
            </a:r>
          </a:p>
          <a:p>
            <a:pPr lvl="1"/>
            <a:r>
              <a:rPr lang="en-US" altLang="en-US" sz="2200" dirty="0"/>
              <a:t>Fear of the unknown</a:t>
            </a:r>
          </a:p>
          <a:p>
            <a:pPr lvl="1"/>
            <a:r>
              <a:rPr lang="en-US" altLang="en-US" sz="2200" dirty="0"/>
              <a:t>Loss of identity</a:t>
            </a:r>
          </a:p>
          <a:p>
            <a:pPr lvl="1"/>
            <a:r>
              <a:rPr lang="en-US" altLang="en-US" sz="2200" dirty="0"/>
              <a:t>Disorientation </a:t>
            </a:r>
          </a:p>
          <a:p>
            <a:pPr lvl="1"/>
            <a:r>
              <a:rPr lang="en-US" altLang="en-US" sz="2200" dirty="0"/>
              <a:t>Separation anxiety</a:t>
            </a:r>
          </a:p>
          <a:p>
            <a:pPr lvl="1"/>
            <a:r>
              <a:rPr lang="en-US" altLang="en-US" sz="2200" dirty="0"/>
              <a:t>Loneliness</a:t>
            </a:r>
          </a:p>
          <a:p>
            <a:endParaRPr lang="en-US" dirty="0"/>
          </a:p>
        </p:txBody>
      </p:sp>
      <p:sp>
        <p:nvSpPr>
          <p:cNvPr id="4" name="Slide Number Placeholder 3">
            <a:extLst>
              <a:ext uri="{FF2B5EF4-FFF2-40B4-BE49-F238E27FC236}">
                <a16:creationId xmlns:a16="http://schemas.microsoft.com/office/drawing/2014/main" id="{691511C4-C911-475C-ABAD-F8F06F4F2A7F}"/>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6</a:t>
            </a:fld>
            <a:endParaRPr lang="en-GB" dirty="0"/>
          </a:p>
        </p:txBody>
      </p:sp>
    </p:spTree>
    <p:extLst>
      <p:ext uri="{BB962C8B-B14F-4D97-AF65-F5344CB8AC3E}">
        <p14:creationId xmlns:p14="http://schemas.microsoft.com/office/powerpoint/2010/main" val="352877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40012-4219-4F86-9B7E-C772EA1ED053}"/>
              </a:ext>
            </a:extLst>
          </p:cNvPr>
          <p:cNvSpPr>
            <a:spLocks noGrp="1"/>
          </p:cNvSpPr>
          <p:nvPr>
            <p:ph type="title"/>
          </p:nvPr>
        </p:nvSpPr>
        <p:spPr/>
        <p:txBody>
          <a:bodyPr/>
          <a:lstStyle/>
          <a:p>
            <a:r>
              <a:rPr lang="en-US" dirty="0"/>
              <a:t>Nursing Interventions for Common Patient Reactions</a:t>
            </a:r>
          </a:p>
        </p:txBody>
      </p:sp>
      <p:sp>
        <p:nvSpPr>
          <p:cNvPr id="3" name="Content Placeholder 2">
            <a:extLst>
              <a:ext uri="{FF2B5EF4-FFF2-40B4-BE49-F238E27FC236}">
                <a16:creationId xmlns:a16="http://schemas.microsoft.com/office/drawing/2014/main" id="{01885829-8C8A-40D5-9840-600E7F650C33}"/>
              </a:ext>
            </a:extLst>
          </p:cNvPr>
          <p:cNvSpPr>
            <a:spLocks noGrp="1"/>
          </p:cNvSpPr>
          <p:nvPr>
            <p:ph idx="1"/>
          </p:nvPr>
        </p:nvSpPr>
        <p:spPr/>
        <p:txBody>
          <a:bodyPr/>
          <a:lstStyle/>
          <a:p>
            <a:r>
              <a:rPr lang="en-US" altLang="en-US" dirty="0"/>
              <a:t>Have a warm, caring attitude and be courteous</a:t>
            </a:r>
          </a:p>
          <a:p>
            <a:r>
              <a:rPr lang="en-US" altLang="en-US" dirty="0"/>
              <a:t>Show empathy</a:t>
            </a:r>
          </a:p>
          <a:p>
            <a:r>
              <a:rPr lang="en-US" altLang="en-US" dirty="0"/>
              <a:t>Treat patients with respect</a:t>
            </a:r>
          </a:p>
          <a:p>
            <a:r>
              <a:rPr lang="en-US" altLang="en-US" dirty="0"/>
              <a:t>Maintain their dignity</a:t>
            </a:r>
          </a:p>
          <a:p>
            <a:r>
              <a:rPr lang="en-US" altLang="en-US" dirty="0"/>
              <a:t>Involve them in the plan of care</a:t>
            </a:r>
          </a:p>
          <a:p>
            <a:r>
              <a:rPr lang="en-US" altLang="en-US" dirty="0"/>
              <a:t>Whenever possible, adjust hospital routine to meet their desires</a:t>
            </a:r>
          </a:p>
          <a:p>
            <a:endParaRPr lang="en-US" dirty="0"/>
          </a:p>
        </p:txBody>
      </p:sp>
      <p:sp>
        <p:nvSpPr>
          <p:cNvPr id="4" name="Slide Number Placeholder 3">
            <a:extLst>
              <a:ext uri="{FF2B5EF4-FFF2-40B4-BE49-F238E27FC236}">
                <a16:creationId xmlns:a16="http://schemas.microsoft.com/office/drawing/2014/main" id="{5E28EE79-B132-4D3E-A433-A9329379187B}"/>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7</a:t>
            </a:fld>
            <a:endParaRPr lang="en-GB" dirty="0"/>
          </a:p>
        </p:txBody>
      </p:sp>
    </p:spTree>
    <p:extLst>
      <p:ext uri="{BB962C8B-B14F-4D97-AF65-F5344CB8AC3E}">
        <p14:creationId xmlns:p14="http://schemas.microsoft.com/office/powerpoint/2010/main" val="1244206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F82C-3244-4A97-B5CB-4CFAB64AA071}"/>
              </a:ext>
            </a:extLst>
          </p:cNvPr>
          <p:cNvSpPr>
            <a:spLocks noGrp="1"/>
          </p:cNvSpPr>
          <p:nvPr>
            <p:ph type="title"/>
          </p:nvPr>
        </p:nvSpPr>
        <p:spPr/>
        <p:txBody>
          <a:bodyPr/>
          <a:lstStyle/>
          <a:p>
            <a:r>
              <a:rPr lang="en-US" altLang="en-US" dirty="0"/>
              <a:t>Cultural Considerations</a:t>
            </a:r>
            <a:endParaRPr lang="en-US" dirty="0"/>
          </a:p>
        </p:txBody>
      </p:sp>
      <p:sp>
        <p:nvSpPr>
          <p:cNvPr id="3" name="Content Placeholder 2">
            <a:extLst>
              <a:ext uri="{FF2B5EF4-FFF2-40B4-BE49-F238E27FC236}">
                <a16:creationId xmlns:a16="http://schemas.microsoft.com/office/drawing/2014/main" id="{BCD00E2A-8E84-4215-9A35-824129F5C477}"/>
              </a:ext>
            </a:extLst>
          </p:cNvPr>
          <p:cNvSpPr>
            <a:spLocks noGrp="1"/>
          </p:cNvSpPr>
          <p:nvPr>
            <p:ph idx="1"/>
          </p:nvPr>
        </p:nvSpPr>
        <p:spPr/>
        <p:txBody>
          <a:bodyPr/>
          <a:lstStyle/>
          <a:p>
            <a:r>
              <a:rPr lang="en-US" altLang="en-US" dirty="0"/>
              <a:t>Secure an interpreter when needed</a:t>
            </a:r>
          </a:p>
          <a:p>
            <a:r>
              <a:rPr lang="en-US" altLang="en-US" dirty="0"/>
              <a:t>Assist the patient with maintaining cultural practices as much as possible</a:t>
            </a:r>
          </a:p>
          <a:p>
            <a:r>
              <a:rPr lang="en-US" altLang="en-US" dirty="0"/>
              <a:t>Consider decision-making process of the family</a:t>
            </a:r>
          </a:p>
          <a:p>
            <a:endParaRPr lang="en-US" dirty="0"/>
          </a:p>
        </p:txBody>
      </p:sp>
      <p:sp>
        <p:nvSpPr>
          <p:cNvPr id="4" name="Slide Number Placeholder 3">
            <a:extLst>
              <a:ext uri="{FF2B5EF4-FFF2-40B4-BE49-F238E27FC236}">
                <a16:creationId xmlns:a16="http://schemas.microsoft.com/office/drawing/2014/main" id="{C9A88333-20EB-4DD5-BB30-4A68B087B03A}"/>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8</a:t>
            </a:fld>
            <a:endParaRPr lang="en-GB" dirty="0"/>
          </a:p>
        </p:txBody>
      </p:sp>
    </p:spTree>
    <p:extLst>
      <p:ext uri="{BB962C8B-B14F-4D97-AF65-F5344CB8AC3E}">
        <p14:creationId xmlns:p14="http://schemas.microsoft.com/office/powerpoint/2010/main" val="1667635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C90AC-37E7-4B31-9C77-60F5DE04A7E3}"/>
              </a:ext>
            </a:extLst>
          </p:cNvPr>
          <p:cNvSpPr>
            <a:spLocks noGrp="1"/>
          </p:cNvSpPr>
          <p:nvPr>
            <p:ph type="title"/>
          </p:nvPr>
        </p:nvSpPr>
        <p:spPr/>
        <p:txBody>
          <a:bodyPr/>
          <a:lstStyle/>
          <a:p>
            <a:r>
              <a:rPr lang="en-US" dirty="0"/>
              <a:t>Nursing Process</a:t>
            </a:r>
          </a:p>
        </p:txBody>
      </p:sp>
      <p:sp>
        <p:nvSpPr>
          <p:cNvPr id="3" name="Content Placeholder 2">
            <a:extLst>
              <a:ext uri="{FF2B5EF4-FFF2-40B4-BE49-F238E27FC236}">
                <a16:creationId xmlns:a16="http://schemas.microsoft.com/office/drawing/2014/main" id="{48B8782E-82A4-475F-8776-303B4A45F1CD}"/>
              </a:ext>
            </a:extLst>
          </p:cNvPr>
          <p:cNvSpPr>
            <a:spLocks noGrp="1"/>
          </p:cNvSpPr>
          <p:nvPr>
            <p:ph idx="1"/>
          </p:nvPr>
        </p:nvSpPr>
        <p:spPr/>
        <p:txBody>
          <a:bodyPr/>
          <a:lstStyle/>
          <a:p>
            <a:r>
              <a:rPr lang="en-US" dirty="0"/>
              <a:t>Assessment</a:t>
            </a:r>
          </a:p>
          <a:p>
            <a:r>
              <a:rPr lang="en-US" dirty="0"/>
              <a:t>Patient problem</a:t>
            </a:r>
          </a:p>
          <a:p>
            <a:r>
              <a:rPr lang="en-US" dirty="0"/>
              <a:t>Expected outcomes and planning</a:t>
            </a:r>
          </a:p>
          <a:p>
            <a:r>
              <a:rPr lang="en-US" dirty="0"/>
              <a:t>Implementation</a:t>
            </a:r>
          </a:p>
          <a:p>
            <a:r>
              <a:rPr lang="en-US" dirty="0"/>
              <a:t>Evaluation</a:t>
            </a:r>
          </a:p>
          <a:p>
            <a:endParaRPr lang="en-US" dirty="0"/>
          </a:p>
        </p:txBody>
      </p:sp>
      <p:sp>
        <p:nvSpPr>
          <p:cNvPr id="4" name="Slide Number Placeholder 3">
            <a:extLst>
              <a:ext uri="{FF2B5EF4-FFF2-40B4-BE49-F238E27FC236}">
                <a16:creationId xmlns:a16="http://schemas.microsoft.com/office/drawing/2014/main" id="{B1406A47-EF78-4E56-9DB6-947D19D0511C}"/>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9</a:t>
            </a:fld>
            <a:endParaRPr lang="en-GB" dirty="0"/>
          </a:p>
        </p:txBody>
      </p:sp>
    </p:spTree>
    <p:extLst>
      <p:ext uri="{BB962C8B-B14F-4D97-AF65-F5344CB8AC3E}">
        <p14:creationId xmlns:p14="http://schemas.microsoft.com/office/powerpoint/2010/main" val="2836523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DBFB-2761-43DE-B07E-B8C476546C56}"/>
              </a:ext>
            </a:extLst>
          </p:cNvPr>
          <p:cNvSpPr>
            <a:spLocks noGrp="1"/>
          </p:cNvSpPr>
          <p:nvPr>
            <p:ph type="title"/>
          </p:nvPr>
        </p:nvSpPr>
        <p:spPr/>
        <p:txBody>
          <a:bodyPr/>
          <a:lstStyle/>
          <a:p>
            <a:r>
              <a:rPr lang="en-US" dirty="0"/>
              <a:t>Nurse’s Responsibilities</a:t>
            </a:r>
          </a:p>
        </p:txBody>
      </p:sp>
      <p:sp>
        <p:nvSpPr>
          <p:cNvPr id="3" name="Content Placeholder 2">
            <a:extLst>
              <a:ext uri="{FF2B5EF4-FFF2-40B4-BE49-F238E27FC236}">
                <a16:creationId xmlns:a16="http://schemas.microsoft.com/office/drawing/2014/main" id="{32BB3D94-9C02-4227-83D7-FBC58FCF5767}"/>
              </a:ext>
            </a:extLst>
          </p:cNvPr>
          <p:cNvSpPr>
            <a:spLocks noGrp="1"/>
          </p:cNvSpPr>
          <p:nvPr>
            <p:ph idx="1"/>
          </p:nvPr>
        </p:nvSpPr>
        <p:spPr/>
        <p:txBody>
          <a:bodyPr/>
          <a:lstStyle/>
          <a:p>
            <a:r>
              <a:rPr lang="en-US" altLang="en-US" dirty="0"/>
              <a:t>When unit staff is notified that a new patient is being escorted to a room, the room should be made ready</a:t>
            </a:r>
          </a:p>
          <a:p>
            <a:r>
              <a:rPr lang="en-US" altLang="en-US" dirty="0"/>
              <a:t>Any special equipment should be placed and ready when the patient arrives</a:t>
            </a:r>
          </a:p>
          <a:p>
            <a:r>
              <a:rPr lang="en-US" altLang="en-US" dirty="0"/>
              <a:t>Greet the patient</a:t>
            </a:r>
          </a:p>
          <a:p>
            <a:r>
              <a:rPr lang="en-US" altLang="en-US" dirty="0"/>
              <a:t>Give an orientation to the unit and the room</a:t>
            </a:r>
          </a:p>
          <a:p>
            <a:r>
              <a:rPr lang="en-US" dirty="0"/>
              <a:t>Explain the hospital routine</a:t>
            </a:r>
          </a:p>
        </p:txBody>
      </p:sp>
      <p:sp>
        <p:nvSpPr>
          <p:cNvPr id="4" name="Slide Number Placeholder 3">
            <a:extLst>
              <a:ext uri="{FF2B5EF4-FFF2-40B4-BE49-F238E27FC236}">
                <a16:creationId xmlns:a16="http://schemas.microsoft.com/office/drawing/2014/main" id="{090554F6-0973-484C-84DF-38C5D92D82A3}"/>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10</a:t>
            </a:fld>
            <a:endParaRPr lang="en-GB" dirty="0"/>
          </a:p>
        </p:txBody>
      </p:sp>
    </p:spTree>
    <p:extLst>
      <p:ext uri="{BB962C8B-B14F-4D97-AF65-F5344CB8AC3E}">
        <p14:creationId xmlns:p14="http://schemas.microsoft.com/office/powerpoint/2010/main" val="2691263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8569-8E1C-4603-BDB1-BD03D03D32A9}"/>
              </a:ext>
            </a:extLst>
          </p:cNvPr>
          <p:cNvSpPr>
            <a:spLocks noGrp="1"/>
          </p:cNvSpPr>
          <p:nvPr>
            <p:ph type="title"/>
          </p:nvPr>
        </p:nvSpPr>
        <p:spPr/>
        <p:txBody>
          <a:bodyPr/>
          <a:lstStyle/>
          <a:p>
            <a:r>
              <a:rPr lang="en-US" altLang="en-US" dirty="0"/>
              <a:t>Admitting Procedure on the Patient Care Unit</a:t>
            </a:r>
            <a:br>
              <a:rPr lang="en-US" altLang="en-US" dirty="0"/>
            </a:br>
            <a:r>
              <a:rPr lang="en-US" altLang="en-US" sz="1600" dirty="0"/>
              <a:t>(Slide 1 of 2)</a:t>
            </a:r>
            <a:endParaRPr lang="en-US" sz="1600" dirty="0"/>
          </a:p>
        </p:txBody>
      </p:sp>
      <p:sp>
        <p:nvSpPr>
          <p:cNvPr id="3" name="Content Placeholder 2">
            <a:extLst>
              <a:ext uri="{FF2B5EF4-FFF2-40B4-BE49-F238E27FC236}">
                <a16:creationId xmlns:a16="http://schemas.microsoft.com/office/drawing/2014/main" id="{007030FE-2731-409F-B76C-D4DF8670C4A6}"/>
              </a:ext>
            </a:extLst>
          </p:cNvPr>
          <p:cNvSpPr>
            <a:spLocks noGrp="1"/>
          </p:cNvSpPr>
          <p:nvPr>
            <p:ph idx="1"/>
          </p:nvPr>
        </p:nvSpPr>
        <p:spPr/>
        <p:txBody>
          <a:bodyPr/>
          <a:lstStyle/>
          <a:p>
            <a:r>
              <a:rPr lang="en-US" altLang="en-US" dirty="0"/>
              <a:t>Check the ID band and verify the information with the patient</a:t>
            </a:r>
          </a:p>
          <a:p>
            <a:r>
              <a:rPr lang="en-US" altLang="en-US" dirty="0"/>
              <a:t>Assess immediate needs such as pain, shortness of breath, or severe anxiety</a:t>
            </a:r>
          </a:p>
          <a:p>
            <a:r>
              <a:rPr lang="en-US" altLang="en-US" dirty="0"/>
              <a:t>Introduce roommate, if present</a:t>
            </a:r>
          </a:p>
          <a:p>
            <a:r>
              <a:rPr lang="en-US" altLang="en-US" dirty="0"/>
              <a:t>Jewelry, money, and medications should be given to the family to take home</a:t>
            </a:r>
          </a:p>
          <a:p>
            <a:endParaRPr lang="en-US" dirty="0"/>
          </a:p>
        </p:txBody>
      </p:sp>
      <p:sp>
        <p:nvSpPr>
          <p:cNvPr id="4" name="Slide Number Placeholder 3">
            <a:extLst>
              <a:ext uri="{FF2B5EF4-FFF2-40B4-BE49-F238E27FC236}">
                <a16:creationId xmlns:a16="http://schemas.microsoft.com/office/drawing/2014/main" id="{3C450079-34E5-426C-A985-AA88220E174C}"/>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11</a:t>
            </a:fld>
            <a:endParaRPr lang="en-GB" dirty="0"/>
          </a:p>
        </p:txBody>
      </p:sp>
    </p:spTree>
    <p:extLst>
      <p:ext uri="{BB962C8B-B14F-4D97-AF65-F5344CB8AC3E}">
        <p14:creationId xmlns:p14="http://schemas.microsoft.com/office/powerpoint/2010/main" val="281507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8569-8E1C-4603-BDB1-BD03D03D32A9}"/>
              </a:ext>
            </a:extLst>
          </p:cNvPr>
          <p:cNvSpPr>
            <a:spLocks noGrp="1"/>
          </p:cNvSpPr>
          <p:nvPr>
            <p:ph type="title"/>
          </p:nvPr>
        </p:nvSpPr>
        <p:spPr/>
        <p:txBody>
          <a:bodyPr/>
          <a:lstStyle/>
          <a:p>
            <a:r>
              <a:rPr lang="en-US" altLang="en-US" dirty="0"/>
              <a:t>Admitting Procedure on the Patient Care Unit</a:t>
            </a:r>
            <a:br>
              <a:rPr lang="en-US" altLang="en-US" dirty="0"/>
            </a:br>
            <a:r>
              <a:rPr lang="en-US" altLang="en-US" sz="1600" dirty="0"/>
              <a:t>(Slide 2 of 2)</a:t>
            </a:r>
            <a:endParaRPr lang="en-US" sz="1600" dirty="0"/>
          </a:p>
        </p:txBody>
      </p:sp>
      <p:sp>
        <p:nvSpPr>
          <p:cNvPr id="3" name="Content Placeholder 2">
            <a:extLst>
              <a:ext uri="{FF2B5EF4-FFF2-40B4-BE49-F238E27FC236}">
                <a16:creationId xmlns:a16="http://schemas.microsoft.com/office/drawing/2014/main" id="{007030FE-2731-409F-B76C-D4DF8670C4A6}"/>
              </a:ext>
            </a:extLst>
          </p:cNvPr>
          <p:cNvSpPr>
            <a:spLocks noGrp="1"/>
          </p:cNvSpPr>
          <p:nvPr>
            <p:ph idx="1"/>
          </p:nvPr>
        </p:nvSpPr>
        <p:spPr/>
        <p:txBody>
          <a:bodyPr/>
          <a:lstStyle/>
          <a:p>
            <a:r>
              <a:rPr lang="en-US" altLang="en-US" dirty="0"/>
              <a:t>Once the patient is established in the room, the nurse should</a:t>
            </a:r>
          </a:p>
          <a:p>
            <a:pPr lvl="1"/>
            <a:r>
              <a:rPr lang="en-US" altLang="en-US" dirty="0"/>
              <a:t>Take the health history</a:t>
            </a:r>
          </a:p>
          <a:p>
            <a:pPr lvl="1"/>
            <a:r>
              <a:rPr lang="en-US" altLang="en-US" dirty="0"/>
              <a:t>Perform the initial assessment</a:t>
            </a:r>
          </a:p>
          <a:p>
            <a:pPr lvl="1"/>
            <a:r>
              <a:rPr lang="en-US" altLang="en-US" dirty="0"/>
              <a:t>The provider is notified when the patient has been admitted</a:t>
            </a:r>
            <a:endParaRPr lang="en-US"/>
          </a:p>
          <a:p>
            <a:endParaRPr lang="en-US" dirty="0"/>
          </a:p>
        </p:txBody>
      </p:sp>
      <p:sp>
        <p:nvSpPr>
          <p:cNvPr id="4" name="Slide Number Placeholder 3">
            <a:extLst>
              <a:ext uri="{FF2B5EF4-FFF2-40B4-BE49-F238E27FC236}">
                <a16:creationId xmlns:a16="http://schemas.microsoft.com/office/drawing/2014/main" id="{3C450079-34E5-426C-A985-AA88220E174C}"/>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12</a:t>
            </a:fld>
            <a:endParaRPr lang="en-GB" dirty="0"/>
          </a:p>
        </p:txBody>
      </p:sp>
    </p:spTree>
    <p:extLst>
      <p:ext uri="{BB962C8B-B14F-4D97-AF65-F5344CB8AC3E}">
        <p14:creationId xmlns:p14="http://schemas.microsoft.com/office/powerpoint/2010/main" val="1861462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041E-925C-4159-B672-CA9109C6AEA7}"/>
              </a:ext>
            </a:extLst>
          </p:cNvPr>
          <p:cNvSpPr>
            <a:spLocks noGrp="1"/>
          </p:cNvSpPr>
          <p:nvPr>
            <p:ph type="title"/>
          </p:nvPr>
        </p:nvSpPr>
        <p:spPr/>
        <p:txBody>
          <a:bodyPr/>
          <a:lstStyle/>
          <a:p>
            <a:r>
              <a:rPr lang="en-US" altLang="en-US" dirty="0"/>
              <a:t>Transferring a Patient</a:t>
            </a:r>
            <a:endParaRPr lang="en-US" dirty="0"/>
          </a:p>
        </p:txBody>
      </p:sp>
      <p:sp>
        <p:nvSpPr>
          <p:cNvPr id="3" name="Content Placeholder 2">
            <a:extLst>
              <a:ext uri="{FF2B5EF4-FFF2-40B4-BE49-F238E27FC236}">
                <a16:creationId xmlns:a16="http://schemas.microsoft.com/office/drawing/2014/main" id="{64D699EA-D821-460A-BB22-020F2891295E}"/>
              </a:ext>
            </a:extLst>
          </p:cNvPr>
          <p:cNvSpPr>
            <a:spLocks noGrp="1"/>
          </p:cNvSpPr>
          <p:nvPr>
            <p:ph idx="1"/>
          </p:nvPr>
        </p:nvSpPr>
        <p:spPr/>
        <p:txBody>
          <a:bodyPr/>
          <a:lstStyle/>
          <a:p>
            <a:r>
              <a:rPr lang="en-US" altLang="en-US" dirty="0"/>
              <a:t>The changing condition of a patient, whether improved or more critical, may require transfer either to another unit in the hospital or to another health care institution, such as a nursing home or rehabilitation hospital</a:t>
            </a:r>
          </a:p>
          <a:p>
            <a:r>
              <a:rPr lang="en-US" altLang="en-US" dirty="0"/>
              <a:t>The patient transfer requires thorough preparation and careful documentation</a:t>
            </a:r>
          </a:p>
          <a:p>
            <a:endParaRPr lang="en-US" dirty="0"/>
          </a:p>
        </p:txBody>
      </p:sp>
      <p:sp>
        <p:nvSpPr>
          <p:cNvPr id="4" name="Slide Number Placeholder 3">
            <a:extLst>
              <a:ext uri="{FF2B5EF4-FFF2-40B4-BE49-F238E27FC236}">
                <a16:creationId xmlns:a16="http://schemas.microsoft.com/office/drawing/2014/main" id="{6019B85D-78FD-44AC-8719-4477073EC672}"/>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13</a:t>
            </a:fld>
            <a:endParaRPr lang="en-GB" dirty="0"/>
          </a:p>
        </p:txBody>
      </p:sp>
    </p:spTree>
    <p:extLst>
      <p:ext uri="{BB962C8B-B14F-4D97-AF65-F5344CB8AC3E}">
        <p14:creationId xmlns:p14="http://schemas.microsoft.com/office/powerpoint/2010/main" val="3950889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AD2B0-E86F-468F-BFC2-76667503B82A}"/>
              </a:ext>
            </a:extLst>
          </p:cNvPr>
          <p:cNvSpPr>
            <a:spLocks noGrp="1"/>
          </p:cNvSpPr>
          <p:nvPr>
            <p:ph type="title"/>
          </p:nvPr>
        </p:nvSpPr>
        <p:spPr/>
        <p:txBody>
          <a:bodyPr/>
          <a:lstStyle/>
          <a:p>
            <a:r>
              <a:rPr lang="en-US" dirty="0"/>
              <a:t>Discharge Planning</a:t>
            </a:r>
          </a:p>
        </p:txBody>
      </p:sp>
      <p:sp>
        <p:nvSpPr>
          <p:cNvPr id="3" name="Content Placeholder 2">
            <a:extLst>
              <a:ext uri="{FF2B5EF4-FFF2-40B4-BE49-F238E27FC236}">
                <a16:creationId xmlns:a16="http://schemas.microsoft.com/office/drawing/2014/main" id="{EE3AB30E-AC8A-4E65-9433-095ED10D4AB5}"/>
              </a:ext>
            </a:extLst>
          </p:cNvPr>
          <p:cNvSpPr>
            <a:spLocks noGrp="1"/>
          </p:cNvSpPr>
          <p:nvPr>
            <p:ph idx="1"/>
          </p:nvPr>
        </p:nvSpPr>
        <p:spPr/>
        <p:txBody>
          <a:bodyPr>
            <a:normAutofit fontScale="85000" lnSpcReduction="10000"/>
          </a:bodyPr>
          <a:lstStyle/>
          <a:p>
            <a:r>
              <a:rPr lang="en-US" altLang="en-US" dirty="0"/>
              <a:t>Systematic process of planning for patient care after discharge from the hospital</a:t>
            </a:r>
          </a:p>
          <a:p>
            <a:r>
              <a:rPr lang="en-US" altLang="en-US" dirty="0"/>
              <a:t>Although discharge from a health care facility is usually considered routine, effective discharge requires careful planning and continuing assessment of the patient’s needs during hospitalization</a:t>
            </a:r>
          </a:p>
          <a:p>
            <a:r>
              <a:rPr lang="en-US" altLang="en-US" dirty="0"/>
              <a:t>Risk factors should be identified</a:t>
            </a:r>
          </a:p>
          <a:p>
            <a:r>
              <a:rPr lang="en-US" altLang="en-US" dirty="0"/>
              <a:t>Discharge planning involves multidisciplinary action with participation by all members of the health care team, the patient, and the patient’s family</a:t>
            </a:r>
          </a:p>
          <a:p>
            <a:r>
              <a:rPr lang="en-US" altLang="en-US" dirty="0"/>
              <a:t>Referrals for health care services are considered</a:t>
            </a:r>
          </a:p>
          <a:p>
            <a:endParaRPr lang="en-US" dirty="0"/>
          </a:p>
        </p:txBody>
      </p:sp>
      <p:sp>
        <p:nvSpPr>
          <p:cNvPr id="4" name="Slide Number Placeholder 3">
            <a:extLst>
              <a:ext uri="{FF2B5EF4-FFF2-40B4-BE49-F238E27FC236}">
                <a16:creationId xmlns:a16="http://schemas.microsoft.com/office/drawing/2014/main" id="{C522A644-403B-4CDE-809C-C2FA05299CDC}"/>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14</a:t>
            </a:fld>
            <a:endParaRPr lang="en-GB" dirty="0"/>
          </a:p>
        </p:txBody>
      </p:sp>
    </p:spTree>
    <p:extLst>
      <p:ext uri="{BB962C8B-B14F-4D97-AF65-F5344CB8AC3E}">
        <p14:creationId xmlns:p14="http://schemas.microsoft.com/office/powerpoint/2010/main" val="2097644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075D-B725-46E6-8161-98BA694E7329}"/>
              </a:ext>
            </a:extLst>
          </p:cNvPr>
          <p:cNvSpPr>
            <a:spLocks noGrp="1"/>
          </p:cNvSpPr>
          <p:nvPr>
            <p:ph type="title"/>
          </p:nvPr>
        </p:nvSpPr>
        <p:spPr/>
        <p:txBody>
          <a:bodyPr/>
          <a:lstStyle/>
          <a:p>
            <a:r>
              <a:rPr lang="en-US" altLang="en-US" dirty="0"/>
              <a:t>Discharging a Patient</a:t>
            </a:r>
            <a:endParaRPr lang="en-US" dirty="0"/>
          </a:p>
        </p:txBody>
      </p:sp>
      <p:sp>
        <p:nvSpPr>
          <p:cNvPr id="3" name="Content Placeholder 2">
            <a:extLst>
              <a:ext uri="{FF2B5EF4-FFF2-40B4-BE49-F238E27FC236}">
                <a16:creationId xmlns:a16="http://schemas.microsoft.com/office/drawing/2014/main" id="{39C69F15-5ADC-4FEF-B605-31A5D21BBDE6}"/>
              </a:ext>
            </a:extLst>
          </p:cNvPr>
          <p:cNvSpPr>
            <a:spLocks noGrp="1"/>
          </p:cNvSpPr>
          <p:nvPr>
            <p:ph idx="1"/>
          </p:nvPr>
        </p:nvSpPr>
        <p:spPr/>
        <p:txBody>
          <a:bodyPr/>
          <a:lstStyle/>
          <a:p>
            <a:r>
              <a:rPr lang="en-US" altLang="en-US" dirty="0"/>
              <a:t>The discharge process</a:t>
            </a:r>
          </a:p>
          <a:p>
            <a:pPr lvl="1"/>
            <a:r>
              <a:rPr lang="en-US" altLang="en-US" dirty="0"/>
              <a:t>Many hospitals have a form with written instructions and teaching documentation for the patient to sign and acknowledge understanding of the instructions</a:t>
            </a:r>
          </a:p>
          <a:p>
            <a:pPr lvl="1"/>
            <a:r>
              <a:rPr lang="en-US" altLang="en-US" dirty="0"/>
              <a:t>These instructions serve as a guide for the patient to use at home</a:t>
            </a:r>
          </a:p>
          <a:p>
            <a:endParaRPr lang="en-US" dirty="0"/>
          </a:p>
        </p:txBody>
      </p:sp>
      <p:sp>
        <p:nvSpPr>
          <p:cNvPr id="4" name="Slide Number Placeholder 3">
            <a:extLst>
              <a:ext uri="{FF2B5EF4-FFF2-40B4-BE49-F238E27FC236}">
                <a16:creationId xmlns:a16="http://schemas.microsoft.com/office/drawing/2014/main" id="{8018B5FF-09FB-4CB6-93DE-CAC0EDAE81FD}"/>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15</a:t>
            </a:fld>
            <a:endParaRPr lang="en-GB" dirty="0"/>
          </a:p>
        </p:txBody>
      </p:sp>
    </p:spTree>
    <p:extLst>
      <p:ext uri="{BB962C8B-B14F-4D97-AF65-F5344CB8AC3E}">
        <p14:creationId xmlns:p14="http://schemas.microsoft.com/office/powerpoint/2010/main" val="456617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4230B-1043-462F-9AA7-F211E51E9302}"/>
              </a:ext>
            </a:extLst>
          </p:cNvPr>
          <p:cNvSpPr>
            <a:spLocks noGrp="1"/>
          </p:cNvSpPr>
          <p:nvPr>
            <p:ph type="title"/>
          </p:nvPr>
        </p:nvSpPr>
        <p:spPr/>
        <p:txBody>
          <a:bodyPr/>
          <a:lstStyle/>
          <a:p>
            <a:r>
              <a:rPr lang="en-US" altLang="en-US" dirty="0"/>
              <a:t>Discharge: Against Medical Advice (AMA)</a:t>
            </a:r>
            <a:endParaRPr lang="en-US" dirty="0"/>
          </a:p>
        </p:txBody>
      </p:sp>
      <p:sp>
        <p:nvSpPr>
          <p:cNvPr id="3" name="Content Placeholder 2">
            <a:extLst>
              <a:ext uri="{FF2B5EF4-FFF2-40B4-BE49-F238E27FC236}">
                <a16:creationId xmlns:a16="http://schemas.microsoft.com/office/drawing/2014/main" id="{6A906F35-6678-44D0-8DD8-78E27F990DC4}"/>
              </a:ext>
            </a:extLst>
          </p:cNvPr>
          <p:cNvSpPr>
            <a:spLocks noGrp="1"/>
          </p:cNvSpPr>
          <p:nvPr>
            <p:ph idx="1"/>
          </p:nvPr>
        </p:nvSpPr>
        <p:spPr/>
        <p:txBody>
          <a:bodyPr>
            <a:normAutofit fontScale="92500"/>
          </a:bodyPr>
          <a:lstStyle/>
          <a:p>
            <a:r>
              <a:rPr lang="en-US" altLang="en-US" dirty="0"/>
              <a:t>This is when a patient leaves a health care facility without a provider’s order for discharge</a:t>
            </a:r>
          </a:p>
          <a:p>
            <a:r>
              <a:rPr lang="en-US" altLang="en-US" dirty="0"/>
              <a:t>Notify the provider immediately</a:t>
            </a:r>
          </a:p>
          <a:p>
            <a:r>
              <a:rPr lang="en-US" altLang="en-US" dirty="0"/>
              <a:t>If the provider fails to convince the patient to remain in the facility, the provider will ask the patient to sign an AMA form, releasing the facility from legal responsibility for any medical problems the patient may experience after discharge</a:t>
            </a:r>
          </a:p>
          <a:p>
            <a:r>
              <a:rPr lang="en-US" altLang="en-US" dirty="0"/>
              <a:t>Do not detain the patient; this violates his or her legal rights</a:t>
            </a:r>
          </a:p>
          <a:p>
            <a:endParaRPr lang="en-US" dirty="0"/>
          </a:p>
        </p:txBody>
      </p:sp>
      <p:sp>
        <p:nvSpPr>
          <p:cNvPr id="4" name="Slide Number Placeholder 3">
            <a:extLst>
              <a:ext uri="{FF2B5EF4-FFF2-40B4-BE49-F238E27FC236}">
                <a16:creationId xmlns:a16="http://schemas.microsoft.com/office/drawing/2014/main" id="{C4A9B55A-2E1B-47DE-93E4-B278226D0755}"/>
              </a:ext>
            </a:extLst>
          </p:cNvPr>
          <p:cNvSpPr>
            <a:spLocks noGrp="1"/>
          </p:cNvSpPr>
          <p:nvPr>
            <p:ph type="sldNum" sz="quarter" idx="10"/>
          </p:nvPr>
        </p:nvSpPr>
        <p:spPr/>
        <p:txBody>
          <a:bodyPr/>
          <a:lstStyle/>
          <a:p>
            <a:pPr>
              <a:defRPr/>
            </a:pPr>
            <a:r>
              <a:rPr lang="en-GB"/>
              <a:t> </a:t>
            </a:r>
            <a:fld id="{E234264E-8860-42A2-83C5-41782AA54ED9}" type="slidenum">
              <a:rPr lang="en-GB" smtClean="0"/>
              <a:pPr>
                <a:defRPr/>
              </a:pPr>
              <a:t>16</a:t>
            </a:fld>
            <a:endParaRPr lang="en-GB" dirty="0"/>
          </a:p>
        </p:txBody>
      </p:sp>
    </p:spTree>
    <p:extLst>
      <p:ext uri="{BB962C8B-B14F-4D97-AF65-F5344CB8AC3E}">
        <p14:creationId xmlns:p14="http://schemas.microsoft.com/office/powerpoint/2010/main" val="2588733505"/>
      </p:ext>
    </p:extLst>
  </p:cSld>
  <p:clrMapOvr>
    <a:masterClrMapping/>
  </p:clrMapOvr>
</p:sld>
</file>

<file path=ppt/theme/theme1.xml><?xml version="1.0" encoding="utf-8"?>
<a:theme xmlns:a="http://schemas.openxmlformats.org/drawingml/2006/main" name="2_Blue Diagonal">
  <a:themeElements>
    <a:clrScheme name="2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2_Blue Diagonal">
      <a:majorFont>
        <a:latin typeface="ArialMT"/>
        <a:ea typeface="ＭＳ Ｐゴシック"/>
        <a:cs typeface=""/>
      </a:majorFont>
      <a:minorFont>
        <a:latin typeface="ArialMT"/>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2_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2_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2_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05B35852-82C8-4380-BE3E-72E8A36B344E}" vid="{44BCCB53-EE29-414A-8F6C-89C65B68B0C1}"/>
    </a:ext>
  </a:extLst>
</a:theme>
</file>

<file path=ppt/theme/theme2.xml><?xml version="1.0" encoding="utf-8"?>
<a:theme xmlns:a="http://schemas.openxmlformats.org/drawingml/2006/main" name="3_Blue Diagonal">
  <a:themeElements>
    <a:clrScheme name="3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3_Blue Diagonal">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3_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3_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3_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05B35852-82C8-4380-BE3E-72E8A36B344E}" vid="{E7008CAA-0110-4942-A27F-B887E31738AC}"/>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6994</TotalTime>
  <Words>1135</Words>
  <Application>Microsoft Office PowerPoint</Application>
  <PresentationFormat>On-screen Show (4:3)</PresentationFormat>
  <Paragraphs>132</Paragraphs>
  <Slides>16</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ArialMT</vt:lpstr>
      <vt:lpstr>Times New Roman</vt:lpstr>
      <vt:lpstr>Wingdings</vt:lpstr>
      <vt:lpstr>Wingdings 2</vt:lpstr>
      <vt:lpstr>Wingdings 3</vt:lpstr>
      <vt:lpstr>2_Blue Diagonal</vt:lpstr>
      <vt:lpstr>3_Blue Diagonal</vt:lpstr>
      <vt:lpstr>Chapter 11</vt:lpstr>
      <vt:lpstr>Lesson 11.1: Admission, Transfer, and Discharge (Slide 1 of 2)</vt:lpstr>
      <vt:lpstr>Lesson 11.1: Admission, Transfer, and Discharge (Slide 2 of 2)</vt:lpstr>
      <vt:lpstr>Guidelines for Admission</vt:lpstr>
      <vt:lpstr>HIPAA</vt:lpstr>
      <vt:lpstr>Common Patient Reactions  to Hospitalization </vt:lpstr>
      <vt:lpstr>Nursing Interventions for Common Patient Reactions</vt:lpstr>
      <vt:lpstr>Cultural Considerations</vt:lpstr>
      <vt:lpstr>Nursing Process</vt:lpstr>
      <vt:lpstr>Nurse’s Responsibilities</vt:lpstr>
      <vt:lpstr>Admitting Procedure on the Patient Care Unit (Slide 1 of 2)</vt:lpstr>
      <vt:lpstr>Admitting Procedure on the Patient Care Unit (Slide 2 of 2)</vt:lpstr>
      <vt:lpstr>Transferring a Patient</vt:lpstr>
      <vt:lpstr>Discharge Planning</vt:lpstr>
      <vt:lpstr>Discharging a Patient</vt:lpstr>
      <vt:lpstr>Discharge: Against Medical Advice (AMA)</vt:lpstr>
    </vt:vector>
  </TitlesOfParts>
  <Company>REED Elsevier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Body Systems</dc:title>
  <dc:creator>Linda Honeycutt</dc:creator>
  <cp:lastModifiedBy>Jyoti Tyagi (IL-IN)</cp:lastModifiedBy>
  <cp:revision>742</cp:revision>
  <cp:lastPrinted>2022-06-01T21:38:07Z</cp:lastPrinted>
  <dcterms:created xsi:type="dcterms:W3CDTF">2005-01-16T17:28:53Z</dcterms:created>
  <dcterms:modified xsi:type="dcterms:W3CDTF">2022-07-06T06:50:52Z</dcterms:modified>
</cp:coreProperties>
</file>