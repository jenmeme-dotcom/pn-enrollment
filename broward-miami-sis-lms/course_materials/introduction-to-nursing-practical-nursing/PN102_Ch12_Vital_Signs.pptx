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4" r:id="rId1"/>
    <p:sldMasterId id="2147483735" r:id="rId2"/>
  </p:sldMasterIdLst>
  <p:notesMasterIdLst>
    <p:notesMasterId r:id="rId26"/>
  </p:notesMasterIdLst>
  <p:handoutMasterIdLst>
    <p:handoutMasterId r:id="rId27"/>
  </p:handoutMasterIdLst>
  <p:sldIdLst>
    <p:sldId id="454" r:id="rId3"/>
    <p:sldId id="372" r:id="rId4"/>
    <p:sldId id="455" r:id="rId5"/>
    <p:sldId id="458" r:id="rId6"/>
    <p:sldId id="459" r:id="rId7"/>
    <p:sldId id="462" r:id="rId8"/>
    <p:sldId id="463" r:id="rId9"/>
    <p:sldId id="464" r:id="rId10"/>
    <p:sldId id="465" r:id="rId11"/>
    <p:sldId id="466" r:id="rId12"/>
    <p:sldId id="476" r:id="rId13"/>
    <p:sldId id="467" r:id="rId14"/>
    <p:sldId id="468" r:id="rId15"/>
    <p:sldId id="456" r:id="rId16"/>
    <p:sldId id="457" r:id="rId17"/>
    <p:sldId id="469" r:id="rId18"/>
    <p:sldId id="470" r:id="rId19"/>
    <p:sldId id="471" r:id="rId20"/>
    <p:sldId id="460" r:id="rId21"/>
    <p:sldId id="475" r:id="rId22"/>
    <p:sldId id="473" r:id="rId23"/>
    <p:sldId id="474" r:id="rId24"/>
    <p:sldId id="461" r:id="rId2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charset="0"/>
        <a:ea typeface="ＭＳ Ｐゴシック" pitchFamily="34" charset="-128"/>
        <a:cs typeface="+mn-cs"/>
      </a:defRPr>
    </a:lvl5pPr>
    <a:lvl6pPr marL="2286000" algn="l" defTabSz="914400" rtl="0" eaLnBrk="1" latinLnBrk="0" hangingPunct="1">
      <a:defRPr sz="2400" kern="1200">
        <a:solidFill>
          <a:schemeClr val="tx1"/>
        </a:solidFill>
        <a:latin typeface="Arial" charset="0"/>
        <a:ea typeface="ＭＳ Ｐゴシック" pitchFamily="34" charset="-128"/>
        <a:cs typeface="+mn-cs"/>
      </a:defRPr>
    </a:lvl6pPr>
    <a:lvl7pPr marL="2743200" algn="l" defTabSz="914400" rtl="0" eaLnBrk="1" latinLnBrk="0" hangingPunct="1">
      <a:defRPr sz="2400" kern="1200">
        <a:solidFill>
          <a:schemeClr val="tx1"/>
        </a:solidFill>
        <a:latin typeface="Arial" charset="0"/>
        <a:ea typeface="ＭＳ Ｐゴシック" pitchFamily="34" charset="-128"/>
        <a:cs typeface="+mn-cs"/>
      </a:defRPr>
    </a:lvl7pPr>
    <a:lvl8pPr marL="3200400" algn="l" defTabSz="914400" rtl="0" eaLnBrk="1" latinLnBrk="0" hangingPunct="1">
      <a:defRPr sz="2400" kern="1200">
        <a:solidFill>
          <a:schemeClr val="tx1"/>
        </a:solidFill>
        <a:latin typeface="Arial" charset="0"/>
        <a:ea typeface="ＭＳ Ｐゴシック" pitchFamily="34" charset="-128"/>
        <a:cs typeface="+mn-cs"/>
      </a:defRPr>
    </a:lvl8pPr>
    <a:lvl9pPr marL="3657600" algn="l" defTabSz="914400" rtl="0" eaLnBrk="1" latinLnBrk="0" hangingPunct="1">
      <a:defRPr sz="2400"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orient="horz" pos="1002">
          <p15:clr>
            <a:srgbClr val="A4A3A4"/>
          </p15:clr>
        </p15:guide>
        <p15:guide id="3" pos="2880">
          <p15:clr>
            <a:srgbClr val="A4A3A4"/>
          </p15:clr>
        </p15:guide>
        <p15:guide id="4" pos="524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len Kunkelmann" initials="AU" lastIdx="7" clrIdx="0"/>
  <p:cmAuthor id="1" name="Reed Elsevier" initials="RE" lastIdx="1" clrIdx="1"/>
  <p:cmAuthor id="2" name="Lisa" initials="L" lastIdx="1" clrIdx="2">
    <p:extLst>
      <p:ext uri="{19B8F6BF-5375-455C-9EA6-DF929625EA0E}">
        <p15:presenceInfo xmlns:p15="http://schemas.microsoft.com/office/powerpoint/2012/main" userId="Lis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995C0-4D50-97DA-DD91-407CA61D6DDF}" v="242" dt="2021-12-28T19:56:50.287"/>
    <p1510:client id="{D4E0AC20-0A14-4765-DDBD-1D8132CA0B63}" v="494" dt="2021-12-28T20:54:48.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35" autoAdjust="0"/>
    <p:restoredTop sz="90175" autoAdjust="0"/>
  </p:normalViewPr>
  <p:slideViewPr>
    <p:cSldViewPr snapToGrid="0">
      <p:cViewPr varScale="1">
        <p:scale>
          <a:sx n="60" d="100"/>
          <a:sy n="60" d="100"/>
        </p:scale>
        <p:origin x="1112" y="48"/>
      </p:cViewPr>
      <p:guideLst>
        <p:guide orient="horz" pos="2160"/>
        <p:guide orient="horz" pos="1002"/>
        <p:guide pos="2880"/>
        <p:guide pos="52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2856" y="45"/>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ya Spindler" userId="S::daya.spindler@g.austincc.edu::d47267c9-b69c-4d84-8d8d-9eb6067b7650" providerId="AD" clId="Web-{D4E0AC20-0A14-4765-DDBD-1D8132CA0B63}"/>
    <pc:docChg chg="addSld modSld">
      <pc:chgData name="Daya Spindler" userId="S::daya.spindler@g.austincc.edu::d47267c9-b69c-4d84-8d8d-9eb6067b7650" providerId="AD" clId="Web-{D4E0AC20-0A14-4765-DDBD-1D8132CA0B63}" dt="2021-12-28T20:54:48.281" v="501"/>
      <pc:docMkLst>
        <pc:docMk/>
      </pc:docMkLst>
      <pc:sldChg chg="modSp">
        <pc:chgData name="Daya Spindler" userId="S::daya.spindler@g.austincc.edu::d47267c9-b69c-4d84-8d8d-9eb6067b7650" providerId="AD" clId="Web-{D4E0AC20-0A14-4765-DDBD-1D8132CA0B63}" dt="2021-12-28T20:54:14.326" v="480"/>
        <pc:sldMkLst>
          <pc:docMk/>
          <pc:sldMk cId="0" sldId="372"/>
        </pc:sldMkLst>
        <pc:spChg chg="ord">
          <ac:chgData name="Daya Spindler" userId="S::daya.spindler@g.austincc.edu::d47267c9-b69c-4d84-8d8d-9eb6067b7650" providerId="AD" clId="Web-{D4E0AC20-0A14-4765-DDBD-1D8132CA0B63}" dt="2021-12-28T20:54:14.326" v="480"/>
          <ac:spMkLst>
            <pc:docMk/>
            <pc:sldMk cId="0" sldId="372"/>
            <ac:spMk id="7" creationId="{02598B23-8599-4380-8CAC-73D86CAD3A51}"/>
          </ac:spMkLst>
        </pc:spChg>
      </pc:sldChg>
      <pc:sldChg chg="modSp">
        <pc:chgData name="Daya Spindler" userId="S::daya.spindler@g.austincc.edu::d47267c9-b69c-4d84-8d8d-9eb6067b7650" providerId="AD" clId="Web-{D4E0AC20-0A14-4765-DDBD-1D8132CA0B63}" dt="2021-12-28T20:54:18.170" v="481"/>
        <pc:sldMkLst>
          <pc:docMk/>
          <pc:sldMk cId="2714056400" sldId="455"/>
        </pc:sldMkLst>
        <pc:spChg chg="ord">
          <ac:chgData name="Daya Spindler" userId="S::daya.spindler@g.austincc.edu::d47267c9-b69c-4d84-8d8d-9eb6067b7650" providerId="AD" clId="Web-{D4E0AC20-0A14-4765-DDBD-1D8132CA0B63}" dt="2021-12-28T20:54:18.170" v="481"/>
          <ac:spMkLst>
            <pc:docMk/>
            <pc:sldMk cId="2714056400" sldId="455"/>
            <ac:spMk id="7" creationId="{02598B23-8599-4380-8CAC-73D86CAD3A51}"/>
          </ac:spMkLst>
        </pc:spChg>
      </pc:sldChg>
      <pc:sldChg chg="modSp">
        <pc:chgData name="Daya Spindler" userId="S::daya.spindler@g.austincc.edu::d47267c9-b69c-4d84-8d8d-9eb6067b7650" providerId="AD" clId="Web-{D4E0AC20-0A14-4765-DDBD-1D8132CA0B63}" dt="2021-12-28T20:54:34.405" v="492"/>
        <pc:sldMkLst>
          <pc:docMk/>
          <pc:sldMk cId="1994995825" sldId="456"/>
        </pc:sldMkLst>
        <pc:spChg chg="mod ord">
          <ac:chgData name="Daya Spindler" userId="S::daya.spindler@g.austincc.edu::d47267c9-b69c-4d84-8d8d-9eb6067b7650" providerId="AD" clId="Web-{D4E0AC20-0A14-4765-DDBD-1D8132CA0B63}" dt="2021-12-28T20:54:34.405" v="492"/>
          <ac:spMkLst>
            <pc:docMk/>
            <pc:sldMk cId="1994995825" sldId="456"/>
            <ac:spMk id="7" creationId="{02598B23-8599-4380-8CAC-73D86CAD3A51}"/>
          </ac:spMkLst>
        </pc:spChg>
        <pc:spChg chg="mod">
          <ac:chgData name="Daya Spindler" userId="S::daya.spindler@g.austincc.edu::d47267c9-b69c-4d84-8d8d-9eb6067b7650" providerId="AD" clId="Web-{D4E0AC20-0A14-4765-DDBD-1D8132CA0B63}" dt="2021-12-28T20:04:46.734" v="37" actId="20577"/>
          <ac:spMkLst>
            <pc:docMk/>
            <pc:sldMk cId="1994995825" sldId="456"/>
            <ac:spMk id="1963015" creationId="{00000000-0000-0000-0000-000000000000}"/>
          </ac:spMkLst>
        </pc:spChg>
      </pc:sldChg>
      <pc:sldChg chg="modSp">
        <pc:chgData name="Daya Spindler" userId="S::daya.spindler@g.austincc.edu::d47267c9-b69c-4d84-8d8d-9eb6067b7650" providerId="AD" clId="Web-{D4E0AC20-0A14-4765-DDBD-1D8132CA0B63}" dt="2021-12-28T20:54:36.171" v="493"/>
        <pc:sldMkLst>
          <pc:docMk/>
          <pc:sldMk cId="1987252150" sldId="457"/>
        </pc:sldMkLst>
        <pc:spChg chg="mod ord">
          <ac:chgData name="Daya Spindler" userId="S::daya.spindler@g.austincc.edu::d47267c9-b69c-4d84-8d8d-9eb6067b7650" providerId="AD" clId="Web-{D4E0AC20-0A14-4765-DDBD-1D8132CA0B63}" dt="2021-12-28T20:54:36.171" v="493"/>
          <ac:spMkLst>
            <pc:docMk/>
            <pc:sldMk cId="1987252150" sldId="457"/>
            <ac:spMk id="7" creationId="{02598B23-8599-4380-8CAC-73D86CAD3A51}"/>
          </ac:spMkLst>
        </pc:spChg>
        <pc:spChg chg="mod">
          <ac:chgData name="Daya Spindler" userId="S::daya.spindler@g.austincc.edu::d47267c9-b69c-4d84-8d8d-9eb6067b7650" providerId="AD" clId="Web-{D4E0AC20-0A14-4765-DDBD-1D8132CA0B63}" dt="2021-12-28T20:35:48.243" v="287" actId="20577"/>
          <ac:spMkLst>
            <pc:docMk/>
            <pc:sldMk cId="1987252150" sldId="457"/>
            <ac:spMk id="1963015" creationId="{00000000-0000-0000-0000-000000000000}"/>
          </ac:spMkLst>
        </pc:spChg>
      </pc:sldChg>
      <pc:sldChg chg="modSp modNotes">
        <pc:chgData name="Daya Spindler" userId="S::daya.spindler@g.austincc.edu::d47267c9-b69c-4d84-8d8d-9eb6067b7650" providerId="AD" clId="Web-{D4E0AC20-0A14-4765-DDBD-1D8132CA0B63}" dt="2021-12-28T20:54:19.545" v="482"/>
        <pc:sldMkLst>
          <pc:docMk/>
          <pc:sldMk cId="2191133696" sldId="458"/>
        </pc:sldMkLst>
        <pc:spChg chg="mod">
          <ac:chgData name="Daya Spindler" userId="S::daya.spindler@g.austincc.edu::d47267c9-b69c-4d84-8d8d-9eb6067b7650" providerId="AD" clId="Web-{D4E0AC20-0A14-4765-DDBD-1D8132CA0B63}" dt="2021-12-28T20:10:37.302" v="108" actId="20577"/>
          <ac:spMkLst>
            <pc:docMk/>
            <pc:sldMk cId="2191133696" sldId="458"/>
            <ac:spMk id="3" creationId="{94D65D06-573C-40BF-8100-994BD7062CBF}"/>
          </ac:spMkLst>
        </pc:spChg>
        <pc:spChg chg="mod ord">
          <ac:chgData name="Daya Spindler" userId="S::daya.spindler@g.austincc.edu::d47267c9-b69c-4d84-8d8d-9eb6067b7650" providerId="AD" clId="Web-{D4E0AC20-0A14-4765-DDBD-1D8132CA0B63}" dt="2021-12-28T20:54:19.545" v="482"/>
          <ac:spMkLst>
            <pc:docMk/>
            <pc:sldMk cId="2191133696" sldId="458"/>
            <ac:spMk id="5" creationId="{911EB1D4-8F40-498F-802F-36198AB64302}"/>
          </ac:spMkLst>
        </pc:spChg>
      </pc:sldChg>
      <pc:sldChg chg="modSp">
        <pc:chgData name="Daya Spindler" userId="S::daya.spindler@g.austincc.edu::d47267c9-b69c-4d84-8d8d-9eb6067b7650" providerId="AD" clId="Web-{D4E0AC20-0A14-4765-DDBD-1D8132CA0B63}" dt="2021-12-28T20:54:20.795" v="483"/>
        <pc:sldMkLst>
          <pc:docMk/>
          <pc:sldMk cId="3360318706" sldId="459"/>
        </pc:sldMkLst>
        <pc:spChg chg="mod">
          <ac:chgData name="Daya Spindler" userId="S::daya.spindler@g.austincc.edu::d47267c9-b69c-4d84-8d8d-9eb6067b7650" providerId="AD" clId="Web-{D4E0AC20-0A14-4765-DDBD-1D8132CA0B63}" dt="2021-12-28T20:13:10.274" v="143" actId="20577"/>
          <ac:spMkLst>
            <pc:docMk/>
            <pc:sldMk cId="3360318706" sldId="459"/>
            <ac:spMk id="3" creationId="{D2CAA3D4-95E6-4E73-98B8-AB2F47EAA7CF}"/>
          </ac:spMkLst>
        </pc:spChg>
        <pc:spChg chg="mod ord">
          <ac:chgData name="Daya Spindler" userId="S::daya.spindler@g.austincc.edu::d47267c9-b69c-4d84-8d8d-9eb6067b7650" providerId="AD" clId="Web-{D4E0AC20-0A14-4765-DDBD-1D8132CA0B63}" dt="2021-12-28T20:54:20.795" v="483"/>
          <ac:spMkLst>
            <pc:docMk/>
            <pc:sldMk cId="3360318706" sldId="459"/>
            <ac:spMk id="5" creationId="{F6395187-6D17-4446-B387-D03409AFEB13}"/>
          </ac:spMkLst>
        </pc:spChg>
      </pc:sldChg>
      <pc:sldChg chg="modSp">
        <pc:chgData name="Daya Spindler" userId="S::daya.spindler@g.austincc.edu::d47267c9-b69c-4d84-8d8d-9eb6067b7650" providerId="AD" clId="Web-{D4E0AC20-0A14-4765-DDBD-1D8132CA0B63}" dt="2021-12-28T20:54:43.093" v="497"/>
        <pc:sldMkLst>
          <pc:docMk/>
          <pc:sldMk cId="3905315322" sldId="460"/>
        </pc:sldMkLst>
        <pc:spChg chg="mod">
          <ac:chgData name="Daya Spindler" userId="S::daya.spindler@g.austincc.edu::d47267c9-b69c-4d84-8d8d-9eb6067b7650" providerId="AD" clId="Web-{D4E0AC20-0A14-4765-DDBD-1D8132CA0B63}" dt="2021-12-28T20:46:58.731" v="466" actId="1076"/>
          <ac:spMkLst>
            <pc:docMk/>
            <pc:sldMk cId="3905315322" sldId="460"/>
            <ac:spMk id="3" creationId="{27A85076-D360-4A85-9F91-72375107066E}"/>
          </ac:spMkLst>
        </pc:spChg>
        <pc:spChg chg="mod ord">
          <ac:chgData name="Daya Spindler" userId="S::daya.spindler@g.austincc.edu::d47267c9-b69c-4d84-8d8d-9eb6067b7650" providerId="AD" clId="Web-{D4E0AC20-0A14-4765-DDBD-1D8132CA0B63}" dt="2021-12-28T20:54:43.093" v="497"/>
          <ac:spMkLst>
            <pc:docMk/>
            <pc:sldMk cId="3905315322" sldId="460"/>
            <ac:spMk id="5" creationId="{53BC6F18-70BB-4A9E-80B3-9B73B14F9A43}"/>
          </ac:spMkLst>
        </pc:spChg>
      </pc:sldChg>
      <pc:sldChg chg="modSp">
        <pc:chgData name="Daya Spindler" userId="S::daya.spindler@g.austincc.edu::d47267c9-b69c-4d84-8d8d-9eb6067b7650" providerId="AD" clId="Web-{D4E0AC20-0A14-4765-DDBD-1D8132CA0B63}" dt="2021-12-28T20:54:48.281" v="501"/>
        <pc:sldMkLst>
          <pc:docMk/>
          <pc:sldMk cId="948526298" sldId="461"/>
        </pc:sldMkLst>
        <pc:spChg chg="mod">
          <ac:chgData name="Daya Spindler" userId="S::daya.spindler@g.austincc.edu::d47267c9-b69c-4d84-8d8d-9eb6067b7650" providerId="AD" clId="Web-{D4E0AC20-0A14-4765-DDBD-1D8132CA0B63}" dt="2021-12-28T20:53:58.965" v="479" actId="20577"/>
          <ac:spMkLst>
            <pc:docMk/>
            <pc:sldMk cId="948526298" sldId="461"/>
            <ac:spMk id="3" creationId="{BC1FB9D9-9A6C-4D0A-B69C-3353B5AE7A86}"/>
          </ac:spMkLst>
        </pc:spChg>
        <pc:spChg chg="mod ord">
          <ac:chgData name="Daya Spindler" userId="S::daya.spindler@g.austincc.edu::d47267c9-b69c-4d84-8d8d-9eb6067b7650" providerId="AD" clId="Web-{D4E0AC20-0A14-4765-DDBD-1D8132CA0B63}" dt="2021-12-28T20:54:48.281" v="501"/>
          <ac:spMkLst>
            <pc:docMk/>
            <pc:sldMk cId="948526298" sldId="461"/>
            <ac:spMk id="5" creationId="{865C1C3D-00C6-4508-BA45-C4E1781990CD}"/>
          </ac:spMkLst>
        </pc:spChg>
      </pc:sldChg>
      <pc:sldChg chg="modSp">
        <pc:chgData name="Daya Spindler" userId="S::daya.spindler@g.austincc.edu::d47267c9-b69c-4d84-8d8d-9eb6067b7650" providerId="AD" clId="Web-{D4E0AC20-0A14-4765-DDBD-1D8132CA0B63}" dt="2021-12-28T20:54:22.451" v="484"/>
        <pc:sldMkLst>
          <pc:docMk/>
          <pc:sldMk cId="1804892593" sldId="462"/>
        </pc:sldMkLst>
        <pc:spChg chg="mod ord">
          <ac:chgData name="Daya Spindler" userId="S::daya.spindler@g.austincc.edu::d47267c9-b69c-4d84-8d8d-9eb6067b7650" providerId="AD" clId="Web-{D4E0AC20-0A14-4765-DDBD-1D8132CA0B63}" dt="2021-12-28T20:54:22.451" v="484"/>
          <ac:spMkLst>
            <pc:docMk/>
            <pc:sldMk cId="1804892593" sldId="462"/>
            <ac:spMk id="5" creationId="{B0EA1B11-6469-4D56-8E92-37A997E0310B}"/>
          </ac:spMkLst>
        </pc:spChg>
      </pc:sldChg>
      <pc:sldChg chg="modSp">
        <pc:chgData name="Daya Spindler" userId="S::daya.spindler@g.austincc.edu::d47267c9-b69c-4d84-8d8d-9eb6067b7650" providerId="AD" clId="Web-{D4E0AC20-0A14-4765-DDBD-1D8132CA0B63}" dt="2021-12-28T20:54:23.904" v="485"/>
        <pc:sldMkLst>
          <pc:docMk/>
          <pc:sldMk cId="2953431964" sldId="463"/>
        </pc:sldMkLst>
        <pc:spChg chg="mod ord">
          <ac:chgData name="Daya Spindler" userId="S::daya.spindler@g.austincc.edu::d47267c9-b69c-4d84-8d8d-9eb6067b7650" providerId="AD" clId="Web-{D4E0AC20-0A14-4765-DDBD-1D8132CA0B63}" dt="2021-12-28T20:54:23.904" v="485"/>
          <ac:spMkLst>
            <pc:docMk/>
            <pc:sldMk cId="2953431964" sldId="463"/>
            <ac:spMk id="5" creationId="{B0EA1B11-6469-4D56-8E92-37A997E0310B}"/>
          </ac:spMkLst>
        </pc:spChg>
      </pc:sldChg>
      <pc:sldChg chg="modSp">
        <pc:chgData name="Daya Spindler" userId="S::daya.spindler@g.austincc.edu::d47267c9-b69c-4d84-8d8d-9eb6067b7650" providerId="AD" clId="Web-{D4E0AC20-0A14-4765-DDBD-1D8132CA0B63}" dt="2021-12-28T20:54:25.279" v="486"/>
        <pc:sldMkLst>
          <pc:docMk/>
          <pc:sldMk cId="1503777674" sldId="464"/>
        </pc:sldMkLst>
        <pc:spChg chg="mod ord">
          <ac:chgData name="Daya Spindler" userId="S::daya.spindler@g.austincc.edu::d47267c9-b69c-4d84-8d8d-9eb6067b7650" providerId="AD" clId="Web-{D4E0AC20-0A14-4765-DDBD-1D8132CA0B63}" dt="2021-12-28T20:54:25.279" v="486"/>
          <ac:spMkLst>
            <pc:docMk/>
            <pc:sldMk cId="1503777674" sldId="464"/>
            <ac:spMk id="5" creationId="{66884631-5765-4081-B0FE-18FA7387FBF2}"/>
          </ac:spMkLst>
        </pc:spChg>
      </pc:sldChg>
      <pc:sldChg chg="modSp">
        <pc:chgData name="Daya Spindler" userId="S::daya.spindler@g.austincc.edu::d47267c9-b69c-4d84-8d8d-9eb6067b7650" providerId="AD" clId="Web-{D4E0AC20-0A14-4765-DDBD-1D8132CA0B63}" dt="2021-12-28T20:54:26.498" v="487"/>
        <pc:sldMkLst>
          <pc:docMk/>
          <pc:sldMk cId="564257485" sldId="465"/>
        </pc:sldMkLst>
        <pc:spChg chg="mod">
          <ac:chgData name="Daya Spindler" userId="S::daya.spindler@g.austincc.edu::d47267c9-b69c-4d84-8d8d-9eb6067b7650" providerId="AD" clId="Web-{D4E0AC20-0A14-4765-DDBD-1D8132CA0B63}" dt="2021-12-28T20:25:04.407" v="176" actId="20577"/>
          <ac:spMkLst>
            <pc:docMk/>
            <pc:sldMk cId="564257485" sldId="465"/>
            <ac:spMk id="3" creationId="{BDDBE17B-9532-4852-8D4E-C60C56BE3880}"/>
          </ac:spMkLst>
        </pc:spChg>
        <pc:spChg chg="mod ord">
          <ac:chgData name="Daya Spindler" userId="S::daya.spindler@g.austincc.edu::d47267c9-b69c-4d84-8d8d-9eb6067b7650" providerId="AD" clId="Web-{D4E0AC20-0A14-4765-DDBD-1D8132CA0B63}" dt="2021-12-28T20:54:26.498" v="487"/>
          <ac:spMkLst>
            <pc:docMk/>
            <pc:sldMk cId="564257485" sldId="465"/>
            <ac:spMk id="5" creationId="{BF505A17-3316-4CE6-9E95-5E94D9A09FCA}"/>
          </ac:spMkLst>
        </pc:spChg>
      </pc:sldChg>
      <pc:sldChg chg="modSp">
        <pc:chgData name="Daya Spindler" userId="S::daya.spindler@g.austincc.edu::d47267c9-b69c-4d84-8d8d-9eb6067b7650" providerId="AD" clId="Web-{D4E0AC20-0A14-4765-DDBD-1D8132CA0B63}" dt="2021-12-28T20:54:27.998" v="488"/>
        <pc:sldMkLst>
          <pc:docMk/>
          <pc:sldMk cId="2196121849" sldId="466"/>
        </pc:sldMkLst>
        <pc:spChg chg="mod ord">
          <ac:chgData name="Daya Spindler" userId="S::daya.spindler@g.austincc.edu::d47267c9-b69c-4d84-8d8d-9eb6067b7650" providerId="AD" clId="Web-{D4E0AC20-0A14-4765-DDBD-1D8132CA0B63}" dt="2021-12-28T20:54:27.998" v="488"/>
          <ac:spMkLst>
            <pc:docMk/>
            <pc:sldMk cId="2196121849" sldId="466"/>
            <ac:spMk id="5" creationId="{A7E9E0CE-4742-4A96-BFD1-94D71533DF9A}"/>
          </ac:spMkLst>
        </pc:spChg>
      </pc:sldChg>
      <pc:sldChg chg="modSp">
        <pc:chgData name="Daya Spindler" userId="S::daya.spindler@g.austincc.edu::d47267c9-b69c-4d84-8d8d-9eb6067b7650" providerId="AD" clId="Web-{D4E0AC20-0A14-4765-DDBD-1D8132CA0B63}" dt="2021-12-28T20:54:31.186" v="490"/>
        <pc:sldMkLst>
          <pc:docMk/>
          <pc:sldMk cId="1920920523" sldId="467"/>
        </pc:sldMkLst>
        <pc:spChg chg="mod ord">
          <ac:chgData name="Daya Spindler" userId="S::daya.spindler@g.austincc.edu::d47267c9-b69c-4d84-8d8d-9eb6067b7650" providerId="AD" clId="Web-{D4E0AC20-0A14-4765-DDBD-1D8132CA0B63}" dt="2021-12-28T20:54:31.186" v="490"/>
          <ac:spMkLst>
            <pc:docMk/>
            <pc:sldMk cId="1920920523" sldId="467"/>
            <ac:spMk id="5" creationId="{AB28CA50-57F2-4DB3-8CF5-BD3ACDB9A029}"/>
          </ac:spMkLst>
        </pc:spChg>
      </pc:sldChg>
      <pc:sldChg chg="modSp">
        <pc:chgData name="Daya Spindler" userId="S::daya.spindler@g.austincc.edu::d47267c9-b69c-4d84-8d8d-9eb6067b7650" providerId="AD" clId="Web-{D4E0AC20-0A14-4765-DDBD-1D8132CA0B63}" dt="2021-12-28T20:54:32.842" v="491"/>
        <pc:sldMkLst>
          <pc:docMk/>
          <pc:sldMk cId="631014996" sldId="468"/>
        </pc:sldMkLst>
        <pc:spChg chg="mod ord">
          <ac:chgData name="Daya Spindler" userId="S::daya.spindler@g.austincc.edu::d47267c9-b69c-4d84-8d8d-9eb6067b7650" providerId="AD" clId="Web-{D4E0AC20-0A14-4765-DDBD-1D8132CA0B63}" dt="2021-12-28T20:54:32.842" v="491"/>
          <ac:spMkLst>
            <pc:docMk/>
            <pc:sldMk cId="631014996" sldId="468"/>
            <ac:spMk id="5" creationId="{23A8A489-D0C6-46CB-AE55-A904BE23AF75}"/>
          </ac:spMkLst>
        </pc:spChg>
      </pc:sldChg>
      <pc:sldChg chg="modSp">
        <pc:chgData name="Daya Spindler" userId="S::daya.spindler@g.austincc.edu::d47267c9-b69c-4d84-8d8d-9eb6067b7650" providerId="AD" clId="Web-{D4E0AC20-0A14-4765-DDBD-1D8132CA0B63}" dt="2021-12-28T20:54:38.077" v="494"/>
        <pc:sldMkLst>
          <pc:docMk/>
          <pc:sldMk cId="108155566" sldId="469"/>
        </pc:sldMkLst>
        <pc:spChg chg="mod">
          <ac:chgData name="Daya Spindler" userId="S::daya.spindler@g.austincc.edu::d47267c9-b69c-4d84-8d8d-9eb6067b7650" providerId="AD" clId="Web-{D4E0AC20-0A14-4765-DDBD-1D8132CA0B63}" dt="2021-12-28T20:39:48.179" v="327" actId="20577"/>
          <ac:spMkLst>
            <pc:docMk/>
            <pc:sldMk cId="108155566" sldId="469"/>
            <ac:spMk id="3" creationId="{DF3F800C-BA4B-4593-B3B3-5E24C6E39261}"/>
          </ac:spMkLst>
        </pc:spChg>
        <pc:spChg chg="mod ord">
          <ac:chgData name="Daya Spindler" userId="S::daya.spindler@g.austincc.edu::d47267c9-b69c-4d84-8d8d-9eb6067b7650" providerId="AD" clId="Web-{D4E0AC20-0A14-4765-DDBD-1D8132CA0B63}" dt="2021-12-28T20:54:38.077" v="494"/>
          <ac:spMkLst>
            <pc:docMk/>
            <pc:sldMk cId="108155566" sldId="469"/>
            <ac:spMk id="5" creationId="{88C27AC7-42CD-4049-8120-EDE3DCF04D45}"/>
          </ac:spMkLst>
        </pc:spChg>
      </pc:sldChg>
      <pc:sldChg chg="modSp">
        <pc:chgData name="Daya Spindler" userId="S::daya.spindler@g.austincc.edu::d47267c9-b69c-4d84-8d8d-9eb6067b7650" providerId="AD" clId="Web-{D4E0AC20-0A14-4765-DDBD-1D8132CA0B63}" dt="2021-12-28T20:54:39.952" v="495"/>
        <pc:sldMkLst>
          <pc:docMk/>
          <pc:sldMk cId="3303604233" sldId="470"/>
        </pc:sldMkLst>
        <pc:spChg chg="mod ord">
          <ac:chgData name="Daya Spindler" userId="S::daya.spindler@g.austincc.edu::d47267c9-b69c-4d84-8d8d-9eb6067b7650" providerId="AD" clId="Web-{D4E0AC20-0A14-4765-DDBD-1D8132CA0B63}" dt="2021-12-28T20:54:39.952" v="495"/>
          <ac:spMkLst>
            <pc:docMk/>
            <pc:sldMk cId="3303604233" sldId="470"/>
            <ac:spMk id="5" creationId="{B50429CA-2182-4063-849F-22C82704DDDB}"/>
          </ac:spMkLst>
        </pc:spChg>
      </pc:sldChg>
      <pc:sldChg chg="modSp modNotes">
        <pc:chgData name="Daya Spindler" userId="S::daya.spindler@g.austincc.edu::d47267c9-b69c-4d84-8d8d-9eb6067b7650" providerId="AD" clId="Web-{D4E0AC20-0A14-4765-DDBD-1D8132CA0B63}" dt="2021-12-28T20:54:41.546" v="496"/>
        <pc:sldMkLst>
          <pc:docMk/>
          <pc:sldMk cId="1900758910" sldId="471"/>
        </pc:sldMkLst>
        <pc:spChg chg="mod">
          <ac:chgData name="Daya Spindler" userId="S::daya.spindler@g.austincc.edu::d47267c9-b69c-4d84-8d8d-9eb6067b7650" providerId="AD" clId="Web-{D4E0AC20-0A14-4765-DDBD-1D8132CA0B63}" dt="2021-12-28T20:43:10.808" v="334" actId="20577"/>
          <ac:spMkLst>
            <pc:docMk/>
            <pc:sldMk cId="1900758910" sldId="471"/>
            <ac:spMk id="3" creationId="{0D55E625-3D8E-404C-8B78-4B617BFAC291}"/>
          </ac:spMkLst>
        </pc:spChg>
        <pc:spChg chg="mod ord">
          <ac:chgData name="Daya Spindler" userId="S::daya.spindler@g.austincc.edu::d47267c9-b69c-4d84-8d8d-9eb6067b7650" providerId="AD" clId="Web-{D4E0AC20-0A14-4765-DDBD-1D8132CA0B63}" dt="2021-12-28T20:54:41.546" v="496"/>
          <ac:spMkLst>
            <pc:docMk/>
            <pc:sldMk cId="1900758910" sldId="471"/>
            <ac:spMk id="5" creationId="{B50429CA-2182-4063-849F-22C82704DDDB}"/>
          </ac:spMkLst>
        </pc:spChg>
      </pc:sldChg>
      <pc:sldChg chg="modSp">
        <pc:chgData name="Daya Spindler" userId="S::daya.spindler@g.austincc.edu::d47267c9-b69c-4d84-8d8d-9eb6067b7650" providerId="AD" clId="Web-{D4E0AC20-0A14-4765-DDBD-1D8132CA0B63}" dt="2021-12-28T20:54:45.702" v="499"/>
        <pc:sldMkLst>
          <pc:docMk/>
          <pc:sldMk cId="445727699" sldId="473"/>
        </pc:sldMkLst>
        <pc:spChg chg="mod">
          <ac:chgData name="Daya Spindler" userId="S::daya.spindler@g.austincc.edu::d47267c9-b69c-4d84-8d8d-9eb6067b7650" providerId="AD" clId="Web-{D4E0AC20-0A14-4765-DDBD-1D8132CA0B63}" dt="2021-12-28T20:50:50.468" v="472" actId="20577"/>
          <ac:spMkLst>
            <pc:docMk/>
            <pc:sldMk cId="445727699" sldId="473"/>
            <ac:spMk id="3" creationId="{0D6B9F9A-4483-4440-BC2B-C2AD2DB2FCC1}"/>
          </ac:spMkLst>
        </pc:spChg>
        <pc:spChg chg="mod ord">
          <ac:chgData name="Daya Spindler" userId="S::daya.spindler@g.austincc.edu::d47267c9-b69c-4d84-8d8d-9eb6067b7650" providerId="AD" clId="Web-{D4E0AC20-0A14-4765-DDBD-1D8132CA0B63}" dt="2021-12-28T20:54:45.702" v="499"/>
          <ac:spMkLst>
            <pc:docMk/>
            <pc:sldMk cId="445727699" sldId="473"/>
            <ac:spMk id="5" creationId="{2316B91E-5CE3-4D01-84D5-F7367F75B6A3}"/>
          </ac:spMkLst>
        </pc:spChg>
      </pc:sldChg>
      <pc:sldChg chg="modSp">
        <pc:chgData name="Daya Spindler" userId="S::daya.spindler@g.austincc.edu::d47267c9-b69c-4d84-8d8d-9eb6067b7650" providerId="AD" clId="Web-{D4E0AC20-0A14-4765-DDBD-1D8132CA0B63}" dt="2021-12-28T20:54:47.015" v="500"/>
        <pc:sldMkLst>
          <pc:docMk/>
          <pc:sldMk cId="3502082594" sldId="474"/>
        </pc:sldMkLst>
        <pc:spChg chg="mod ord">
          <ac:chgData name="Daya Spindler" userId="S::daya.spindler@g.austincc.edu::d47267c9-b69c-4d84-8d8d-9eb6067b7650" providerId="AD" clId="Web-{D4E0AC20-0A14-4765-DDBD-1D8132CA0B63}" dt="2021-12-28T20:54:47.015" v="500"/>
          <ac:spMkLst>
            <pc:docMk/>
            <pc:sldMk cId="3502082594" sldId="474"/>
            <ac:spMk id="5" creationId="{762D39EE-C203-4C8B-826A-315FB719562A}"/>
          </ac:spMkLst>
        </pc:spChg>
      </pc:sldChg>
      <pc:sldChg chg="modSp">
        <pc:chgData name="Daya Spindler" userId="S::daya.spindler@g.austincc.edu::d47267c9-b69c-4d84-8d8d-9eb6067b7650" providerId="AD" clId="Web-{D4E0AC20-0A14-4765-DDBD-1D8132CA0B63}" dt="2021-12-28T20:54:44.405" v="498"/>
        <pc:sldMkLst>
          <pc:docMk/>
          <pc:sldMk cId="1908567376" sldId="475"/>
        </pc:sldMkLst>
        <pc:spChg chg="mod ord">
          <ac:chgData name="Daya Spindler" userId="S::daya.spindler@g.austincc.edu::d47267c9-b69c-4d84-8d8d-9eb6067b7650" providerId="AD" clId="Web-{D4E0AC20-0A14-4765-DDBD-1D8132CA0B63}" dt="2021-12-28T20:54:44.405" v="498"/>
          <ac:spMkLst>
            <pc:docMk/>
            <pc:sldMk cId="1908567376" sldId="475"/>
            <ac:spMk id="5" creationId="{DB875137-986A-449C-AE2E-A89CF04218E3}"/>
          </ac:spMkLst>
        </pc:spChg>
      </pc:sldChg>
      <pc:sldChg chg="modSp new">
        <pc:chgData name="Daya Spindler" userId="S::daya.spindler@g.austincc.edu::d47267c9-b69c-4d84-8d8d-9eb6067b7650" providerId="AD" clId="Web-{D4E0AC20-0A14-4765-DDBD-1D8132CA0B63}" dt="2021-12-28T20:54:29.092" v="489"/>
        <pc:sldMkLst>
          <pc:docMk/>
          <pc:sldMk cId="3445917987" sldId="476"/>
        </pc:sldMkLst>
        <pc:spChg chg="mod">
          <ac:chgData name="Daya Spindler" userId="S::daya.spindler@g.austincc.edu::d47267c9-b69c-4d84-8d8d-9eb6067b7650" providerId="AD" clId="Web-{D4E0AC20-0A14-4765-DDBD-1D8132CA0B63}" dt="2021-12-28T20:27:33.619" v="190" actId="20577"/>
          <ac:spMkLst>
            <pc:docMk/>
            <pc:sldMk cId="3445917987" sldId="476"/>
            <ac:spMk id="2" creationId="{F01AB80A-E13C-4DCE-A915-2B6DF7DB0AB6}"/>
          </ac:spMkLst>
        </pc:spChg>
        <pc:spChg chg="mod">
          <ac:chgData name="Daya Spindler" userId="S::daya.spindler@g.austincc.edu::d47267c9-b69c-4d84-8d8d-9eb6067b7650" providerId="AD" clId="Web-{D4E0AC20-0A14-4765-DDBD-1D8132CA0B63}" dt="2021-12-28T20:31:04.726" v="284" actId="20577"/>
          <ac:spMkLst>
            <pc:docMk/>
            <pc:sldMk cId="3445917987" sldId="476"/>
            <ac:spMk id="3" creationId="{899EFAA5-1D1D-4415-B554-9D6CA2D7FC59}"/>
          </ac:spMkLst>
        </pc:spChg>
        <pc:spChg chg="mod ord">
          <ac:chgData name="Daya Spindler" userId="S::daya.spindler@g.austincc.edu::d47267c9-b69c-4d84-8d8d-9eb6067b7650" providerId="AD" clId="Web-{D4E0AC20-0A14-4765-DDBD-1D8132CA0B63}" dt="2021-12-28T20:54:29.092" v="489"/>
          <ac:spMkLst>
            <pc:docMk/>
            <pc:sldMk cId="3445917987" sldId="476"/>
            <ac:spMk id="5" creationId="{91351CD3-C7BD-4B7F-B637-018879DD3E43}"/>
          </ac:spMkLst>
        </pc:spChg>
      </pc:sldChg>
    </pc:docChg>
  </pc:docChgLst>
  <pc:docChgLst>
    <pc:chgData name="Daya Spindler" userId="S::daya.spindler@g.austincc.edu::d47267c9-b69c-4d84-8d8d-9eb6067b7650" providerId="AD" clId="Web-{A57995C0-4D50-97DA-DD91-407CA61D6DDF}"/>
    <pc:docChg chg="modSld">
      <pc:chgData name="Daya Spindler" userId="S::daya.spindler@g.austincc.edu::d47267c9-b69c-4d84-8d8d-9eb6067b7650" providerId="AD" clId="Web-{A57995C0-4D50-97DA-DD91-407CA61D6DDF}" dt="2021-12-28T19:56:50.287" v="236" actId="20577"/>
      <pc:docMkLst>
        <pc:docMk/>
      </pc:docMkLst>
      <pc:sldChg chg="modSp">
        <pc:chgData name="Daya Spindler" userId="S::daya.spindler@g.austincc.edu::d47267c9-b69c-4d84-8d8d-9eb6067b7650" providerId="AD" clId="Web-{A57995C0-4D50-97DA-DD91-407CA61D6DDF}" dt="2021-12-28T19:35:55.232" v="10" actId="20577"/>
        <pc:sldMkLst>
          <pc:docMk/>
          <pc:sldMk cId="0" sldId="372"/>
        </pc:sldMkLst>
        <pc:spChg chg="mod">
          <ac:chgData name="Daya Spindler" userId="S::daya.spindler@g.austincc.edu::d47267c9-b69c-4d84-8d8d-9eb6067b7650" providerId="AD" clId="Web-{A57995C0-4D50-97DA-DD91-407CA61D6DDF}" dt="2021-12-28T19:35:26.153" v="3" actId="20577"/>
          <ac:spMkLst>
            <pc:docMk/>
            <pc:sldMk cId="0" sldId="372"/>
            <ac:spMk id="7" creationId="{02598B23-8599-4380-8CAC-73D86CAD3A51}"/>
          </ac:spMkLst>
        </pc:spChg>
        <pc:spChg chg="mod">
          <ac:chgData name="Daya Spindler" userId="S::daya.spindler@g.austincc.edu::d47267c9-b69c-4d84-8d8d-9eb6067b7650" providerId="AD" clId="Web-{A57995C0-4D50-97DA-DD91-407CA61D6DDF}" dt="2021-12-28T19:35:55.232" v="10" actId="20577"/>
          <ac:spMkLst>
            <pc:docMk/>
            <pc:sldMk cId="0" sldId="372"/>
            <ac:spMk id="1963015" creationId="{00000000-0000-0000-0000-000000000000}"/>
          </ac:spMkLst>
        </pc:spChg>
      </pc:sldChg>
      <pc:sldChg chg="modSp">
        <pc:chgData name="Daya Spindler" userId="S::daya.spindler@g.austincc.edu::d47267c9-b69c-4d84-8d8d-9eb6067b7650" providerId="AD" clId="Web-{A57995C0-4D50-97DA-DD91-407CA61D6DDF}" dt="2021-12-28T19:35:04.121" v="1" actId="20577"/>
        <pc:sldMkLst>
          <pc:docMk/>
          <pc:sldMk cId="4149221392" sldId="454"/>
        </pc:sldMkLst>
        <pc:spChg chg="mod">
          <ac:chgData name="Daya Spindler" userId="S::daya.spindler@g.austincc.edu::d47267c9-b69c-4d84-8d8d-9eb6067b7650" providerId="AD" clId="Web-{A57995C0-4D50-97DA-DD91-407CA61D6DDF}" dt="2021-12-28T19:35:04.121" v="1" actId="20577"/>
          <ac:spMkLst>
            <pc:docMk/>
            <pc:sldMk cId="4149221392" sldId="454"/>
            <ac:spMk id="5" creationId="{768FB6F7-A481-41DF-934F-28DB4F80864F}"/>
          </ac:spMkLst>
        </pc:spChg>
      </pc:sldChg>
      <pc:sldChg chg="modSp">
        <pc:chgData name="Daya Spindler" userId="S::daya.spindler@g.austincc.edu::d47267c9-b69c-4d84-8d8d-9eb6067b7650" providerId="AD" clId="Web-{A57995C0-4D50-97DA-DD91-407CA61D6DDF}" dt="2021-12-28T19:39:48.681" v="59" actId="20577"/>
        <pc:sldMkLst>
          <pc:docMk/>
          <pc:sldMk cId="2714056400" sldId="455"/>
        </pc:sldMkLst>
        <pc:spChg chg="mod">
          <ac:chgData name="Daya Spindler" userId="S::daya.spindler@g.austincc.edu::d47267c9-b69c-4d84-8d8d-9eb6067b7650" providerId="AD" clId="Web-{A57995C0-4D50-97DA-DD91-407CA61D6DDF}" dt="2021-12-28T19:36:58.405" v="12" actId="20577"/>
          <ac:spMkLst>
            <pc:docMk/>
            <pc:sldMk cId="2714056400" sldId="455"/>
            <ac:spMk id="7" creationId="{02598B23-8599-4380-8CAC-73D86CAD3A51}"/>
          </ac:spMkLst>
        </pc:spChg>
        <pc:spChg chg="mod">
          <ac:chgData name="Daya Spindler" userId="S::daya.spindler@g.austincc.edu::d47267c9-b69c-4d84-8d8d-9eb6067b7650" providerId="AD" clId="Web-{A57995C0-4D50-97DA-DD91-407CA61D6DDF}" dt="2021-12-28T19:39:48.681" v="59" actId="20577"/>
          <ac:spMkLst>
            <pc:docMk/>
            <pc:sldMk cId="2714056400" sldId="455"/>
            <ac:spMk id="1963015" creationId="{00000000-0000-0000-0000-000000000000}"/>
          </ac:spMkLst>
        </pc:spChg>
      </pc:sldChg>
      <pc:sldChg chg="modSp">
        <pc:chgData name="Daya Spindler" userId="S::daya.spindler@g.austincc.edu::d47267c9-b69c-4d84-8d8d-9eb6067b7650" providerId="AD" clId="Web-{A57995C0-4D50-97DA-DD91-407CA61D6DDF}" dt="2021-12-28T19:56:50.287" v="236" actId="20577"/>
        <pc:sldMkLst>
          <pc:docMk/>
          <pc:sldMk cId="1994995825" sldId="456"/>
        </pc:sldMkLst>
        <pc:spChg chg="mod">
          <ac:chgData name="Daya Spindler" userId="S::daya.spindler@g.austincc.edu::d47267c9-b69c-4d84-8d8d-9eb6067b7650" providerId="AD" clId="Web-{A57995C0-4D50-97DA-DD91-407CA61D6DDF}" dt="2021-12-28T19:38:37.533" v="22" actId="20577"/>
          <ac:spMkLst>
            <pc:docMk/>
            <pc:sldMk cId="1994995825" sldId="456"/>
            <ac:spMk id="7" creationId="{02598B23-8599-4380-8CAC-73D86CAD3A51}"/>
          </ac:spMkLst>
        </pc:spChg>
        <pc:spChg chg="mod">
          <ac:chgData name="Daya Spindler" userId="S::daya.spindler@g.austincc.edu::d47267c9-b69c-4d84-8d8d-9eb6067b7650" providerId="AD" clId="Web-{A57995C0-4D50-97DA-DD91-407CA61D6DDF}" dt="2021-12-28T19:56:50.287" v="236" actId="20577"/>
          <ac:spMkLst>
            <pc:docMk/>
            <pc:sldMk cId="1994995825" sldId="456"/>
            <ac:spMk id="1963015" creationId="{00000000-0000-0000-0000-000000000000}"/>
          </ac:spMkLst>
        </pc:spChg>
      </pc:sldChg>
      <pc:sldChg chg="modSp">
        <pc:chgData name="Daya Spindler" userId="S::daya.spindler@g.austincc.edu::d47267c9-b69c-4d84-8d8d-9eb6067b7650" providerId="AD" clId="Web-{A57995C0-4D50-97DA-DD91-407CA61D6DDF}" dt="2021-12-28T19:38:59.502" v="33" actId="20577"/>
        <pc:sldMkLst>
          <pc:docMk/>
          <pc:sldMk cId="1987252150" sldId="457"/>
        </pc:sldMkLst>
        <pc:spChg chg="mod">
          <ac:chgData name="Daya Spindler" userId="S::daya.spindler@g.austincc.edu::d47267c9-b69c-4d84-8d8d-9eb6067b7650" providerId="AD" clId="Web-{A57995C0-4D50-97DA-DD91-407CA61D6DDF}" dt="2021-12-28T19:38:59.502" v="33" actId="20577"/>
          <ac:spMkLst>
            <pc:docMk/>
            <pc:sldMk cId="1987252150" sldId="457"/>
            <ac:spMk id="19630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42A914E-ECB9-BBCC-B634-D51DB744BB56}"/>
              </a:ext>
            </a:extLst>
          </p:cNvPr>
          <p:cNvSpPr>
            <a:spLocks noGrp="1"/>
          </p:cNvSpPr>
          <p:nvPr>
            <p:ph type="dt" sz="quarter" idx="1"/>
          </p:nvPr>
        </p:nvSpPr>
        <p:spPr>
          <a:xfrm>
            <a:off x="2011680" y="0"/>
            <a:ext cx="4844733" cy="458788"/>
          </a:xfrm>
          <a:prstGeom prst="rect">
            <a:avLst/>
          </a:prstGeom>
        </p:spPr>
        <p:txBody>
          <a:bodyPr vert="horz" lIns="91440" tIns="45720" rIns="91440" bIns="45720" rtlCol="0"/>
          <a:lstStyle>
            <a:lvl1pPr algn="r">
              <a:defRPr sz="1200"/>
            </a:lvl1pPr>
          </a:lstStyle>
          <a:p>
            <a:r>
              <a:rPr lang="en-US" dirty="0"/>
              <a:t>COOPER: Foundations and Adult Health Nursing, 9th Edition</a:t>
            </a:r>
          </a:p>
          <a:p>
            <a:r>
              <a:rPr lang="en-US" dirty="0"/>
              <a:t>Chapter 12 Student Handout </a:t>
            </a:r>
          </a:p>
          <a:p>
            <a:endParaRPr lang="en-US" dirty="0"/>
          </a:p>
        </p:txBody>
      </p:sp>
      <p:sp>
        <p:nvSpPr>
          <p:cNvPr id="4" name="Footer Placeholder 3">
            <a:extLst>
              <a:ext uri="{FF2B5EF4-FFF2-40B4-BE49-F238E27FC236}">
                <a16:creationId xmlns:a16="http://schemas.microsoft.com/office/drawing/2014/main" id="{0DAEB899-BFC5-9344-8F04-F95577D24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ADDD7A-BDDA-E8B3-021D-B2E66F5280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162173-FEAA-4833-A5F7-D2A34249849A}" type="slidenum">
              <a:rPr lang="en-US" smtClean="0"/>
              <a:t>‹#›</a:t>
            </a:fld>
            <a:endParaRPr lang="en-US"/>
          </a:p>
        </p:txBody>
      </p:sp>
    </p:spTree>
    <p:extLst>
      <p:ext uri="{BB962C8B-B14F-4D97-AF65-F5344CB8AC3E}">
        <p14:creationId xmlns:p14="http://schemas.microsoft.com/office/powerpoint/2010/main" val="8018147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45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none" lIns="91440" tIns="45720" rIns="91440" bIns="45720" numCol="1" anchor="t" anchorCtr="0" compatLnSpc="1">
            <a:prstTxWarp prst="textNoShape">
              <a:avLst/>
            </a:prstTxWarp>
          </a:bodyPr>
          <a:lstStyle>
            <a:lvl1pPr>
              <a:defRPr sz="1200">
                <a:latin typeface="Arial" charset="0"/>
                <a:ea typeface="ＭＳ Ｐゴシック" charset="0"/>
                <a:cs typeface="+mn-cs"/>
              </a:defRPr>
            </a:lvl1pPr>
          </a:lstStyle>
          <a:p>
            <a:pPr>
              <a:defRPr/>
            </a:pPr>
            <a:endParaRPr lang="en-US" dirty="0"/>
          </a:p>
        </p:txBody>
      </p:sp>
      <p:sp>
        <p:nvSpPr>
          <p:cNvPr id="1944579"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none" lIns="91440" tIns="45720" rIns="91440" bIns="45720" numCol="1" anchor="t" anchorCtr="0" compatLnSpc="1">
            <a:prstTxWarp prst="textNoShape">
              <a:avLst/>
            </a:prstTxWarp>
          </a:bodyPr>
          <a:lstStyle>
            <a:lvl1pPr algn="r">
              <a:defRPr sz="1200">
                <a:latin typeface="Arial" charset="0"/>
                <a:ea typeface="ＭＳ Ｐゴシック" charset="0"/>
                <a:cs typeface="+mn-cs"/>
              </a:defRPr>
            </a:lvl1pPr>
          </a:lstStyle>
          <a:p>
            <a:pPr>
              <a:defRPr/>
            </a:pPr>
            <a:endParaRPr lang="en-US" dirty="0"/>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44581"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non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44582"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none" lIns="91440" tIns="45720" rIns="91440" bIns="45720" numCol="1" anchor="b" anchorCtr="0" compatLnSpc="1">
            <a:prstTxWarp prst="textNoShape">
              <a:avLst/>
            </a:prstTxWarp>
          </a:bodyPr>
          <a:lstStyle>
            <a:lvl1pPr>
              <a:defRPr sz="1200">
                <a:latin typeface="Arial" charset="0"/>
                <a:ea typeface="ＭＳ Ｐゴシック" charset="0"/>
                <a:cs typeface="+mn-cs"/>
              </a:defRPr>
            </a:lvl1pPr>
          </a:lstStyle>
          <a:p>
            <a:pPr>
              <a:defRPr/>
            </a:pPr>
            <a:endParaRPr lang="en-US" dirty="0"/>
          </a:p>
        </p:txBody>
      </p:sp>
      <p:sp>
        <p:nvSpPr>
          <p:cNvPr id="1944583"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none" lIns="91440" tIns="45720" rIns="91440" bIns="45720" numCol="1" anchor="b" anchorCtr="0" compatLnSpc="1">
            <a:prstTxWarp prst="textNoShape">
              <a:avLst/>
            </a:prstTxWarp>
          </a:bodyPr>
          <a:lstStyle>
            <a:lvl1pPr algn="r">
              <a:defRPr sz="1200">
                <a:latin typeface="Arial" pitchFamily="34" charset="0"/>
                <a:ea typeface="ＭＳ Ｐゴシック" pitchFamily="34" charset="-128"/>
                <a:cs typeface="+mn-cs"/>
              </a:defRPr>
            </a:lvl1pPr>
          </a:lstStyle>
          <a:p>
            <a:pPr>
              <a:defRPr/>
            </a:pPr>
            <a:fld id="{5BF81156-E6AF-44C8-BBE8-65F3689151C1}" type="slidenum">
              <a:rPr lang="en-US"/>
              <a:pPr>
                <a:defRPr/>
              </a:pPr>
              <a:t>‹#›</a:t>
            </a:fld>
            <a:endParaRPr lang="en-US" dirty="0"/>
          </a:p>
        </p:txBody>
      </p:sp>
    </p:spTree>
    <p:extLst>
      <p:ext uri="{BB962C8B-B14F-4D97-AF65-F5344CB8AC3E}">
        <p14:creationId xmlns:p14="http://schemas.microsoft.com/office/powerpoint/2010/main" val="751957324"/>
      </p:ext>
    </p:extLst>
  </p:cSld>
  <p:clrMap bg1="lt1" tx1="dk1" bg2="lt2" tx2="dk2" accent1="accent1" accent2="accent2" accent3="accent3" accent4="accent4" accent5="accent5" accent6="accent6" hlink="hlink" folHlink="folHlink"/>
  <p:notesStyle>
    <a:lvl1pPr marL="1714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ＭＳ Ｐゴシック" charset="0"/>
      </a:defRPr>
    </a:lvl1pPr>
    <a:lvl2pPr marL="6286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2pPr>
    <a:lvl3pPr marL="10858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3pPr>
    <a:lvl4pPr marL="15430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4pPr>
    <a:lvl5pPr marL="2000250" indent="-171450" algn="l" rtl="0" eaLnBrk="0" fontAlgn="base" hangingPunct="0">
      <a:spcBef>
        <a:spcPct val="30000"/>
      </a:spcBef>
      <a:spcAft>
        <a:spcPct val="0"/>
      </a:spcAft>
      <a:buFont typeface="Arial" pitchFamily="34" charset="0"/>
      <a:buChar char="•"/>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2</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3</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extLst>
      <p:ext uri="{BB962C8B-B14F-4D97-AF65-F5344CB8AC3E}">
        <p14:creationId xmlns:p14="http://schemas.microsoft.com/office/powerpoint/2010/main" val="1780145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a:ea typeface="ＭＳ Ｐゴシック"/>
                <a:cs typeface="Arial"/>
              </a:rPr>
              <a:t>How might vital signs signify a problem?</a:t>
            </a:r>
          </a:p>
          <a:p>
            <a:endParaRPr lang="en-US" dirty="0">
              <a:cs typeface="Arial"/>
            </a:endParaRPr>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4</a:t>
            </a:fld>
            <a:endParaRPr lang="en-US" dirty="0"/>
          </a:p>
        </p:txBody>
      </p:sp>
    </p:spTree>
    <p:extLst>
      <p:ext uri="{BB962C8B-B14F-4D97-AF65-F5344CB8AC3E}">
        <p14:creationId xmlns:p14="http://schemas.microsoft.com/office/powerpoint/2010/main" val="2148384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Why is important for the nurse to know the normal ranges for the vital signs?</a:t>
            </a:r>
          </a:p>
          <a:p>
            <a:r>
              <a:rPr lang="en-US" altLang="en-US" dirty="0">
                <a:latin typeface="Arial" panose="020B0604020202020204" pitchFamily="34" charset="0"/>
              </a:rPr>
              <a:t>How do diseases cause changes in vital signs?</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5</a:t>
            </a:fld>
            <a:endParaRPr lang="en-US" dirty="0"/>
          </a:p>
        </p:txBody>
      </p:sp>
    </p:spTree>
    <p:extLst>
      <p:ext uri="{BB962C8B-B14F-4D97-AF65-F5344CB8AC3E}">
        <p14:creationId xmlns:p14="http://schemas.microsoft.com/office/powerpoint/2010/main" val="2493425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How does metabolism affect temperature?</a:t>
            </a:r>
          </a:p>
          <a:p>
            <a:r>
              <a:rPr lang="en-US" altLang="en-US" dirty="0">
                <a:latin typeface="Arial" panose="020B0604020202020204" pitchFamily="34" charset="0"/>
              </a:rPr>
              <a:t>Discuss what factors affect body temperature.</a:t>
            </a:r>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6</a:t>
            </a:fld>
            <a:endParaRPr lang="en-US" dirty="0"/>
          </a:p>
        </p:txBody>
      </p:sp>
    </p:spTree>
    <p:extLst>
      <p:ext uri="{BB962C8B-B14F-4D97-AF65-F5344CB8AC3E}">
        <p14:creationId xmlns:p14="http://schemas.microsoft.com/office/powerpoint/2010/main" val="3598752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Discuss the differences between heat-sensitive patches and electronic thermometers.</a:t>
            </a:r>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7</a:t>
            </a:fld>
            <a:endParaRPr lang="en-US" dirty="0"/>
          </a:p>
        </p:txBody>
      </p:sp>
    </p:spTree>
    <p:extLst>
      <p:ext uri="{BB962C8B-B14F-4D97-AF65-F5344CB8AC3E}">
        <p14:creationId xmlns:p14="http://schemas.microsoft.com/office/powerpoint/2010/main" val="505163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What is the difference between systolic and diastolic blood pressure?</a:t>
            </a:r>
          </a:p>
          <a:p>
            <a:r>
              <a:rPr lang="en-US" altLang="en-US" dirty="0">
                <a:latin typeface="Arial" panose="020B0604020202020204" pitchFamily="34" charset="0"/>
              </a:rPr>
              <a:t>Discuss the different Korotkoff sounds that may be auscultated.</a:t>
            </a:r>
          </a:p>
          <a:p>
            <a:r>
              <a:rPr lang="en-US" altLang="en-US" dirty="0">
                <a:latin typeface="Arial" panose="020B0604020202020204" pitchFamily="34" charset="0"/>
              </a:rPr>
              <a:t>Discuss the different cuff sizes.</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12</a:t>
            </a:fld>
            <a:endParaRPr lang="en-US" dirty="0"/>
          </a:p>
        </p:txBody>
      </p:sp>
    </p:spTree>
    <p:extLst>
      <p:ext uri="{BB962C8B-B14F-4D97-AF65-F5344CB8AC3E}">
        <p14:creationId xmlns:p14="http://schemas.microsoft.com/office/powerpoint/2010/main" val="2092502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14</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extLst>
      <p:ext uri="{BB962C8B-B14F-4D97-AF65-F5344CB8AC3E}">
        <p14:creationId xmlns:p14="http://schemas.microsoft.com/office/powerpoint/2010/main" val="2313679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ln>
            <a:miter lim="800000"/>
            <a:headEnd/>
            <a:tailEnd/>
          </a:ln>
        </p:spPr>
        <p:txBody>
          <a:bodyPr/>
          <a:lstStyle/>
          <a:p>
            <a:pPr>
              <a:defRPr/>
            </a:pPr>
            <a:fld id="{1EC53791-3B67-456B-BE62-314E38E80534}" type="slidenum">
              <a:rPr lang="en-US" smtClean="0">
                <a:latin typeface="Arial" charset="0"/>
                <a:ea typeface="ＭＳ Ｐゴシック" charset="-128"/>
              </a:rPr>
              <a:pPr>
                <a:defRPr/>
              </a:pPr>
              <a:t>15</a:t>
            </a:fld>
            <a:endParaRPr lang="en-US" dirty="0">
              <a:latin typeface="Arial" charset="0"/>
              <a:ea typeface="ＭＳ Ｐゴシック" charset="-128"/>
            </a:endParaRPr>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a:buFont typeface="+mj-lt"/>
              <a:buNone/>
            </a:pPr>
            <a:endParaRPr lang="en-US" dirty="0">
              <a:ea typeface="ＭＳ Ｐゴシック" pitchFamily="34" charset="-128"/>
            </a:endParaRPr>
          </a:p>
        </p:txBody>
      </p:sp>
    </p:spTree>
    <p:extLst>
      <p:ext uri="{BB962C8B-B14F-4D97-AF65-F5344CB8AC3E}">
        <p14:creationId xmlns:p14="http://schemas.microsoft.com/office/powerpoint/2010/main" val="2932101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a:ea typeface="ＭＳ Ｐゴシック"/>
                <a:cs typeface="Arial"/>
              </a:rPr>
              <a:t>Discuss the types of diseases that would cause a patient to gain or lose weight.</a:t>
            </a:r>
          </a:p>
          <a:p>
            <a:pPr marR="0" lvl="0" algn="l" defTabSz="914400" rtl="0" eaLnBrk="0" fontAlgn="base" latinLnBrk="0" hangingPunct="0">
              <a:lnSpc>
                <a:spcPct val="100000"/>
              </a:lnSpc>
              <a:spcBef>
                <a:spcPct val="30000"/>
              </a:spcBef>
              <a:spcAft>
                <a:spcPct val="0"/>
              </a:spcAft>
              <a:buClrTx/>
              <a:buSzTx/>
              <a:tabLst/>
              <a:defRPr/>
            </a:pPr>
            <a:endParaRPr lang="en-US" dirty="0">
              <a:cs typeface="Arial"/>
            </a:endParaRPr>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18</a:t>
            </a:fld>
            <a:endParaRPr lang="en-US" dirty="0"/>
          </a:p>
        </p:txBody>
      </p:sp>
    </p:spTree>
    <p:extLst>
      <p:ext uri="{BB962C8B-B14F-4D97-AF65-F5344CB8AC3E}">
        <p14:creationId xmlns:p14="http://schemas.microsoft.com/office/powerpoint/2010/main" val="1960613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Discuss the different reasons vitals are done at different intervals for different patient situations.</a:t>
            </a:r>
          </a:p>
          <a:p>
            <a:r>
              <a:rPr lang="en-US" altLang="en-US" dirty="0">
                <a:latin typeface="Arial" panose="020B0604020202020204" pitchFamily="34" charset="0"/>
              </a:rPr>
              <a:t>Discuss considerations that should be assessed when obtaining vital signs.</a:t>
            </a:r>
          </a:p>
          <a:p>
            <a:r>
              <a:rPr lang="en-US" altLang="en-US" dirty="0">
                <a:latin typeface="Arial" panose="020B0604020202020204" pitchFamily="34" charset="0"/>
              </a:rPr>
              <a:t>Give examples of reasons vital signs would be different during different times of day.</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19</a:t>
            </a:fld>
            <a:endParaRPr lang="en-US" dirty="0"/>
          </a:p>
        </p:txBody>
      </p:sp>
    </p:spTree>
    <p:extLst>
      <p:ext uri="{BB962C8B-B14F-4D97-AF65-F5344CB8AC3E}">
        <p14:creationId xmlns:p14="http://schemas.microsoft.com/office/powerpoint/2010/main" val="243397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altLang="en-US" dirty="0">
                <a:latin typeface="Arial" panose="020B0604020202020204" pitchFamily="34" charset="0"/>
              </a:rPr>
              <a:t>Discuss the different types of graphic flow sheets.</a:t>
            </a:r>
          </a:p>
          <a:p>
            <a:endParaRPr lang="en-US" dirty="0"/>
          </a:p>
        </p:txBody>
      </p:sp>
      <p:sp>
        <p:nvSpPr>
          <p:cNvPr id="4" name="Slide Number Placeholder 3"/>
          <p:cNvSpPr>
            <a:spLocks noGrp="1"/>
          </p:cNvSpPr>
          <p:nvPr>
            <p:ph type="sldNum" sz="quarter" idx="5"/>
          </p:nvPr>
        </p:nvSpPr>
        <p:spPr/>
        <p:txBody>
          <a:bodyPr/>
          <a:lstStyle/>
          <a:p>
            <a:pPr>
              <a:defRPr/>
            </a:pPr>
            <a:fld id="{5BF81156-E6AF-44C8-BBE8-65F3689151C1}" type="slidenum">
              <a:rPr lang="en-US" smtClean="0"/>
              <a:pPr>
                <a:defRPr/>
              </a:pPr>
              <a:t>23</a:t>
            </a:fld>
            <a:endParaRPr lang="en-US" dirty="0"/>
          </a:p>
        </p:txBody>
      </p:sp>
    </p:spTree>
    <p:extLst>
      <p:ext uri="{BB962C8B-B14F-4D97-AF65-F5344CB8AC3E}">
        <p14:creationId xmlns:p14="http://schemas.microsoft.com/office/powerpoint/2010/main" val="37463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7BC70723-5CE8-499C-9971-E4BA18B80ED9}" type="slidenum">
              <a:rPr lang="en-GB"/>
              <a:pPr>
                <a:defRPr/>
              </a:pPr>
              <a:t>‹#›</a:t>
            </a:fld>
            <a:endParaRPr lang="en-GB" dirty="0"/>
          </a:p>
        </p:txBody>
      </p:sp>
      <p:sp>
        <p:nvSpPr>
          <p:cNvPr id="7" name="Footer Placeholder 1">
            <a:extLst>
              <a:ext uri="{FF2B5EF4-FFF2-40B4-BE49-F238E27FC236}">
                <a16:creationId xmlns:a16="http://schemas.microsoft.com/office/drawing/2014/main" id="{3487AE73-3EFF-4555-9FC5-23593D6540B4}"/>
              </a:ext>
            </a:extLst>
          </p:cNvPr>
          <p:cNvSpPr>
            <a:spLocks noGrp="1"/>
          </p:cNvSpPr>
          <p:nvPr>
            <p:ph type="ftr" sz="quarter" idx="11"/>
          </p:nvPr>
        </p:nvSpPr>
        <p:spPr>
          <a:xfrm>
            <a:off x="1371600" y="6359525"/>
            <a:ext cx="6343650" cy="381000"/>
          </a:xfrm>
          <a:prstGeom prst="rect">
            <a:avLst/>
          </a:prstGeom>
        </p:spPr>
        <p:txBody>
          <a:bodyPr/>
          <a:lstStyle>
            <a:lvl1pPr algn="ctr">
              <a:defRPr sz="900">
                <a:solidFill>
                  <a:schemeClr val="bg2"/>
                </a:solidFill>
              </a:defRPr>
            </a:lvl1pPr>
          </a:lstStyle>
          <a:p>
            <a:pPr>
              <a:defRPr/>
            </a:pP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E234264E-8860-42A2-83C5-41782AA54ED9}" type="slidenum">
              <a:rPr lang="en-GB"/>
              <a:pPr>
                <a:defRPr/>
              </a:pPr>
              <a:t>‹#›</a:t>
            </a:fld>
            <a:endParaRPr lang="en-GB" dirty="0"/>
          </a:p>
        </p:txBody>
      </p:sp>
      <p:sp>
        <p:nvSpPr>
          <p:cNvPr id="5" name="Footer Placeholder 1">
            <a:extLst>
              <a:ext uri="{FF2B5EF4-FFF2-40B4-BE49-F238E27FC236}">
                <a16:creationId xmlns:a16="http://schemas.microsoft.com/office/drawing/2014/main" id="{37759797-3D2C-4F47-AED4-0E8ADB422719}"/>
              </a:ext>
            </a:extLst>
          </p:cNvPr>
          <p:cNvSpPr>
            <a:spLocks noGrp="1"/>
          </p:cNvSpPr>
          <p:nvPr>
            <p:ph type="ftr" sz="quarter" idx="11"/>
          </p:nvPr>
        </p:nvSpPr>
        <p:spPr>
          <a:xfrm>
            <a:off x="1371600" y="6359525"/>
            <a:ext cx="6343650" cy="381000"/>
          </a:xfrm>
          <a:prstGeom prst="rect">
            <a:avLst/>
          </a:prstGeom>
        </p:spPr>
        <p:txBody>
          <a:bodyPr/>
          <a:lstStyle>
            <a:lvl1pPr algn="ctr">
              <a:defRPr sz="900">
                <a:solidFill>
                  <a:schemeClr val="bg2"/>
                </a:solidFill>
              </a:defRPr>
            </a:lvl1pPr>
          </a:lstStyle>
          <a:p>
            <a:pPr>
              <a:defRPr/>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5AAB81D7-0106-4E41-AE2E-2E4047E24355}" type="slidenum">
              <a:rPr lang="en-GB"/>
              <a:pPr>
                <a:defRPr/>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A4177A3A-15AF-4BAA-AB48-4B3B002C0523}" type="slidenum">
              <a:rPr lang="en-GB"/>
              <a:pPr>
                <a:defRPr/>
              </a:pPr>
              <a:t>‹#›</a:t>
            </a:fld>
            <a:endParaRPr lang="en-GB" dirty="0"/>
          </a:p>
        </p:txBody>
      </p:sp>
      <p:sp>
        <p:nvSpPr>
          <p:cNvPr id="6" name="Footer Placeholder 1">
            <a:extLst>
              <a:ext uri="{FF2B5EF4-FFF2-40B4-BE49-F238E27FC236}">
                <a16:creationId xmlns:a16="http://schemas.microsoft.com/office/drawing/2014/main" id="{C81CECAA-A39B-467B-A776-CD395CF9DC86}"/>
              </a:ext>
            </a:extLst>
          </p:cNvPr>
          <p:cNvSpPr>
            <a:spLocks noGrp="1"/>
          </p:cNvSpPr>
          <p:nvPr>
            <p:ph type="ftr" sz="quarter" idx="3"/>
          </p:nvPr>
        </p:nvSpPr>
        <p:spPr>
          <a:xfrm>
            <a:off x="1371600" y="6359525"/>
            <a:ext cx="6343650" cy="381000"/>
          </a:xfrm>
          <a:prstGeom prst="rect">
            <a:avLst/>
          </a:prstGeom>
        </p:spPr>
        <p:txBody>
          <a:bodyPr/>
          <a:lstStyle>
            <a:lvl1pPr algn="ctr">
              <a:defRPr sz="800">
                <a:solidFill>
                  <a:schemeClr val="bg2"/>
                </a:solidFill>
              </a:defRPr>
            </a:lvl1pPr>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a:ln/>
        </p:spPr>
        <p:txBody>
          <a:bodyPr/>
          <a:lstStyle>
            <a:lvl1pPr>
              <a:defRPr/>
            </a:lvl1pPr>
          </a:lstStyle>
          <a:p>
            <a:pPr>
              <a:defRPr/>
            </a:pPr>
            <a:r>
              <a:rPr lang="en-GB" dirty="0"/>
              <a:t> </a:t>
            </a:r>
            <a:fld id="{265A3104-DFC4-492D-B3D0-C3C246A48F5B}" type="slidenum">
              <a:rPr lang="en-GB"/>
              <a:pPr>
                <a:defRPr/>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13"/>
          <p:cNvSpPr>
            <a:spLocks noGrp="1" noChangeArrowheads="1"/>
          </p:cNvSpPr>
          <p:nvPr>
            <p:ph type="sldNum" sz="quarter" idx="10"/>
          </p:nvPr>
        </p:nvSpPr>
        <p:spPr>
          <a:ln/>
        </p:spPr>
        <p:txBody>
          <a:bodyPr/>
          <a:lstStyle>
            <a:lvl1pPr>
              <a:defRPr/>
            </a:lvl1pPr>
          </a:lstStyle>
          <a:p>
            <a:pPr>
              <a:defRPr/>
            </a:pPr>
            <a:r>
              <a:rPr lang="en-GB" dirty="0"/>
              <a:t> </a:t>
            </a:r>
            <a:fld id="{71EFB42C-6A15-4A9A-871B-37380EDB6A26}" type="slidenum">
              <a:rPr lang="en-GB"/>
              <a:pPr>
                <a:defRPr/>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71EFB42C-6A15-4A9A-871B-37380EDB6A26}" type="slidenum">
              <a:rPr lang="en-GB" smtClean="0"/>
              <a:pPr>
                <a:defRPr/>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FCA15E23-B403-4680-BAA9-DB5D51A8CFD2}" type="slidenum">
              <a:rPr lang="en-GB"/>
              <a:pPr>
                <a:defRPr/>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D72A011B-01AE-4CD8-834B-21DB9583C27C}" type="slidenum">
              <a:rPr lang="en-GB"/>
              <a:pPr>
                <a:defRPr/>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A7D6F96D-A6E5-45AB-8576-3F1772613DA6}" type="slidenum">
              <a:rPr lang="en-GB"/>
              <a:pPr>
                <a:defRPr/>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3E21C735-DADD-43D3-9408-D21FA5E14BBC}" type="slidenum">
              <a:rPr lang="en-GB"/>
              <a:pPr>
                <a:defRPr/>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8D8B011C-2750-47E8-9990-D6261FE36FA6}" type="slidenum">
              <a:rPr lang="en-GB"/>
              <a:pPr>
                <a:defRPr/>
              </a:pPr>
              <a:t>‹#›</a:t>
            </a:fld>
            <a:endParaRPr lang="en-GB"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C0F24A53-2415-4DAD-BD6A-1D9F5DDAF533}" type="slidenum">
              <a:rPr lang="en-GB"/>
              <a:pPr>
                <a:defRPr/>
              </a:pPr>
              <a:t>‹#›</a:t>
            </a:fld>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22078F67-8AE8-4E9C-AA54-76CE029A507A}" type="slidenum">
              <a:rPr lang="en-GB"/>
              <a:pPr>
                <a:defRPr/>
              </a:pPr>
              <a:t>‹#›</a:t>
            </a:fld>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8B9D621F-A6F6-4120-BD22-05C76ECD157E}" type="slidenum">
              <a:rPr lang="en-GB"/>
              <a:pPr>
                <a:defRPr/>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a:ln/>
        </p:spPr>
        <p:txBody>
          <a:bodyPr/>
          <a:lstStyle>
            <a:lvl1pPr>
              <a:defRPr/>
            </a:lvl1pPr>
          </a:lstStyle>
          <a:p>
            <a:pPr>
              <a:defRPr/>
            </a:pPr>
            <a:r>
              <a:rPr lang="en-GB" dirty="0"/>
              <a:t> </a:t>
            </a:r>
            <a:fld id="{200D131F-949B-4E5B-BE81-7C14B29CC9F1}" type="slidenum">
              <a:rPr lang="en-GB"/>
              <a:pPr>
                <a:defRPr/>
              </a:pPr>
              <a:t>‹#›</a:t>
            </a:fld>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p:cNvSpPr>
            <a:spLocks noGrp="1" noChangeArrowheads="1"/>
          </p:cNvSpPr>
          <p:nvPr>
            <p:ph type="sldNum" sz="quarter" idx="10"/>
          </p:nvPr>
        </p:nvSpPr>
        <p:spPr>
          <a:ln/>
        </p:spPr>
        <p:txBody>
          <a:bodyPr/>
          <a:lstStyle>
            <a:lvl1pPr>
              <a:defRPr/>
            </a:lvl1pPr>
          </a:lstStyle>
          <a:p>
            <a:pPr>
              <a:defRPr/>
            </a:pPr>
            <a:r>
              <a:rPr lang="en-GB" dirty="0"/>
              <a:t> </a:t>
            </a:r>
            <a:fld id="{8EBBF4AC-9420-466C-AD9E-FD6592AADD28}" type="slidenum">
              <a:rPr lang="en-GB"/>
              <a:pPr>
                <a:defRPr/>
              </a:pPr>
              <a:t>‹#›</a:t>
            </a:fld>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r>
              <a:rPr lang="en-GB" dirty="0"/>
              <a:t> </a:t>
            </a:r>
            <a:fld id="{97B28123-2912-48D2-AF42-C274BD8D6B10}" type="slidenum">
              <a:rPr lang="en-GB"/>
              <a:pPr>
                <a:defRPr/>
              </a:pPr>
              <a:t>‹#›</a:t>
            </a:fld>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C6C156E8-9280-4352-B33B-89F3740952CA}" type="slidenum">
              <a:rPr lang="en-GB"/>
              <a:pPr>
                <a:defRPr/>
              </a:pPr>
              <a:t>‹#›</a:t>
            </a:fld>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r>
              <a:rPr lang="en-GB" dirty="0"/>
              <a:t> </a:t>
            </a:r>
            <a:fld id="{75BEE1B7-10AA-4C75-B080-000D6057ADAD}" type="slidenum">
              <a:rPr lang="en-GB"/>
              <a:pPr>
                <a:defRPr/>
              </a:pPr>
              <a:t>‹#›</a:t>
            </a:fld>
            <a:endParaRPr lang="en-GB"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198644BA-AE6D-4C74-A6DD-E08DB08BD49A}" type="slidenum">
              <a:rPr lang="en-GB"/>
              <a:pPr>
                <a:defRPr/>
              </a:pPr>
              <a:t>‹#›</a:t>
            </a:fld>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GB" dirty="0"/>
              <a:t> </a:t>
            </a:r>
            <a:fld id="{77F366DB-197B-47FE-868E-147B370B9598}" type="slidenum">
              <a:rPr lang="en-GB"/>
              <a:pPr>
                <a:defRPr/>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28600"/>
            <a:ext cx="7772400" cy="12192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GB" dirty="0"/>
              <a:t>Click to edit Master title style</a:t>
            </a:r>
          </a:p>
        </p:txBody>
      </p:sp>
      <p:sp>
        <p:nvSpPr>
          <p:cNvPr id="1027" name="Rectangle 3"/>
          <p:cNvSpPr>
            <a:spLocks noGrp="1" noChangeArrowheads="1"/>
          </p:cNvSpPr>
          <p:nvPr>
            <p:ph type="body" idx="1"/>
          </p:nvPr>
        </p:nvSpPr>
        <p:spPr bwMode="auto">
          <a:xfrm>
            <a:off x="685800" y="1641475"/>
            <a:ext cx="7772400" cy="4454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109" name="Rectangle 13"/>
          <p:cNvSpPr>
            <a:spLocks noGrp="1" noChangeArrowheads="1"/>
          </p:cNvSpPr>
          <p:nvPr>
            <p:ph type="sldNum" sz="quarter" idx="4"/>
          </p:nvPr>
        </p:nvSpPr>
        <p:spPr bwMode="auto">
          <a:xfrm>
            <a:off x="7715250" y="6359525"/>
            <a:ext cx="132715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000" i="0" smtClean="0">
                <a:solidFill>
                  <a:schemeClr val="bg2"/>
                </a:solidFill>
                <a:ea typeface="ＭＳ Ｐゴシック" charset="-128"/>
                <a:cs typeface="Arial" charset="0"/>
              </a:defRPr>
            </a:lvl1pPr>
          </a:lstStyle>
          <a:p>
            <a:pPr>
              <a:defRPr/>
            </a:pPr>
            <a:r>
              <a:rPr lang="en-GB" dirty="0"/>
              <a:t> </a:t>
            </a:r>
            <a:fld id="{71EFB42C-6A15-4A9A-871B-37380EDB6A26}" type="slidenum">
              <a:rPr lang="en-GB" smtClean="0"/>
              <a:pPr>
                <a:defRPr/>
              </a:pPr>
              <a:t>‹#›</a:t>
            </a:fld>
            <a:endParaRPr lang="en-GB" dirty="0"/>
          </a:p>
          <a:p>
            <a:pPr>
              <a:defRPr/>
            </a:pPr>
            <a:endParaRPr lang="en-GB" dirty="0"/>
          </a:p>
        </p:txBody>
      </p:sp>
      <p:sp>
        <p:nvSpPr>
          <p:cNvPr id="6" name="Footer Placeholder 1">
            <a:extLst>
              <a:ext uri="{FF2B5EF4-FFF2-40B4-BE49-F238E27FC236}">
                <a16:creationId xmlns:a16="http://schemas.microsoft.com/office/drawing/2014/main" id="{EC67DEBA-1458-4D94-8AC0-2EE32DB11D95}"/>
              </a:ext>
            </a:extLst>
          </p:cNvPr>
          <p:cNvSpPr>
            <a:spLocks noGrp="1"/>
          </p:cNvSpPr>
          <p:nvPr>
            <p:ph type="ftr" sz="quarter" idx="3"/>
          </p:nvPr>
        </p:nvSpPr>
        <p:spPr>
          <a:xfrm>
            <a:off x="1371600" y="6359525"/>
            <a:ext cx="6343650" cy="381000"/>
          </a:xfrm>
          <a:prstGeom prst="rect">
            <a:avLst/>
          </a:prstGeom>
        </p:spPr>
        <p:txBody>
          <a:bodyPr/>
          <a:lstStyle>
            <a:lvl1pPr algn="ctr">
              <a:defRPr sz="800">
                <a:solidFill>
                  <a:schemeClr val="bg2"/>
                </a:solidFill>
              </a:defRPr>
            </a:lvl1pPr>
          </a:lstStyle>
          <a:p>
            <a:pPr>
              <a:defRPr/>
            </a:pPr>
            <a:endParaRPr lang="en-US" dirty="0"/>
          </a:p>
        </p:txBody>
      </p:sp>
      <p:pic>
        <p:nvPicPr>
          <p:cNvPr id="7" name="Picture 6">
            <a:extLst>
              <a:ext uri="{FF2B5EF4-FFF2-40B4-BE49-F238E27FC236}">
                <a16:creationId xmlns:a16="http://schemas.microsoft.com/office/drawing/2014/main" id="{1454F168-E1BE-4F14-F693-24B554C8E12F}"/>
              </a:ext>
              <a:ext uri="{C183D7F6-B498-43B3-948B-1728B52AA6E4}">
                <adec:decorative xmlns:adec="http://schemas.microsoft.com/office/drawing/2017/decorative" val="1"/>
              </a:ext>
            </a:extLst>
          </p:cNvPr>
          <p:cNvPicPr>
            <a:picLocks noChangeAspect="1"/>
          </p:cNvPicPr>
          <p:nvPr userDrawn="1"/>
        </p:nvPicPr>
        <p:blipFill>
          <a:blip r:embed="rId13"/>
          <a:stretch>
            <a:fillRect/>
          </a:stretch>
        </p:blipFill>
        <p:spPr>
          <a:xfrm>
            <a:off x="3068637" y="6427763"/>
            <a:ext cx="3006725" cy="244523"/>
          </a:xfrm>
          <a:prstGeom prst="rect">
            <a:avLst/>
          </a:prstGeom>
        </p:spPr>
      </p:pic>
    </p:spTree>
  </p:cSld>
  <p:clrMap bg1="dk2" tx1="lt1" bg2="dk1"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ctr" rtl="0" eaLnBrk="0" fontAlgn="base" hangingPunct="0">
        <a:spcBef>
          <a:spcPct val="0"/>
        </a:spcBef>
        <a:spcAft>
          <a:spcPct val="0"/>
        </a:spcAft>
        <a:defRPr sz="3600">
          <a:solidFill>
            <a:schemeClr val="bg2"/>
          </a:solidFill>
          <a:latin typeface="+mj-lt"/>
          <a:ea typeface="+mj-ea"/>
          <a:cs typeface="+mj-cs"/>
        </a:defRPr>
      </a:lvl1pPr>
      <a:lvl2pPr algn="ctr" rtl="0" eaLnBrk="0" fontAlgn="base" hangingPunct="0">
        <a:spcBef>
          <a:spcPct val="0"/>
        </a:spcBef>
        <a:spcAft>
          <a:spcPct val="0"/>
        </a:spcAft>
        <a:defRPr sz="3400">
          <a:solidFill>
            <a:schemeClr val="bg2"/>
          </a:solidFill>
          <a:latin typeface="ArialMT" pitchFamily="34" charset="0"/>
          <a:ea typeface="ＭＳ Ｐゴシック" charset="-128"/>
        </a:defRPr>
      </a:lvl2pPr>
      <a:lvl3pPr algn="ctr" rtl="0" eaLnBrk="0" fontAlgn="base" hangingPunct="0">
        <a:spcBef>
          <a:spcPct val="0"/>
        </a:spcBef>
        <a:spcAft>
          <a:spcPct val="0"/>
        </a:spcAft>
        <a:defRPr sz="3400">
          <a:solidFill>
            <a:schemeClr val="bg2"/>
          </a:solidFill>
          <a:latin typeface="ArialMT" pitchFamily="34" charset="0"/>
          <a:ea typeface="ＭＳ Ｐゴシック" charset="-128"/>
        </a:defRPr>
      </a:lvl3pPr>
      <a:lvl4pPr algn="ctr" rtl="0" eaLnBrk="0" fontAlgn="base" hangingPunct="0">
        <a:spcBef>
          <a:spcPct val="0"/>
        </a:spcBef>
        <a:spcAft>
          <a:spcPct val="0"/>
        </a:spcAft>
        <a:defRPr sz="3400">
          <a:solidFill>
            <a:schemeClr val="bg2"/>
          </a:solidFill>
          <a:latin typeface="ArialMT" pitchFamily="34" charset="0"/>
          <a:ea typeface="ＭＳ Ｐゴシック" charset="-128"/>
        </a:defRPr>
      </a:lvl4pPr>
      <a:lvl5pPr algn="ctr" rtl="0" eaLnBrk="0" fontAlgn="base" hangingPunct="0">
        <a:spcBef>
          <a:spcPct val="0"/>
        </a:spcBef>
        <a:spcAft>
          <a:spcPct val="0"/>
        </a:spcAft>
        <a:defRPr sz="3400">
          <a:solidFill>
            <a:schemeClr val="bg2"/>
          </a:solidFill>
          <a:latin typeface="ArialMT" pitchFamily="34" charset="0"/>
          <a:ea typeface="ＭＳ Ｐゴシック" charset="-128"/>
        </a:defRPr>
      </a:lvl5pPr>
      <a:lvl6pPr marL="457200" algn="ctr" rtl="0" fontAlgn="base">
        <a:spcBef>
          <a:spcPct val="0"/>
        </a:spcBef>
        <a:spcAft>
          <a:spcPct val="0"/>
        </a:spcAft>
        <a:defRPr sz="4000">
          <a:solidFill>
            <a:schemeClr val="bg2"/>
          </a:solidFill>
          <a:latin typeface="ArialMT" pitchFamily="34" charset="0"/>
          <a:ea typeface="ＭＳ Ｐゴシック" charset="-128"/>
        </a:defRPr>
      </a:lvl6pPr>
      <a:lvl7pPr marL="914400" algn="ctr" rtl="0" fontAlgn="base">
        <a:spcBef>
          <a:spcPct val="0"/>
        </a:spcBef>
        <a:spcAft>
          <a:spcPct val="0"/>
        </a:spcAft>
        <a:defRPr sz="4000">
          <a:solidFill>
            <a:schemeClr val="bg2"/>
          </a:solidFill>
          <a:latin typeface="ArialMT" pitchFamily="34" charset="0"/>
          <a:ea typeface="ＭＳ Ｐゴシック" charset="-128"/>
        </a:defRPr>
      </a:lvl7pPr>
      <a:lvl8pPr marL="1371600" algn="ctr" rtl="0" fontAlgn="base">
        <a:spcBef>
          <a:spcPct val="0"/>
        </a:spcBef>
        <a:spcAft>
          <a:spcPct val="0"/>
        </a:spcAft>
        <a:defRPr sz="4000">
          <a:solidFill>
            <a:schemeClr val="bg2"/>
          </a:solidFill>
          <a:latin typeface="ArialMT" pitchFamily="34" charset="0"/>
          <a:ea typeface="ＭＳ Ｐゴシック" charset="-128"/>
        </a:defRPr>
      </a:lvl8pPr>
      <a:lvl9pPr marL="1828800" algn="ctr" rtl="0" fontAlgn="base">
        <a:spcBef>
          <a:spcPct val="0"/>
        </a:spcBef>
        <a:spcAft>
          <a:spcPct val="0"/>
        </a:spcAft>
        <a:defRPr sz="4000">
          <a:solidFill>
            <a:schemeClr val="bg2"/>
          </a:solidFill>
          <a:latin typeface="ArialMT" pitchFamily="34" charset="0"/>
          <a:ea typeface="ＭＳ Ｐゴシック" charset="-128"/>
        </a:defRPr>
      </a:lvl9pPr>
    </p:titleStyle>
    <p:bodyStyle>
      <a:lvl1pPr marL="342900" indent="-342900" algn="l" rtl="0" eaLnBrk="0" fontAlgn="base" hangingPunct="0">
        <a:spcBef>
          <a:spcPct val="20000"/>
        </a:spcBef>
        <a:spcAft>
          <a:spcPct val="0"/>
        </a:spcAft>
        <a:buClr>
          <a:schemeClr val="bg1"/>
        </a:buClr>
        <a:buSzPct val="70000"/>
        <a:buFont typeface="Wingdings 2" pitchFamily="18"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chemeClr val="bg1"/>
        </a:buClr>
        <a:buSzPct val="70000"/>
        <a:buFont typeface="Wingdings" pitchFamily="2" charset="2"/>
        <a:buChar char="Ø"/>
        <a:defRPr sz="2400">
          <a:solidFill>
            <a:schemeClr val="bg2"/>
          </a:solidFill>
          <a:latin typeface="+mn-lt"/>
          <a:ea typeface="+mn-ea"/>
        </a:defRPr>
      </a:lvl2pPr>
      <a:lvl3pPr marL="1143000" indent="-228600" algn="l" rtl="0" eaLnBrk="0" fontAlgn="base" hangingPunct="0">
        <a:spcBef>
          <a:spcPct val="20000"/>
        </a:spcBef>
        <a:spcAft>
          <a:spcPct val="0"/>
        </a:spcAft>
        <a:buClr>
          <a:schemeClr val="bg1"/>
        </a:buClr>
        <a:buSzPct val="70000"/>
        <a:buChar char="•"/>
        <a:defRPr sz="2000">
          <a:solidFill>
            <a:schemeClr val="bg2"/>
          </a:solidFill>
          <a:latin typeface="+mn-lt"/>
          <a:ea typeface="+mn-ea"/>
        </a:defRPr>
      </a:lvl3pPr>
      <a:lvl4pPr marL="1600200" indent="-228600" algn="l" rtl="0" eaLnBrk="0" fontAlgn="base" hangingPunct="0">
        <a:spcBef>
          <a:spcPct val="20000"/>
        </a:spcBef>
        <a:spcAft>
          <a:spcPct val="0"/>
        </a:spcAft>
        <a:buClr>
          <a:schemeClr val="bg1"/>
        </a:buClr>
        <a:buSzPct val="70000"/>
        <a:buFont typeface="Wingdings 3" pitchFamily="18" charset="2"/>
        <a:buChar char=""/>
        <a:defRPr>
          <a:solidFill>
            <a:schemeClr val="bg2"/>
          </a:solidFill>
          <a:latin typeface="+mn-lt"/>
          <a:ea typeface="+mn-ea"/>
        </a:defRPr>
      </a:lvl4pPr>
      <a:lvl5pPr marL="2057400" indent="-228600" algn="l" rtl="0" eaLnBrk="0" fontAlgn="base" hangingPunct="0">
        <a:spcBef>
          <a:spcPct val="20000"/>
        </a:spcBef>
        <a:spcAft>
          <a:spcPct val="0"/>
        </a:spcAft>
        <a:buClr>
          <a:schemeClr val="bg1"/>
        </a:buClr>
        <a:buSzPct val="70000"/>
        <a:buFont typeface="Times New Roman" pitchFamily="18" charset="0"/>
        <a:buChar char="–"/>
        <a:defRPr sz="1600">
          <a:solidFill>
            <a:schemeClr val="bg2"/>
          </a:solidFill>
          <a:latin typeface="+mn-lt"/>
          <a:ea typeface="+mn-ea"/>
        </a:defRPr>
      </a:lvl5pPr>
      <a:lvl6pPr marL="25146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6pPr>
      <a:lvl7pPr marL="29718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7pPr>
      <a:lvl8pPr marL="34290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8pPr>
      <a:lvl9pPr marL="3886200" indent="-228600" algn="l" rtl="0" fontAlgn="base">
        <a:spcBef>
          <a:spcPct val="20000"/>
        </a:spcBef>
        <a:spcAft>
          <a:spcPct val="0"/>
        </a:spcAft>
        <a:buClr>
          <a:schemeClr val="bg1"/>
        </a:buClr>
        <a:buFont typeface="Times New Roman" pitchFamily="18" charset="0"/>
        <a:buChar char="–"/>
        <a:defRPr sz="16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228600"/>
            <a:ext cx="7772400" cy="12192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GB"/>
              <a:t>Click to edit Master title style</a:t>
            </a:r>
          </a:p>
        </p:txBody>
      </p:sp>
      <p:sp>
        <p:nvSpPr>
          <p:cNvPr id="2051" name="Rectangle 3"/>
          <p:cNvSpPr>
            <a:spLocks noGrp="1" noChangeArrowheads="1"/>
          </p:cNvSpPr>
          <p:nvPr>
            <p:ph type="body" idx="1"/>
          </p:nvPr>
        </p:nvSpPr>
        <p:spPr bwMode="auto">
          <a:xfrm>
            <a:off x="685800" y="1641475"/>
            <a:ext cx="7772400" cy="4454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109" name="Rectangle 13"/>
          <p:cNvSpPr>
            <a:spLocks noGrp="1" noChangeArrowheads="1"/>
          </p:cNvSpPr>
          <p:nvPr>
            <p:ph type="sldNum" sz="quarter" idx="4"/>
          </p:nvPr>
        </p:nvSpPr>
        <p:spPr bwMode="auto">
          <a:xfrm>
            <a:off x="6908800" y="63595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800" smtClean="0">
                <a:solidFill>
                  <a:schemeClr val="bg2"/>
                </a:solidFill>
                <a:ea typeface="ＭＳ Ｐゴシック" charset="-128"/>
                <a:cs typeface="Arial" charset="0"/>
              </a:defRPr>
            </a:lvl1pPr>
          </a:lstStyle>
          <a:p>
            <a:pPr>
              <a:defRPr/>
            </a:pPr>
            <a:r>
              <a:rPr lang="en-GB" dirty="0"/>
              <a:t> </a:t>
            </a:r>
            <a:fld id="{0FB175F7-DCBF-4C4E-B2DF-5E10268F084F}" type="slidenum">
              <a:rPr lang="en-GB"/>
              <a:pPr>
                <a:defRPr/>
              </a:pPr>
              <a:t>‹#›</a:t>
            </a:fld>
            <a:endParaRPr lang="en-GB" dirty="0"/>
          </a:p>
        </p:txBody>
      </p:sp>
      <p:pic>
        <p:nvPicPr>
          <p:cNvPr id="5" name="Picture 4">
            <a:extLst>
              <a:ext uri="{FF2B5EF4-FFF2-40B4-BE49-F238E27FC236}">
                <a16:creationId xmlns:a16="http://schemas.microsoft.com/office/drawing/2014/main" id="{EACDDFE2-3A8E-9F80-59BB-3D971F83A891}"/>
              </a:ext>
              <a:ext uri="{C183D7F6-B498-43B3-948B-1728B52AA6E4}">
                <adec:decorative xmlns:adec="http://schemas.microsoft.com/office/drawing/2017/decorative" val="1"/>
              </a:ext>
            </a:extLst>
          </p:cNvPr>
          <p:cNvPicPr>
            <a:picLocks noChangeAspect="1"/>
          </p:cNvPicPr>
          <p:nvPr userDrawn="1"/>
        </p:nvPicPr>
        <p:blipFill>
          <a:blip r:embed="rId13"/>
          <a:stretch>
            <a:fillRect/>
          </a:stretch>
        </p:blipFill>
        <p:spPr>
          <a:xfrm>
            <a:off x="3068637" y="6427763"/>
            <a:ext cx="3006725" cy="244523"/>
          </a:xfrm>
          <a:prstGeom prst="rect">
            <a:avLst/>
          </a:prstGeom>
        </p:spPr>
      </p:pic>
    </p:spTree>
  </p:cSld>
  <p:clrMap bg1="dk2" tx1="lt1" bg2="dk1"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ctr" rtl="0" eaLnBrk="0" fontAlgn="base" hangingPunct="0">
        <a:spcBef>
          <a:spcPct val="0"/>
        </a:spcBef>
        <a:spcAft>
          <a:spcPct val="0"/>
        </a:spcAft>
        <a:defRPr sz="4000">
          <a:solidFill>
            <a:schemeClr val="bg2"/>
          </a:solidFill>
          <a:latin typeface="+mj-lt"/>
          <a:ea typeface="+mj-ea"/>
          <a:cs typeface="+mj-cs"/>
        </a:defRPr>
      </a:lvl1pPr>
      <a:lvl2pPr algn="ctr" rtl="0" eaLnBrk="0" fontAlgn="base" hangingPunct="0">
        <a:spcBef>
          <a:spcPct val="0"/>
        </a:spcBef>
        <a:spcAft>
          <a:spcPct val="0"/>
        </a:spcAft>
        <a:defRPr sz="4000">
          <a:solidFill>
            <a:schemeClr val="bg2"/>
          </a:solidFill>
          <a:latin typeface="Arial" charset="0"/>
          <a:ea typeface="ＭＳ Ｐゴシック" charset="-128"/>
        </a:defRPr>
      </a:lvl2pPr>
      <a:lvl3pPr algn="ctr" rtl="0" eaLnBrk="0" fontAlgn="base" hangingPunct="0">
        <a:spcBef>
          <a:spcPct val="0"/>
        </a:spcBef>
        <a:spcAft>
          <a:spcPct val="0"/>
        </a:spcAft>
        <a:defRPr sz="4000">
          <a:solidFill>
            <a:schemeClr val="bg2"/>
          </a:solidFill>
          <a:latin typeface="Arial" charset="0"/>
          <a:ea typeface="ＭＳ Ｐゴシック" charset="-128"/>
        </a:defRPr>
      </a:lvl3pPr>
      <a:lvl4pPr algn="ctr" rtl="0" eaLnBrk="0" fontAlgn="base" hangingPunct="0">
        <a:spcBef>
          <a:spcPct val="0"/>
        </a:spcBef>
        <a:spcAft>
          <a:spcPct val="0"/>
        </a:spcAft>
        <a:defRPr sz="4000">
          <a:solidFill>
            <a:schemeClr val="bg2"/>
          </a:solidFill>
          <a:latin typeface="Arial" charset="0"/>
          <a:ea typeface="ＭＳ Ｐゴシック" charset="-128"/>
        </a:defRPr>
      </a:lvl4pPr>
      <a:lvl5pPr algn="ctr" rtl="0" eaLnBrk="0" fontAlgn="base" hangingPunct="0">
        <a:spcBef>
          <a:spcPct val="0"/>
        </a:spcBef>
        <a:spcAft>
          <a:spcPct val="0"/>
        </a:spcAft>
        <a:defRPr sz="4000">
          <a:solidFill>
            <a:schemeClr val="bg2"/>
          </a:solidFill>
          <a:latin typeface="Arial" charset="0"/>
          <a:ea typeface="ＭＳ Ｐゴシック" charset="-128"/>
        </a:defRPr>
      </a:lvl5pPr>
      <a:lvl6pPr marL="457200" algn="ctr" rtl="0" eaLnBrk="0" fontAlgn="base" hangingPunct="0">
        <a:spcBef>
          <a:spcPct val="0"/>
        </a:spcBef>
        <a:spcAft>
          <a:spcPct val="0"/>
        </a:spcAft>
        <a:defRPr sz="4000">
          <a:solidFill>
            <a:schemeClr val="bg2"/>
          </a:solidFill>
          <a:latin typeface="Arial" charset="0"/>
          <a:ea typeface="ＭＳ Ｐゴシック" charset="-128"/>
        </a:defRPr>
      </a:lvl6pPr>
      <a:lvl7pPr marL="914400" algn="ctr" rtl="0" eaLnBrk="0" fontAlgn="base" hangingPunct="0">
        <a:spcBef>
          <a:spcPct val="0"/>
        </a:spcBef>
        <a:spcAft>
          <a:spcPct val="0"/>
        </a:spcAft>
        <a:defRPr sz="4000">
          <a:solidFill>
            <a:schemeClr val="bg2"/>
          </a:solidFill>
          <a:latin typeface="Arial" charset="0"/>
          <a:ea typeface="ＭＳ Ｐゴシック" charset="-128"/>
        </a:defRPr>
      </a:lvl7pPr>
      <a:lvl8pPr marL="1371600" algn="ctr" rtl="0" eaLnBrk="0" fontAlgn="base" hangingPunct="0">
        <a:spcBef>
          <a:spcPct val="0"/>
        </a:spcBef>
        <a:spcAft>
          <a:spcPct val="0"/>
        </a:spcAft>
        <a:defRPr sz="4000">
          <a:solidFill>
            <a:schemeClr val="bg2"/>
          </a:solidFill>
          <a:latin typeface="Arial" charset="0"/>
          <a:ea typeface="ＭＳ Ｐゴシック" charset="-128"/>
        </a:defRPr>
      </a:lvl8pPr>
      <a:lvl9pPr marL="1828800" algn="ctr" rtl="0" eaLnBrk="0" fontAlgn="base" hangingPunct="0">
        <a:spcBef>
          <a:spcPct val="0"/>
        </a:spcBef>
        <a:spcAft>
          <a:spcPct val="0"/>
        </a:spcAft>
        <a:defRPr sz="4000">
          <a:solidFill>
            <a:schemeClr val="bg2"/>
          </a:solidFill>
          <a:latin typeface="Arial" charset="0"/>
          <a:ea typeface="ＭＳ Ｐゴシック" charset="-128"/>
        </a:defRPr>
      </a:lvl9pPr>
    </p:titleStyle>
    <p:bodyStyle>
      <a:lvl1pPr marL="342900" indent="-342900" algn="l" rtl="0" eaLnBrk="0" fontAlgn="base" hangingPunct="0">
        <a:spcBef>
          <a:spcPct val="20000"/>
        </a:spcBef>
        <a:spcAft>
          <a:spcPct val="0"/>
        </a:spcAft>
        <a:buClr>
          <a:schemeClr val="tx2"/>
        </a:buClr>
        <a:buSzPct val="60000"/>
        <a:buFont typeface="Wingdings 2" pitchFamily="18"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chemeClr val="tx2"/>
        </a:buClr>
        <a:buSzPct val="80000"/>
        <a:buFont typeface="Wingdings" pitchFamily="2" charset="2"/>
        <a:buChar char="Ø"/>
        <a:defRPr sz="2400">
          <a:solidFill>
            <a:schemeClr val="bg2"/>
          </a:solidFill>
          <a:latin typeface="+mn-lt"/>
          <a:ea typeface="+mn-ea"/>
        </a:defRPr>
      </a:lvl2pPr>
      <a:lvl3pPr marL="1143000" indent="-228600" algn="l" rtl="0" eaLnBrk="0" fontAlgn="base" hangingPunct="0">
        <a:spcBef>
          <a:spcPct val="20000"/>
        </a:spcBef>
        <a:spcAft>
          <a:spcPct val="0"/>
        </a:spcAft>
        <a:buClr>
          <a:schemeClr val="tx2"/>
        </a:buClr>
        <a:buSzPct val="115000"/>
        <a:buChar char="•"/>
        <a:defRPr sz="2000">
          <a:solidFill>
            <a:schemeClr val="bg2"/>
          </a:solidFill>
          <a:latin typeface="+mn-lt"/>
          <a:ea typeface="+mn-ea"/>
        </a:defRPr>
      </a:lvl3pPr>
      <a:lvl4pPr marL="1600200" indent="-228600" algn="l" rtl="0" eaLnBrk="0" fontAlgn="base" hangingPunct="0">
        <a:spcBef>
          <a:spcPct val="20000"/>
        </a:spcBef>
        <a:spcAft>
          <a:spcPct val="0"/>
        </a:spcAft>
        <a:buClr>
          <a:schemeClr val="tx2"/>
        </a:buClr>
        <a:buSzPct val="75000"/>
        <a:buFont typeface="Wingdings 3" pitchFamily="18" charset="2"/>
        <a:buChar char=""/>
        <a:defRPr>
          <a:solidFill>
            <a:schemeClr val="bg2"/>
          </a:solidFill>
          <a:latin typeface="+mn-lt"/>
          <a:ea typeface="+mn-ea"/>
        </a:defRPr>
      </a:lvl4pPr>
      <a:lvl5pPr marL="20574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5pPr>
      <a:lvl6pPr marL="25146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6pPr>
      <a:lvl7pPr marL="29718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7pPr>
      <a:lvl8pPr marL="34290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8pPr>
      <a:lvl9pPr marL="3886200" indent="-228600" algn="l" rtl="0" eaLnBrk="0" fontAlgn="base" hangingPunct="0">
        <a:spcBef>
          <a:spcPct val="20000"/>
        </a:spcBef>
        <a:spcAft>
          <a:spcPct val="0"/>
        </a:spcAft>
        <a:buClr>
          <a:schemeClr val="tx2"/>
        </a:buClr>
        <a:buFont typeface="Times New Roman" pitchFamily="18" charset="0"/>
        <a:buChar char="–"/>
        <a:defRPr sz="16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Chapter 12</a:t>
            </a:r>
          </a:p>
        </p:txBody>
      </p:sp>
      <p:sp>
        <p:nvSpPr>
          <p:cNvPr id="3" name="Subtitle 2"/>
          <p:cNvSpPr>
            <a:spLocks noGrp="1"/>
          </p:cNvSpPr>
          <p:nvPr>
            <p:ph type="subTitle" idx="1"/>
          </p:nvPr>
        </p:nvSpPr>
        <p:spPr/>
        <p:txBody>
          <a:bodyPr/>
          <a:lstStyle/>
          <a:p>
            <a:r>
              <a:rPr lang="en-US" altLang="en-US" sz="3200" dirty="0"/>
              <a:t>Vital Signs</a:t>
            </a:r>
          </a:p>
        </p:txBody>
      </p:sp>
    </p:spTree>
    <p:extLst>
      <p:ext uri="{BB962C8B-B14F-4D97-AF65-F5344CB8AC3E}">
        <p14:creationId xmlns:p14="http://schemas.microsoft.com/office/powerpoint/2010/main" val="4149221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12.1: Vital Signs, Part I</a:t>
            </a:r>
            <a:br>
              <a:rPr lang="en-US" sz="3400" dirty="0"/>
            </a:br>
            <a:r>
              <a:rPr lang="en-US" sz="1600" dirty="0"/>
              <a:t>(Slide 1 of 2)</a:t>
            </a:r>
          </a:p>
        </p:txBody>
      </p:sp>
      <p:sp>
        <p:nvSpPr>
          <p:cNvPr id="1963015" name="Rectangle 7"/>
          <p:cNvSpPr>
            <a:spLocks noGrp="1" noChangeArrowheads="1"/>
          </p:cNvSpPr>
          <p:nvPr>
            <p:ph idx="1"/>
          </p:nvPr>
        </p:nvSpPr>
        <p:spPr/>
        <p:txBody>
          <a:bodyPr>
            <a:normAutofit/>
          </a:bodyPr>
          <a:lstStyle/>
          <a:p>
            <a:pPr marL="514350" lvl="0" indent="-514350">
              <a:buFont typeface="+mj-lt"/>
              <a:buAutoNum type="arabicPeriod"/>
            </a:pPr>
            <a:r>
              <a:rPr lang="en-US" dirty="0"/>
              <a:t>Discuss the importance of accurate assessment of vital signs.</a:t>
            </a:r>
          </a:p>
          <a:p>
            <a:pPr marL="514350" lvl="0" indent="-514350">
              <a:buFont typeface="+mj-lt"/>
              <a:buAutoNum type="arabicPeriod"/>
            </a:pPr>
            <a:r>
              <a:rPr lang="en-US" dirty="0"/>
              <a:t>Identify the guidelines for vital signs.</a:t>
            </a:r>
          </a:p>
          <a:p>
            <a:pPr marL="514350" lvl="0" indent="-514350">
              <a:buFont typeface="+mj-lt"/>
              <a:buAutoNum type="arabicPeriod"/>
            </a:pPr>
            <a:r>
              <a:rPr lang="en-US" dirty="0"/>
              <a:t>Accurately assess oral, rectal, axillary, and tympanic temperatures.</a:t>
            </a:r>
          </a:p>
          <a:p>
            <a:pPr marL="514350" lvl="0" indent="-514350">
              <a:buFont typeface="+mj-lt"/>
              <a:buAutoNum type="arabicPeriod"/>
            </a:pPr>
            <a:r>
              <a:rPr lang="en-US" dirty="0"/>
              <a:t>List the various sites for pulse measurement.</a:t>
            </a:r>
          </a:p>
          <a:p>
            <a:pPr marL="514350" lvl="0" indent="-514350">
              <a:buFont typeface="+mj-lt"/>
              <a:buAutoNum type="arabicPeriod"/>
            </a:pPr>
            <a:endParaRPr lang="en-US"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2</a:t>
            </a:fld>
            <a:endParaRPr lang="en-GB" sz="1000" dirty="0">
              <a:ea typeface="ＭＳ Ｐゴシック"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12.1: Vital Signs, Part I</a:t>
            </a:r>
            <a:br>
              <a:rPr lang="en-US" sz="3400" dirty="0"/>
            </a:br>
            <a:r>
              <a:rPr lang="en-US" sz="1600" dirty="0"/>
              <a:t>(Slide 2 of 2)</a:t>
            </a:r>
          </a:p>
        </p:txBody>
      </p:sp>
      <p:sp>
        <p:nvSpPr>
          <p:cNvPr id="1963015" name="Rectangle 7"/>
          <p:cNvSpPr>
            <a:spLocks noGrp="1" noChangeArrowheads="1"/>
          </p:cNvSpPr>
          <p:nvPr>
            <p:ph idx="1"/>
          </p:nvPr>
        </p:nvSpPr>
        <p:spPr/>
        <p:txBody>
          <a:bodyPr>
            <a:normAutofit/>
          </a:bodyPr>
          <a:lstStyle/>
          <a:p>
            <a:pPr marL="514350" lvl="0" indent="-514350">
              <a:buFont typeface="+mj-lt"/>
              <a:buAutoNum type="arabicPeriod" startAt="5"/>
            </a:pPr>
            <a:r>
              <a:rPr lang="en-US" dirty="0"/>
              <a:t>Accurately assess an apical pulse, a radial pulse, and a pulse deficit.</a:t>
            </a:r>
          </a:p>
          <a:p>
            <a:pPr marL="514350" lvl="0" indent="-514350">
              <a:buFont typeface="+mj-lt"/>
              <a:buAutoNum type="arabicPeriod" startAt="5"/>
            </a:pPr>
            <a:r>
              <a:rPr lang="en-US" dirty="0"/>
              <a:t>Describe the procedure for determining the respiratory rate.</a:t>
            </a:r>
          </a:p>
          <a:p>
            <a:pPr marL="514350" indent="-514350">
              <a:buAutoNum type="arabicPeriod" startAt="5"/>
            </a:pPr>
            <a:r>
              <a:rPr lang="en-US" dirty="0"/>
              <a:t>Accurately perform a pulse oximetry measurement</a:t>
            </a:r>
          </a:p>
          <a:p>
            <a:pPr marL="514350" lvl="0" indent="-514350">
              <a:buFont typeface="+mj-lt"/>
              <a:buAutoNum type="arabicPeriod" startAt="5"/>
            </a:pPr>
            <a:r>
              <a:rPr lang="en-US" dirty="0"/>
              <a:t>Accurately assess the blood pressure.</a:t>
            </a:r>
          </a:p>
          <a:p>
            <a:pPr marL="514350" lvl="0" indent="-514350">
              <a:buFont typeface="+mj-lt"/>
              <a:buAutoNum type="arabicPeriod" startAt="5"/>
            </a:pPr>
            <a:r>
              <a:rPr lang="en-US" dirty="0"/>
              <a:t>State the normal limits of each vital sign.</a:t>
            </a:r>
          </a:p>
          <a:p>
            <a:pPr marL="514350" lvl="0" indent="-514350">
              <a:buFont typeface="+mj-lt"/>
              <a:buAutoNum type="arabicPeriod" startAt="5"/>
            </a:pPr>
            <a:endParaRPr lang="en-US"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3</a:t>
            </a:fld>
            <a:endParaRPr lang="en-GB" sz="1000" dirty="0">
              <a:ea typeface="ＭＳ Ｐゴシック" pitchFamily="34" charset="-128"/>
            </a:endParaRPr>
          </a:p>
        </p:txBody>
      </p:sp>
    </p:spTree>
    <p:extLst>
      <p:ext uri="{BB962C8B-B14F-4D97-AF65-F5344CB8AC3E}">
        <p14:creationId xmlns:p14="http://schemas.microsoft.com/office/powerpoint/2010/main" val="2714056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7310-885B-4116-A7A3-E70444AA5958}"/>
              </a:ext>
            </a:extLst>
          </p:cNvPr>
          <p:cNvSpPr>
            <a:spLocks noGrp="1"/>
          </p:cNvSpPr>
          <p:nvPr>
            <p:ph type="title"/>
          </p:nvPr>
        </p:nvSpPr>
        <p:spPr/>
        <p:txBody>
          <a:bodyPr/>
          <a:lstStyle/>
          <a:p>
            <a:r>
              <a:rPr lang="en-US" altLang="en-US" dirty="0"/>
              <a:t>Vital Signs </a:t>
            </a:r>
            <a:endParaRPr lang="en-US" dirty="0"/>
          </a:p>
        </p:txBody>
      </p:sp>
      <p:sp>
        <p:nvSpPr>
          <p:cNvPr id="3" name="Content Placeholder 2">
            <a:extLst>
              <a:ext uri="{FF2B5EF4-FFF2-40B4-BE49-F238E27FC236}">
                <a16:creationId xmlns:a16="http://schemas.microsoft.com/office/drawing/2014/main" id="{94D65D06-573C-40BF-8100-994BD7062CBF}"/>
              </a:ext>
            </a:extLst>
          </p:cNvPr>
          <p:cNvSpPr>
            <a:spLocks noGrp="1"/>
          </p:cNvSpPr>
          <p:nvPr>
            <p:ph idx="1"/>
          </p:nvPr>
        </p:nvSpPr>
        <p:spPr/>
        <p:txBody>
          <a:bodyPr/>
          <a:lstStyle/>
          <a:p>
            <a:r>
              <a:rPr lang="en-US" altLang="en-US" dirty="0"/>
              <a:t>Includes temperature, pulse, respirations, blood pressure, and oxygen saturation</a:t>
            </a:r>
          </a:p>
          <a:p>
            <a:r>
              <a:rPr lang="en-US" altLang="en-US" dirty="0"/>
              <a:t>Ability to obtain accurate measurements is critical</a:t>
            </a:r>
          </a:p>
          <a:p>
            <a:r>
              <a:rPr lang="en-US" altLang="en-US" dirty="0"/>
              <a:t>Often provide the basis for problem-solving</a:t>
            </a:r>
          </a:p>
          <a:p>
            <a:r>
              <a:rPr lang="en-US" altLang="en-US" dirty="0"/>
              <a:t>Many facilities are using pain level or comfort level as a vital sign assessment</a:t>
            </a:r>
            <a:endParaRPr lang="en-US" dirty="0"/>
          </a:p>
        </p:txBody>
      </p:sp>
      <p:sp>
        <p:nvSpPr>
          <p:cNvPr id="4" name="Slide Number Placeholder 3">
            <a:extLst>
              <a:ext uri="{FF2B5EF4-FFF2-40B4-BE49-F238E27FC236}">
                <a16:creationId xmlns:a16="http://schemas.microsoft.com/office/drawing/2014/main" id="{469F0517-B01C-4EEB-8982-E0C9CEEFC62D}"/>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4</a:t>
            </a:fld>
            <a:endParaRPr lang="en-GB" dirty="0"/>
          </a:p>
        </p:txBody>
      </p:sp>
    </p:spTree>
    <p:extLst>
      <p:ext uri="{BB962C8B-B14F-4D97-AF65-F5344CB8AC3E}">
        <p14:creationId xmlns:p14="http://schemas.microsoft.com/office/powerpoint/2010/main" val="2191133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C98AC-246A-425A-838C-B5FB37AC54AD}"/>
              </a:ext>
            </a:extLst>
          </p:cNvPr>
          <p:cNvSpPr>
            <a:spLocks noGrp="1"/>
          </p:cNvSpPr>
          <p:nvPr>
            <p:ph type="title"/>
          </p:nvPr>
        </p:nvSpPr>
        <p:spPr/>
        <p:txBody>
          <a:bodyPr/>
          <a:lstStyle/>
          <a:p>
            <a:r>
              <a:rPr lang="en-US" altLang="en-US" dirty="0"/>
              <a:t>Guidelines for Obtaining </a:t>
            </a:r>
            <a:br>
              <a:rPr lang="en-US" altLang="en-US" dirty="0"/>
            </a:br>
            <a:r>
              <a:rPr lang="en-US" altLang="en-US" dirty="0"/>
              <a:t>Vital Signs </a:t>
            </a:r>
            <a:endParaRPr lang="en-US" dirty="0"/>
          </a:p>
        </p:txBody>
      </p:sp>
      <p:sp>
        <p:nvSpPr>
          <p:cNvPr id="3" name="Content Placeholder 2">
            <a:extLst>
              <a:ext uri="{FF2B5EF4-FFF2-40B4-BE49-F238E27FC236}">
                <a16:creationId xmlns:a16="http://schemas.microsoft.com/office/drawing/2014/main" id="{D2CAA3D4-95E6-4E73-98B8-AB2F47EAA7CF}"/>
              </a:ext>
            </a:extLst>
          </p:cNvPr>
          <p:cNvSpPr>
            <a:spLocks noGrp="1"/>
          </p:cNvSpPr>
          <p:nvPr>
            <p:ph idx="1"/>
          </p:nvPr>
        </p:nvSpPr>
        <p:spPr/>
        <p:txBody>
          <a:bodyPr/>
          <a:lstStyle/>
          <a:p>
            <a:r>
              <a:rPr lang="en-US" altLang="en-US" dirty="0"/>
              <a:t>The nurse must be able to do the following</a:t>
            </a:r>
          </a:p>
          <a:p>
            <a:pPr lvl="1"/>
            <a:r>
              <a:rPr lang="en-US" altLang="en-US" dirty="0"/>
              <a:t>Measure vital signs correctly</a:t>
            </a:r>
          </a:p>
          <a:p>
            <a:pPr lvl="1"/>
            <a:r>
              <a:rPr lang="en-US" altLang="en-US" dirty="0"/>
              <a:t>Understand and interpret the values</a:t>
            </a:r>
          </a:p>
          <a:p>
            <a:pPr lvl="1"/>
            <a:r>
              <a:rPr lang="en-US" altLang="en-US" dirty="0"/>
              <a:t>Communicate the findings appropriately</a:t>
            </a:r>
          </a:p>
          <a:p>
            <a:pPr lvl="1"/>
            <a:r>
              <a:rPr lang="en-US" altLang="en-US" dirty="0"/>
              <a:t>Document vital signs correctly</a:t>
            </a:r>
          </a:p>
          <a:p>
            <a:pPr lvl="1"/>
            <a:r>
              <a:rPr lang="en-US" altLang="en-US" dirty="0"/>
              <a:t>Begin interventions as needed</a:t>
            </a:r>
          </a:p>
          <a:p>
            <a:endParaRPr lang="en-US" dirty="0"/>
          </a:p>
        </p:txBody>
      </p:sp>
      <p:sp>
        <p:nvSpPr>
          <p:cNvPr id="4" name="Slide Number Placeholder 3">
            <a:extLst>
              <a:ext uri="{FF2B5EF4-FFF2-40B4-BE49-F238E27FC236}">
                <a16:creationId xmlns:a16="http://schemas.microsoft.com/office/drawing/2014/main" id="{FC0C65BC-8E36-4CC3-A856-468F2287E56C}"/>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5</a:t>
            </a:fld>
            <a:endParaRPr lang="en-GB" dirty="0"/>
          </a:p>
        </p:txBody>
      </p:sp>
    </p:spTree>
    <p:extLst>
      <p:ext uri="{BB962C8B-B14F-4D97-AF65-F5344CB8AC3E}">
        <p14:creationId xmlns:p14="http://schemas.microsoft.com/office/powerpoint/2010/main" val="336031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DBB9-0BF6-4811-B3C3-405813FC2AA5}"/>
              </a:ext>
            </a:extLst>
          </p:cNvPr>
          <p:cNvSpPr>
            <a:spLocks noGrp="1"/>
          </p:cNvSpPr>
          <p:nvPr>
            <p:ph type="title"/>
          </p:nvPr>
        </p:nvSpPr>
        <p:spPr/>
        <p:txBody>
          <a:bodyPr/>
          <a:lstStyle/>
          <a:p>
            <a:r>
              <a:rPr lang="en-US" altLang="en-US" dirty="0"/>
              <a:t>Temperature</a:t>
            </a:r>
            <a:br>
              <a:rPr lang="en-US" altLang="en-US" dirty="0"/>
            </a:br>
            <a:r>
              <a:rPr lang="en-US" altLang="en-US" sz="1600" dirty="0"/>
              <a:t>(Slide 1 of 2)</a:t>
            </a:r>
            <a:endParaRPr lang="en-US" sz="1600" dirty="0"/>
          </a:p>
        </p:txBody>
      </p:sp>
      <p:sp>
        <p:nvSpPr>
          <p:cNvPr id="3" name="Content Placeholder 2">
            <a:extLst>
              <a:ext uri="{FF2B5EF4-FFF2-40B4-BE49-F238E27FC236}">
                <a16:creationId xmlns:a16="http://schemas.microsoft.com/office/drawing/2014/main" id="{C74F7C26-2E8F-4632-AE44-6D7D12E4FB9F}"/>
              </a:ext>
            </a:extLst>
          </p:cNvPr>
          <p:cNvSpPr>
            <a:spLocks noGrp="1"/>
          </p:cNvSpPr>
          <p:nvPr>
            <p:ph idx="1"/>
          </p:nvPr>
        </p:nvSpPr>
        <p:spPr/>
        <p:txBody>
          <a:bodyPr/>
          <a:lstStyle/>
          <a:p>
            <a:r>
              <a:rPr lang="en-US" altLang="en-US" dirty="0"/>
              <a:t>The body’s regulation of temperature</a:t>
            </a:r>
          </a:p>
          <a:p>
            <a:pPr lvl="1"/>
            <a:r>
              <a:rPr lang="en-US" altLang="en-US" dirty="0"/>
              <a:t>A relative measure of sensible heat or cold</a:t>
            </a:r>
          </a:p>
          <a:p>
            <a:pPr lvl="1"/>
            <a:r>
              <a:rPr lang="en-US" altLang="en-US" dirty="0"/>
              <a:t>The body strives to maintain a temperature of 98.8</a:t>
            </a:r>
            <a:r>
              <a:rPr lang="en-US" altLang="en-US" baseline="30000" dirty="0"/>
              <a:t>o</a:t>
            </a:r>
            <a:r>
              <a:rPr lang="en-US" altLang="en-US" dirty="0"/>
              <a:t> F (37</a:t>
            </a:r>
            <a:r>
              <a:rPr lang="en-US" altLang="en-US" baseline="30000" dirty="0"/>
              <a:t>o </a:t>
            </a:r>
            <a:r>
              <a:rPr lang="en-US" altLang="en-US" dirty="0"/>
              <a:t>C), which is normal</a:t>
            </a:r>
          </a:p>
          <a:p>
            <a:pPr lvl="1"/>
            <a:r>
              <a:rPr lang="en-US" altLang="en-US" dirty="0"/>
              <a:t>Two types of body temperature </a:t>
            </a:r>
          </a:p>
          <a:p>
            <a:pPr lvl="2"/>
            <a:r>
              <a:rPr lang="en-US" altLang="en-US" dirty="0"/>
              <a:t>Core temperature</a:t>
            </a:r>
          </a:p>
          <a:p>
            <a:pPr lvl="2"/>
            <a:r>
              <a:rPr lang="en-US" altLang="en-US" dirty="0"/>
              <a:t>Surface temperature</a:t>
            </a:r>
          </a:p>
          <a:p>
            <a:endParaRPr lang="en-US" dirty="0"/>
          </a:p>
        </p:txBody>
      </p:sp>
      <p:sp>
        <p:nvSpPr>
          <p:cNvPr id="4" name="Slide Number Placeholder 3">
            <a:extLst>
              <a:ext uri="{FF2B5EF4-FFF2-40B4-BE49-F238E27FC236}">
                <a16:creationId xmlns:a16="http://schemas.microsoft.com/office/drawing/2014/main" id="{B1C9D009-A432-4DD5-B158-39FD08DB482F}"/>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6</a:t>
            </a:fld>
            <a:endParaRPr lang="en-GB" dirty="0"/>
          </a:p>
        </p:txBody>
      </p:sp>
    </p:spTree>
    <p:extLst>
      <p:ext uri="{BB962C8B-B14F-4D97-AF65-F5344CB8AC3E}">
        <p14:creationId xmlns:p14="http://schemas.microsoft.com/office/powerpoint/2010/main" val="1804892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DBB9-0BF6-4811-B3C3-405813FC2AA5}"/>
              </a:ext>
            </a:extLst>
          </p:cNvPr>
          <p:cNvSpPr>
            <a:spLocks noGrp="1"/>
          </p:cNvSpPr>
          <p:nvPr>
            <p:ph type="title"/>
          </p:nvPr>
        </p:nvSpPr>
        <p:spPr/>
        <p:txBody>
          <a:bodyPr/>
          <a:lstStyle/>
          <a:p>
            <a:r>
              <a:rPr lang="en-US" altLang="en-US" dirty="0"/>
              <a:t>Temperature</a:t>
            </a:r>
            <a:br>
              <a:rPr lang="en-US" altLang="en-US" dirty="0"/>
            </a:br>
            <a:r>
              <a:rPr lang="en-US" altLang="en-US" sz="1600" dirty="0"/>
              <a:t>(Slide 2 of 2)</a:t>
            </a:r>
            <a:endParaRPr lang="en-US" sz="1600" dirty="0"/>
          </a:p>
        </p:txBody>
      </p:sp>
      <p:sp>
        <p:nvSpPr>
          <p:cNvPr id="3" name="Content Placeholder 2">
            <a:extLst>
              <a:ext uri="{FF2B5EF4-FFF2-40B4-BE49-F238E27FC236}">
                <a16:creationId xmlns:a16="http://schemas.microsoft.com/office/drawing/2014/main" id="{C74F7C26-2E8F-4632-AE44-6D7D12E4FB9F}"/>
              </a:ext>
            </a:extLst>
          </p:cNvPr>
          <p:cNvSpPr>
            <a:spLocks noGrp="1"/>
          </p:cNvSpPr>
          <p:nvPr>
            <p:ph idx="1"/>
          </p:nvPr>
        </p:nvSpPr>
        <p:spPr/>
        <p:txBody>
          <a:bodyPr/>
          <a:lstStyle/>
          <a:p>
            <a:r>
              <a:rPr lang="en-US" altLang="en-US" dirty="0"/>
              <a:t>Temperature measurements are obtained by several methods</a:t>
            </a:r>
          </a:p>
          <a:p>
            <a:pPr lvl="1"/>
            <a:r>
              <a:rPr lang="en-US" altLang="en-US" dirty="0"/>
              <a:t>Heat-sensitive patches</a:t>
            </a:r>
          </a:p>
          <a:p>
            <a:pPr lvl="1"/>
            <a:r>
              <a:rPr lang="en-US" altLang="en-US" dirty="0"/>
              <a:t>Electronic thermometers</a:t>
            </a:r>
          </a:p>
          <a:p>
            <a:pPr lvl="1"/>
            <a:r>
              <a:rPr lang="en-US" altLang="en-US" dirty="0"/>
              <a:t>Tympanic thermometer</a:t>
            </a:r>
          </a:p>
          <a:p>
            <a:pPr lvl="1"/>
            <a:r>
              <a:rPr lang="en-US" altLang="en-US" dirty="0"/>
              <a:t>Temporal artery method</a:t>
            </a:r>
          </a:p>
          <a:p>
            <a:endParaRPr lang="en-US" dirty="0"/>
          </a:p>
        </p:txBody>
      </p:sp>
      <p:sp>
        <p:nvSpPr>
          <p:cNvPr id="4" name="Slide Number Placeholder 3">
            <a:extLst>
              <a:ext uri="{FF2B5EF4-FFF2-40B4-BE49-F238E27FC236}">
                <a16:creationId xmlns:a16="http://schemas.microsoft.com/office/drawing/2014/main" id="{B1C9D009-A432-4DD5-B158-39FD08DB482F}"/>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7</a:t>
            </a:fld>
            <a:endParaRPr lang="en-GB" dirty="0"/>
          </a:p>
        </p:txBody>
      </p:sp>
    </p:spTree>
    <p:extLst>
      <p:ext uri="{BB962C8B-B14F-4D97-AF65-F5344CB8AC3E}">
        <p14:creationId xmlns:p14="http://schemas.microsoft.com/office/powerpoint/2010/main" val="2953431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EA89-7065-43C9-9FCF-1C9BC8413AC4}"/>
              </a:ext>
            </a:extLst>
          </p:cNvPr>
          <p:cNvSpPr>
            <a:spLocks noGrp="1"/>
          </p:cNvSpPr>
          <p:nvPr>
            <p:ph type="title"/>
          </p:nvPr>
        </p:nvSpPr>
        <p:spPr/>
        <p:txBody>
          <a:bodyPr/>
          <a:lstStyle/>
          <a:p>
            <a:r>
              <a:rPr lang="en-US" altLang="en-US" dirty="0"/>
              <a:t>Sites for Pulse Measurement</a:t>
            </a:r>
            <a:endParaRPr lang="en-US" dirty="0"/>
          </a:p>
        </p:txBody>
      </p:sp>
      <p:sp>
        <p:nvSpPr>
          <p:cNvPr id="3" name="Content Placeholder 2">
            <a:extLst>
              <a:ext uri="{FF2B5EF4-FFF2-40B4-BE49-F238E27FC236}">
                <a16:creationId xmlns:a16="http://schemas.microsoft.com/office/drawing/2014/main" id="{AD147929-72F6-46F4-9FBE-3C0EB14C63BA}"/>
              </a:ext>
            </a:extLst>
          </p:cNvPr>
          <p:cNvSpPr>
            <a:spLocks noGrp="1"/>
          </p:cNvSpPr>
          <p:nvPr>
            <p:ph idx="1"/>
          </p:nvPr>
        </p:nvSpPr>
        <p:spPr/>
        <p:txBody>
          <a:bodyPr>
            <a:normAutofit lnSpcReduction="10000"/>
          </a:bodyPr>
          <a:lstStyle/>
          <a:p>
            <a:r>
              <a:rPr lang="en-US" altLang="en-US" dirty="0"/>
              <a:t>The body’s regulation of pulse</a:t>
            </a:r>
          </a:p>
          <a:p>
            <a:pPr lvl="1"/>
            <a:r>
              <a:rPr lang="en-US" altLang="en-US" dirty="0"/>
              <a:t>The pulse is the regular, recurrent expansion and contraction of an artery produced by waves of pressure caused by the ejection of blood from the last ventricle of the heart as it contracts</a:t>
            </a:r>
          </a:p>
          <a:p>
            <a:r>
              <a:rPr lang="en-US" altLang="en-US" dirty="0"/>
              <a:t>Major pulses include temporal, facial, carotid, brachial, radial, femoral, popliteal, posterior tibial, and dorsalis pedis; the pulses provide both general and specific information</a:t>
            </a:r>
          </a:p>
          <a:p>
            <a:r>
              <a:rPr lang="en-US" altLang="en-US" dirty="0"/>
              <a:t>Auscultating the apical rate (apex of the heart) is essential on all cardiac patients </a:t>
            </a:r>
          </a:p>
          <a:p>
            <a:endParaRPr lang="en-US" altLang="en-US" dirty="0"/>
          </a:p>
        </p:txBody>
      </p:sp>
      <p:sp>
        <p:nvSpPr>
          <p:cNvPr id="4" name="Slide Number Placeholder 3">
            <a:extLst>
              <a:ext uri="{FF2B5EF4-FFF2-40B4-BE49-F238E27FC236}">
                <a16:creationId xmlns:a16="http://schemas.microsoft.com/office/drawing/2014/main" id="{E652913B-8DE9-4FB4-932E-A4D5A42729E9}"/>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8</a:t>
            </a:fld>
            <a:endParaRPr lang="en-GB" dirty="0"/>
          </a:p>
        </p:txBody>
      </p:sp>
    </p:spTree>
    <p:extLst>
      <p:ext uri="{BB962C8B-B14F-4D97-AF65-F5344CB8AC3E}">
        <p14:creationId xmlns:p14="http://schemas.microsoft.com/office/powerpoint/2010/main" val="1503777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67E66-BC1B-4034-BAF0-3EA5911E3F97}"/>
              </a:ext>
            </a:extLst>
          </p:cNvPr>
          <p:cNvSpPr>
            <a:spLocks noGrp="1"/>
          </p:cNvSpPr>
          <p:nvPr>
            <p:ph type="title"/>
          </p:nvPr>
        </p:nvSpPr>
        <p:spPr/>
        <p:txBody>
          <a:bodyPr/>
          <a:lstStyle/>
          <a:p>
            <a:r>
              <a:rPr lang="en-US" altLang="en-US" dirty="0"/>
              <a:t>Pulse</a:t>
            </a:r>
            <a:endParaRPr lang="en-US" dirty="0"/>
          </a:p>
        </p:txBody>
      </p:sp>
      <p:sp>
        <p:nvSpPr>
          <p:cNvPr id="3" name="Content Placeholder 2">
            <a:extLst>
              <a:ext uri="{FF2B5EF4-FFF2-40B4-BE49-F238E27FC236}">
                <a16:creationId xmlns:a16="http://schemas.microsoft.com/office/drawing/2014/main" id="{BDDBE17B-9532-4852-8D4E-C60C56BE3880}"/>
              </a:ext>
            </a:extLst>
          </p:cNvPr>
          <p:cNvSpPr>
            <a:spLocks noGrp="1"/>
          </p:cNvSpPr>
          <p:nvPr>
            <p:ph idx="1"/>
          </p:nvPr>
        </p:nvSpPr>
        <p:spPr/>
        <p:txBody>
          <a:bodyPr>
            <a:normAutofit/>
          </a:bodyPr>
          <a:lstStyle/>
          <a:p>
            <a:r>
              <a:rPr lang="en-US" altLang="en-US" dirty="0"/>
              <a:t>Apical pulse is the actual beating of the heart</a:t>
            </a:r>
          </a:p>
          <a:p>
            <a:pPr lvl="1"/>
            <a:r>
              <a:rPr lang="en-US" altLang="en-US" dirty="0"/>
              <a:t>When auscultating the apical rate, the “lub-dub” that is heard represents one cardiac cycle, or heartbeat</a:t>
            </a:r>
          </a:p>
          <a:p>
            <a:r>
              <a:rPr lang="en-US" dirty="0"/>
              <a:t>Radial pulse is obtained at the radial artery, located on the thumb side of the inner arm </a:t>
            </a:r>
            <a:endParaRPr lang="en-US" altLang="en-US" dirty="0"/>
          </a:p>
          <a:p>
            <a:r>
              <a:rPr lang="en-US" altLang="en-US" dirty="0"/>
              <a:t>Pulse deficit—difference between the radial and apical rates</a:t>
            </a:r>
          </a:p>
          <a:p>
            <a:endParaRPr lang="en-US" dirty="0"/>
          </a:p>
        </p:txBody>
      </p:sp>
      <p:sp>
        <p:nvSpPr>
          <p:cNvPr id="4" name="Slide Number Placeholder 3">
            <a:extLst>
              <a:ext uri="{FF2B5EF4-FFF2-40B4-BE49-F238E27FC236}">
                <a16:creationId xmlns:a16="http://schemas.microsoft.com/office/drawing/2014/main" id="{BFFDF6D1-4B4F-46C1-982E-F1E78C4CE54D}"/>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9</a:t>
            </a:fld>
            <a:endParaRPr lang="en-GB" dirty="0"/>
          </a:p>
        </p:txBody>
      </p:sp>
    </p:spTree>
    <p:extLst>
      <p:ext uri="{BB962C8B-B14F-4D97-AF65-F5344CB8AC3E}">
        <p14:creationId xmlns:p14="http://schemas.microsoft.com/office/powerpoint/2010/main" val="56425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7F46A-0353-4734-BCEC-8DE5F25002F6}"/>
              </a:ext>
            </a:extLst>
          </p:cNvPr>
          <p:cNvSpPr>
            <a:spLocks noGrp="1"/>
          </p:cNvSpPr>
          <p:nvPr>
            <p:ph type="title"/>
          </p:nvPr>
        </p:nvSpPr>
        <p:spPr/>
        <p:txBody>
          <a:bodyPr/>
          <a:lstStyle/>
          <a:p>
            <a:r>
              <a:rPr lang="en-US" altLang="en-US" dirty="0"/>
              <a:t>Respiration</a:t>
            </a:r>
            <a:endParaRPr lang="en-US" dirty="0"/>
          </a:p>
        </p:txBody>
      </p:sp>
      <p:sp>
        <p:nvSpPr>
          <p:cNvPr id="3" name="Content Placeholder 2">
            <a:extLst>
              <a:ext uri="{FF2B5EF4-FFF2-40B4-BE49-F238E27FC236}">
                <a16:creationId xmlns:a16="http://schemas.microsoft.com/office/drawing/2014/main" id="{0ED15660-A3FB-43BE-950F-F4C8DF46EC48}"/>
              </a:ext>
            </a:extLst>
          </p:cNvPr>
          <p:cNvSpPr>
            <a:spLocks noGrp="1"/>
          </p:cNvSpPr>
          <p:nvPr>
            <p:ph idx="1"/>
          </p:nvPr>
        </p:nvSpPr>
        <p:spPr/>
        <p:txBody>
          <a:bodyPr/>
          <a:lstStyle/>
          <a:p>
            <a:r>
              <a:rPr lang="en-US" altLang="en-US" dirty="0"/>
              <a:t>Assessment of respiration</a:t>
            </a:r>
          </a:p>
          <a:p>
            <a:pPr lvl="1"/>
            <a:r>
              <a:rPr lang="en-US" altLang="en-US" dirty="0"/>
              <a:t>When assessing respirations, note the rate, depth, quality, and rhythm</a:t>
            </a:r>
          </a:p>
          <a:p>
            <a:pPr lvl="1"/>
            <a:r>
              <a:rPr lang="en-US" altLang="en-US" dirty="0"/>
              <a:t>Assessment of respirations is done by observing the movement of the diaphragm and the intercostal muscles</a:t>
            </a:r>
          </a:p>
          <a:p>
            <a:pPr lvl="1"/>
            <a:r>
              <a:rPr lang="en-US" altLang="en-US" dirty="0"/>
              <a:t>Dyspnea—breathing with difficulty</a:t>
            </a:r>
          </a:p>
          <a:p>
            <a:endParaRPr lang="en-US" dirty="0"/>
          </a:p>
        </p:txBody>
      </p:sp>
      <p:sp>
        <p:nvSpPr>
          <p:cNvPr id="4" name="Slide Number Placeholder 3">
            <a:extLst>
              <a:ext uri="{FF2B5EF4-FFF2-40B4-BE49-F238E27FC236}">
                <a16:creationId xmlns:a16="http://schemas.microsoft.com/office/drawing/2014/main" id="{E5EEB139-FA2D-482D-BB0E-2C1A674EEAE3}"/>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10</a:t>
            </a:fld>
            <a:endParaRPr lang="en-GB" dirty="0"/>
          </a:p>
        </p:txBody>
      </p:sp>
    </p:spTree>
    <p:extLst>
      <p:ext uri="{BB962C8B-B14F-4D97-AF65-F5344CB8AC3E}">
        <p14:creationId xmlns:p14="http://schemas.microsoft.com/office/powerpoint/2010/main" val="2196121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B80A-E13C-4DCE-A915-2B6DF7DB0AB6}"/>
              </a:ext>
            </a:extLst>
          </p:cNvPr>
          <p:cNvSpPr>
            <a:spLocks noGrp="1"/>
          </p:cNvSpPr>
          <p:nvPr>
            <p:ph type="title"/>
          </p:nvPr>
        </p:nvSpPr>
        <p:spPr/>
        <p:txBody>
          <a:bodyPr/>
          <a:lstStyle/>
          <a:p>
            <a:r>
              <a:rPr lang="en-US" dirty="0"/>
              <a:t>Pulse Oximetry</a:t>
            </a:r>
          </a:p>
        </p:txBody>
      </p:sp>
      <p:sp>
        <p:nvSpPr>
          <p:cNvPr id="3" name="Content Placeholder 2">
            <a:extLst>
              <a:ext uri="{FF2B5EF4-FFF2-40B4-BE49-F238E27FC236}">
                <a16:creationId xmlns:a16="http://schemas.microsoft.com/office/drawing/2014/main" id="{899EFAA5-1D1D-4415-B554-9D6CA2D7FC59}"/>
              </a:ext>
            </a:extLst>
          </p:cNvPr>
          <p:cNvSpPr>
            <a:spLocks noGrp="1"/>
          </p:cNvSpPr>
          <p:nvPr>
            <p:ph idx="1"/>
          </p:nvPr>
        </p:nvSpPr>
        <p:spPr/>
        <p:txBody>
          <a:bodyPr/>
          <a:lstStyle/>
          <a:p>
            <a:r>
              <a:rPr lang="en-US" dirty="0"/>
              <a:t>Measurement of oxygen saturation</a:t>
            </a:r>
          </a:p>
          <a:p>
            <a:pPr lvl="1"/>
            <a:r>
              <a:rPr lang="en-US" dirty="0"/>
              <a:t>How much oxygen has combined with hemoglobin in red blood cells</a:t>
            </a:r>
          </a:p>
          <a:p>
            <a:r>
              <a:rPr lang="en-US" dirty="0"/>
              <a:t>Pulse oximeter – non-invasive device</a:t>
            </a:r>
          </a:p>
          <a:p>
            <a:pPr lvl="1"/>
            <a:r>
              <a:rPr lang="en-US" dirty="0"/>
              <a:t>Probe is usually placed on the patient's finger</a:t>
            </a:r>
          </a:p>
        </p:txBody>
      </p:sp>
      <p:sp>
        <p:nvSpPr>
          <p:cNvPr id="4" name="Slide Number Placeholder 3">
            <a:extLst>
              <a:ext uri="{FF2B5EF4-FFF2-40B4-BE49-F238E27FC236}">
                <a16:creationId xmlns:a16="http://schemas.microsoft.com/office/drawing/2014/main" id="{7230B174-6E57-4664-923B-C4A01F14DAAD}"/>
              </a:ext>
            </a:extLst>
          </p:cNvPr>
          <p:cNvSpPr>
            <a:spLocks noGrp="1"/>
          </p:cNvSpPr>
          <p:nvPr>
            <p:ph type="sldNum" sz="quarter" idx="10"/>
          </p:nvPr>
        </p:nvSpPr>
        <p:spPr/>
        <p:txBody>
          <a:bodyPr/>
          <a:lstStyle/>
          <a:p>
            <a:pPr>
              <a:defRPr/>
            </a:pPr>
            <a:r>
              <a:rPr lang="en-GB" dirty="0"/>
              <a:t> </a:t>
            </a:r>
            <a:fld id="{E234264E-8860-42A2-83C5-41782AA54ED9}" type="slidenum">
              <a:rPr lang="en-GB"/>
              <a:pPr>
                <a:defRPr/>
              </a:pPr>
              <a:t>11</a:t>
            </a:fld>
            <a:endParaRPr lang="en-GB" dirty="0"/>
          </a:p>
        </p:txBody>
      </p:sp>
    </p:spTree>
    <p:extLst>
      <p:ext uri="{BB962C8B-B14F-4D97-AF65-F5344CB8AC3E}">
        <p14:creationId xmlns:p14="http://schemas.microsoft.com/office/powerpoint/2010/main" val="344591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7657-C4A2-4BAE-943E-1E43C29AF5EE}"/>
              </a:ext>
            </a:extLst>
          </p:cNvPr>
          <p:cNvSpPr>
            <a:spLocks noGrp="1"/>
          </p:cNvSpPr>
          <p:nvPr>
            <p:ph type="title"/>
          </p:nvPr>
        </p:nvSpPr>
        <p:spPr/>
        <p:txBody>
          <a:bodyPr/>
          <a:lstStyle/>
          <a:p>
            <a:r>
              <a:rPr lang="en-US" altLang="en-US" dirty="0"/>
              <a:t>Blood Pressure</a:t>
            </a:r>
            <a:endParaRPr lang="en-US" dirty="0"/>
          </a:p>
        </p:txBody>
      </p:sp>
      <p:sp>
        <p:nvSpPr>
          <p:cNvPr id="3" name="Content Placeholder 2">
            <a:extLst>
              <a:ext uri="{FF2B5EF4-FFF2-40B4-BE49-F238E27FC236}">
                <a16:creationId xmlns:a16="http://schemas.microsoft.com/office/drawing/2014/main" id="{F39A15FF-7865-48A5-AB95-91FC9F291EC2}"/>
              </a:ext>
            </a:extLst>
          </p:cNvPr>
          <p:cNvSpPr>
            <a:spLocks noGrp="1"/>
          </p:cNvSpPr>
          <p:nvPr>
            <p:ph idx="1"/>
          </p:nvPr>
        </p:nvSpPr>
        <p:spPr/>
        <p:txBody>
          <a:bodyPr/>
          <a:lstStyle/>
          <a:p>
            <a:r>
              <a:rPr lang="en-US" altLang="en-US" dirty="0"/>
              <a:t>Pressure exerted by the circulating volume of blood on the arterial walls, the veins, and the chambers of the heart</a:t>
            </a:r>
          </a:p>
          <a:p>
            <a:r>
              <a:rPr lang="en-US" altLang="en-US" dirty="0"/>
              <a:t>Measured in millimeters of mercury (mm Hg)</a:t>
            </a:r>
          </a:p>
          <a:p>
            <a:r>
              <a:rPr lang="en-US" altLang="en-US" dirty="0"/>
              <a:t>Systolic pressure/diastolic pressure</a:t>
            </a:r>
          </a:p>
          <a:p>
            <a:pPr lvl="1"/>
            <a:r>
              <a:rPr lang="en-US" altLang="en-US" dirty="0"/>
              <a:t>Pulse pressure</a:t>
            </a:r>
          </a:p>
          <a:p>
            <a:pPr lvl="1"/>
            <a:r>
              <a:rPr lang="en-US" altLang="en-US" dirty="0"/>
              <a:t>Cardiac output</a:t>
            </a:r>
          </a:p>
          <a:p>
            <a:pPr lvl="1"/>
            <a:r>
              <a:rPr lang="en-US" altLang="en-US" dirty="0"/>
              <a:t>Hypertension—blood pressure elevated</a:t>
            </a:r>
          </a:p>
          <a:p>
            <a:pPr lvl="1"/>
            <a:r>
              <a:rPr lang="en-US" altLang="en-US" dirty="0"/>
              <a:t>Hypotension—blood pressure below normal</a:t>
            </a:r>
          </a:p>
          <a:p>
            <a:endParaRPr lang="en-US" dirty="0"/>
          </a:p>
        </p:txBody>
      </p:sp>
      <p:sp>
        <p:nvSpPr>
          <p:cNvPr id="4" name="Slide Number Placeholder 3">
            <a:extLst>
              <a:ext uri="{FF2B5EF4-FFF2-40B4-BE49-F238E27FC236}">
                <a16:creationId xmlns:a16="http://schemas.microsoft.com/office/drawing/2014/main" id="{43DB837C-6021-492A-A8DE-8B6D8CED0162}"/>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12</a:t>
            </a:fld>
            <a:endParaRPr lang="en-GB" dirty="0"/>
          </a:p>
        </p:txBody>
      </p:sp>
    </p:spTree>
    <p:extLst>
      <p:ext uri="{BB962C8B-B14F-4D97-AF65-F5344CB8AC3E}">
        <p14:creationId xmlns:p14="http://schemas.microsoft.com/office/powerpoint/2010/main" val="1920920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2D72-C48C-4886-99AA-788C9A430A50}"/>
              </a:ext>
            </a:extLst>
          </p:cNvPr>
          <p:cNvSpPr>
            <a:spLocks noGrp="1"/>
          </p:cNvSpPr>
          <p:nvPr>
            <p:ph type="title"/>
          </p:nvPr>
        </p:nvSpPr>
        <p:spPr/>
        <p:txBody>
          <a:bodyPr/>
          <a:lstStyle/>
          <a:p>
            <a:r>
              <a:rPr lang="en-US" dirty="0"/>
              <a:t>Normal Limits</a:t>
            </a:r>
          </a:p>
        </p:txBody>
      </p:sp>
      <p:sp>
        <p:nvSpPr>
          <p:cNvPr id="3" name="Content Placeholder 2">
            <a:extLst>
              <a:ext uri="{FF2B5EF4-FFF2-40B4-BE49-F238E27FC236}">
                <a16:creationId xmlns:a16="http://schemas.microsoft.com/office/drawing/2014/main" id="{697A0254-B4EB-4785-A2FC-344FEE42BC3A}"/>
              </a:ext>
            </a:extLst>
          </p:cNvPr>
          <p:cNvSpPr>
            <a:spLocks noGrp="1"/>
          </p:cNvSpPr>
          <p:nvPr>
            <p:ph idx="1"/>
          </p:nvPr>
        </p:nvSpPr>
        <p:spPr/>
        <p:txBody>
          <a:bodyPr/>
          <a:lstStyle/>
          <a:p>
            <a:r>
              <a:rPr lang="en-US" altLang="en-US" dirty="0"/>
              <a:t>Temperature: 97</a:t>
            </a:r>
            <a:r>
              <a:rPr lang="en-US" altLang="en-US" baseline="30000" dirty="0"/>
              <a:t>o</a:t>
            </a:r>
            <a:r>
              <a:rPr lang="en-US" altLang="en-US" dirty="0"/>
              <a:t> to 98.8</a:t>
            </a:r>
            <a:r>
              <a:rPr lang="en-US" altLang="en-US" baseline="30000" dirty="0"/>
              <a:t>o</a:t>
            </a:r>
            <a:r>
              <a:rPr lang="en-US" altLang="en-US" dirty="0"/>
              <a:t> F (36.1</a:t>
            </a:r>
            <a:r>
              <a:rPr lang="en-US" altLang="en-US" baseline="30000" dirty="0"/>
              <a:t>o</a:t>
            </a:r>
            <a:r>
              <a:rPr lang="en-US" altLang="en-US" dirty="0"/>
              <a:t> to 37.5</a:t>
            </a:r>
            <a:r>
              <a:rPr lang="en-US" altLang="en-US" baseline="30000" dirty="0"/>
              <a:t>o</a:t>
            </a:r>
            <a:r>
              <a:rPr lang="en-US" altLang="en-US" dirty="0"/>
              <a:t> C)</a:t>
            </a:r>
          </a:p>
          <a:p>
            <a:r>
              <a:rPr lang="en-US" altLang="en-US" dirty="0"/>
              <a:t>Pulse rate (adult): 60 to 100 beats per minute</a:t>
            </a:r>
          </a:p>
          <a:p>
            <a:r>
              <a:rPr lang="en-US" altLang="en-US" dirty="0"/>
              <a:t>Respiratory rate (adult): 12 to 20 respirations per minute</a:t>
            </a:r>
          </a:p>
          <a:p>
            <a:r>
              <a:rPr lang="en-US" altLang="en-US" dirty="0"/>
              <a:t>Blood pressure (adult): 120/80 mm Hg</a:t>
            </a:r>
          </a:p>
          <a:p>
            <a:endParaRPr lang="en-US" altLang="en-US" dirty="0"/>
          </a:p>
          <a:p>
            <a:endParaRPr lang="en-US" dirty="0"/>
          </a:p>
        </p:txBody>
      </p:sp>
      <p:sp>
        <p:nvSpPr>
          <p:cNvPr id="4" name="Slide Number Placeholder 3">
            <a:extLst>
              <a:ext uri="{FF2B5EF4-FFF2-40B4-BE49-F238E27FC236}">
                <a16:creationId xmlns:a16="http://schemas.microsoft.com/office/drawing/2014/main" id="{6EF2E10B-4720-416F-B58B-0AE134B02EBE}"/>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13</a:t>
            </a:fld>
            <a:endParaRPr lang="en-GB" dirty="0"/>
          </a:p>
        </p:txBody>
      </p:sp>
    </p:spTree>
    <p:extLst>
      <p:ext uri="{BB962C8B-B14F-4D97-AF65-F5344CB8AC3E}">
        <p14:creationId xmlns:p14="http://schemas.microsoft.com/office/powerpoint/2010/main" val="631014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12.2: Vital Signs, Part II</a:t>
            </a:r>
            <a:br>
              <a:rPr lang="en-US" sz="3400" dirty="0"/>
            </a:br>
            <a:r>
              <a:rPr lang="en-US" sz="1600" dirty="0"/>
              <a:t>(Slide 1 of 2)</a:t>
            </a:r>
          </a:p>
        </p:txBody>
      </p:sp>
      <p:sp>
        <p:nvSpPr>
          <p:cNvPr id="1963015" name="Rectangle 7"/>
          <p:cNvSpPr>
            <a:spLocks noGrp="1" noChangeArrowheads="1"/>
          </p:cNvSpPr>
          <p:nvPr>
            <p:ph idx="1"/>
          </p:nvPr>
        </p:nvSpPr>
        <p:spPr/>
        <p:txBody>
          <a:bodyPr>
            <a:normAutofit/>
          </a:bodyPr>
          <a:lstStyle/>
          <a:p>
            <a:pPr marL="400050" lvl="1" indent="-914400">
              <a:buNone/>
            </a:pPr>
            <a:r>
              <a:rPr lang="en-US" sz="2000" dirty="0">
                <a:solidFill>
                  <a:schemeClr val="bg1"/>
                </a:solidFill>
              </a:rPr>
              <a:t>10.</a:t>
            </a:r>
            <a:r>
              <a:rPr lang="en-US" dirty="0"/>
              <a:t> </a:t>
            </a:r>
            <a:r>
              <a:rPr lang="en-US" sz="2800" dirty="0"/>
              <a:t>List the factors that affect vital signs readings.</a:t>
            </a:r>
            <a:endParaRPr lang="en-US" sz="2800">
              <a:solidFill>
                <a:srgbClr val="000000"/>
              </a:solidFill>
            </a:endParaRPr>
          </a:p>
          <a:p>
            <a:pPr marL="400050" lvl="1" indent="-914400">
              <a:buNone/>
            </a:pPr>
            <a:r>
              <a:rPr lang="en-US" sz="2000" dirty="0">
                <a:solidFill>
                  <a:schemeClr val="bg1"/>
                </a:solidFill>
              </a:rPr>
              <a:t>11.</a:t>
            </a:r>
            <a:r>
              <a:rPr lang="en-US" sz="1600" dirty="0">
                <a:solidFill>
                  <a:schemeClr val="bg1"/>
                </a:solidFill>
              </a:rPr>
              <a:t> </a:t>
            </a:r>
            <a:r>
              <a:rPr lang="en-US" sz="1600" dirty="0">
                <a:solidFill>
                  <a:schemeClr val="bg1"/>
                </a:solidFill>
                <a:ea typeface="ＭＳ Ｐゴシック"/>
                <a:cs typeface="+mn-lt"/>
              </a:rPr>
              <a:t> </a:t>
            </a:r>
            <a:r>
              <a:rPr lang="en-US" sz="2800" dirty="0">
                <a:ea typeface="ＭＳ Ｐゴシック"/>
                <a:cs typeface="+mn-lt"/>
              </a:rPr>
              <a:t>Accurately assess height and weight measurements.</a:t>
            </a:r>
            <a:endParaRPr lang="en-US" sz="2800">
              <a:solidFill>
                <a:schemeClr val="bg1"/>
              </a:solidFill>
              <a:ea typeface="ＭＳ Ｐゴシック"/>
              <a:cs typeface="+mn-lt"/>
            </a:endParaRPr>
          </a:p>
          <a:p>
            <a:pPr marL="400050" lvl="1" indent="-914400">
              <a:buNone/>
            </a:pPr>
            <a:r>
              <a:rPr lang="en-US" sz="2000" dirty="0">
                <a:solidFill>
                  <a:schemeClr val="bg1"/>
                </a:solidFill>
              </a:rPr>
              <a:t>12.</a:t>
            </a:r>
            <a:r>
              <a:rPr lang="en-US" dirty="0"/>
              <a:t> </a:t>
            </a:r>
            <a:r>
              <a:rPr lang="en-US" sz="2800" dirty="0"/>
              <a:t>Discuss optimal frequency of vital signs measurement.</a:t>
            </a:r>
          </a:p>
          <a:p>
            <a:pPr marL="400050" lvl="1" indent="-914400">
              <a:buNone/>
            </a:pPr>
            <a:r>
              <a:rPr lang="en-US" sz="2000" dirty="0">
                <a:solidFill>
                  <a:schemeClr val="bg1"/>
                </a:solidFill>
              </a:rPr>
              <a:t>13.</a:t>
            </a:r>
            <a:r>
              <a:rPr lang="en-US" dirty="0">
                <a:solidFill>
                  <a:schemeClr val="bg1"/>
                </a:solidFill>
              </a:rPr>
              <a:t> </a:t>
            </a:r>
            <a:r>
              <a:rPr lang="en-US" sz="2800" dirty="0"/>
              <a:t>Discuss methods by which the nurse can  ensure accurate measurement of vital signs.</a:t>
            </a:r>
          </a:p>
          <a:p>
            <a:pPr marL="514350" lvl="0" indent="-914400">
              <a:buFont typeface="+mj-lt"/>
              <a:buAutoNum type="arabicPeriod" startAt="9"/>
            </a:pPr>
            <a:endParaRPr lang="en-US" sz="3200"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14</a:t>
            </a:fld>
            <a:endParaRPr lang="en-GB" sz="1000" dirty="0">
              <a:ea typeface="ＭＳ Ｐゴシック" pitchFamily="34" charset="-128"/>
            </a:endParaRPr>
          </a:p>
        </p:txBody>
      </p:sp>
    </p:spTree>
    <p:extLst>
      <p:ext uri="{BB962C8B-B14F-4D97-AF65-F5344CB8AC3E}">
        <p14:creationId xmlns:p14="http://schemas.microsoft.com/office/powerpoint/2010/main" val="199499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4" name="Rectangle 6"/>
          <p:cNvSpPr>
            <a:spLocks noGrp="1" noChangeArrowheads="1"/>
          </p:cNvSpPr>
          <p:nvPr>
            <p:ph type="title"/>
          </p:nvPr>
        </p:nvSpPr>
        <p:spPr/>
        <p:txBody>
          <a:bodyPr>
            <a:noAutofit/>
          </a:bodyPr>
          <a:lstStyle/>
          <a:p>
            <a:r>
              <a:rPr lang="en-US" sz="3400" dirty="0"/>
              <a:t>Lesson 12.2: Vital Signs, Part II</a:t>
            </a:r>
            <a:br>
              <a:rPr lang="en-US" sz="3400" dirty="0"/>
            </a:br>
            <a:r>
              <a:rPr lang="en-US" sz="1600" dirty="0"/>
              <a:t>(Slide 2 of 2)</a:t>
            </a:r>
          </a:p>
        </p:txBody>
      </p:sp>
      <p:sp>
        <p:nvSpPr>
          <p:cNvPr id="1963015" name="Rectangle 7"/>
          <p:cNvSpPr>
            <a:spLocks noGrp="1" noChangeArrowheads="1"/>
          </p:cNvSpPr>
          <p:nvPr>
            <p:ph idx="1"/>
          </p:nvPr>
        </p:nvSpPr>
        <p:spPr/>
        <p:txBody>
          <a:bodyPr>
            <a:normAutofit/>
          </a:bodyPr>
          <a:lstStyle/>
          <a:p>
            <a:pPr marL="402590" indent="-914400">
              <a:buNone/>
            </a:pPr>
            <a:r>
              <a:rPr lang="en-US" sz="2000" dirty="0">
                <a:solidFill>
                  <a:schemeClr val="bg1"/>
                </a:solidFill>
              </a:rPr>
              <a:t>14.</a:t>
            </a:r>
            <a:r>
              <a:rPr lang="en-US" dirty="0"/>
              <a:t> Identify the rationale for each step of the vital signs procedures.</a:t>
            </a:r>
            <a:endParaRPr lang="en-US"/>
          </a:p>
          <a:p>
            <a:pPr marL="402590" indent="-914400">
              <a:buFont typeface="Wingdings 2" pitchFamily="18" charset="2"/>
              <a:buNone/>
            </a:pPr>
            <a:r>
              <a:rPr lang="en-US" sz="2000" dirty="0">
                <a:solidFill>
                  <a:schemeClr val="bg1"/>
                </a:solidFill>
              </a:rPr>
              <a:t>15.</a:t>
            </a:r>
            <a:r>
              <a:rPr lang="en-US" dirty="0"/>
              <a:t> Describe the benefits of and the precautions to follow for self-measurement of blood pressure.</a:t>
            </a:r>
          </a:p>
          <a:p>
            <a:pPr marL="402590" indent="-914400">
              <a:buFont typeface="Wingdings 2" pitchFamily="18" charset="2"/>
              <a:buNone/>
            </a:pPr>
            <a:r>
              <a:rPr lang="en-US" sz="2000" dirty="0">
                <a:solidFill>
                  <a:schemeClr val="bg1"/>
                </a:solidFill>
              </a:rPr>
              <a:t>16.</a:t>
            </a:r>
            <a:r>
              <a:rPr lang="en-US" dirty="0"/>
              <a:t> Accurately record and report vital signs measurements.</a:t>
            </a:r>
          </a:p>
          <a:p>
            <a:pPr marL="514350" indent="-514350">
              <a:buFont typeface="+mj-lt"/>
              <a:buAutoNum type="arabicPeriod" startAt="5"/>
            </a:pPr>
            <a:endParaRPr lang="en-US" dirty="0"/>
          </a:p>
        </p:txBody>
      </p:sp>
      <p:sp>
        <p:nvSpPr>
          <p:cNvPr id="5" name="Slide Number Placeholder 3"/>
          <p:cNvSpPr>
            <a:spLocks noGrp="1"/>
          </p:cNvSpPr>
          <p:nvPr>
            <p:ph type="sldNum" sz="quarter" idx="10"/>
          </p:nvPr>
        </p:nvSpPr>
        <p:spPr>
          <a:noFill/>
          <a:ln>
            <a:miter lim="800000"/>
            <a:headEnd/>
            <a:tailEnd/>
          </a:ln>
        </p:spPr>
        <p:txBody>
          <a:bodyPr/>
          <a:lstStyle/>
          <a:p>
            <a:r>
              <a:rPr lang="en-GB" sz="1000" dirty="0">
                <a:ea typeface="ＭＳ Ｐゴシック" pitchFamily="34" charset="-128"/>
              </a:rPr>
              <a:t> </a:t>
            </a:r>
            <a:fld id="{B2E7F25F-EFA4-4863-9136-A9152A78A8BC}" type="slidenum">
              <a:rPr lang="en-GB" sz="1000">
                <a:ea typeface="ＭＳ Ｐゴシック" pitchFamily="34" charset="-128"/>
              </a:rPr>
              <a:pPr/>
              <a:t>15</a:t>
            </a:fld>
            <a:endParaRPr lang="en-GB" sz="1000" dirty="0">
              <a:ea typeface="ＭＳ Ｐゴシック" pitchFamily="34" charset="-128"/>
            </a:endParaRPr>
          </a:p>
        </p:txBody>
      </p:sp>
    </p:spTree>
    <p:extLst>
      <p:ext uri="{BB962C8B-B14F-4D97-AF65-F5344CB8AC3E}">
        <p14:creationId xmlns:p14="http://schemas.microsoft.com/office/powerpoint/2010/main" val="1987252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2C001-A1C5-4225-87F2-6AE35FD768F1}"/>
              </a:ext>
            </a:extLst>
          </p:cNvPr>
          <p:cNvSpPr>
            <a:spLocks noGrp="1"/>
          </p:cNvSpPr>
          <p:nvPr>
            <p:ph type="title"/>
          </p:nvPr>
        </p:nvSpPr>
        <p:spPr/>
        <p:txBody>
          <a:bodyPr/>
          <a:lstStyle/>
          <a:p>
            <a:r>
              <a:rPr lang="en-US" dirty="0"/>
              <a:t>Factors that Affect Vital Signs</a:t>
            </a:r>
          </a:p>
        </p:txBody>
      </p:sp>
      <p:sp>
        <p:nvSpPr>
          <p:cNvPr id="3" name="Content Placeholder 2">
            <a:extLst>
              <a:ext uri="{FF2B5EF4-FFF2-40B4-BE49-F238E27FC236}">
                <a16:creationId xmlns:a16="http://schemas.microsoft.com/office/drawing/2014/main" id="{DF3F800C-BA4B-4593-B3B3-5E24C6E39261}"/>
              </a:ext>
            </a:extLst>
          </p:cNvPr>
          <p:cNvSpPr>
            <a:spLocks noGrp="1"/>
          </p:cNvSpPr>
          <p:nvPr>
            <p:ph idx="1"/>
          </p:nvPr>
        </p:nvSpPr>
        <p:spPr/>
        <p:txBody>
          <a:bodyPr>
            <a:normAutofit lnSpcReduction="10000"/>
          </a:bodyPr>
          <a:lstStyle/>
          <a:p>
            <a:r>
              <a:rPr lang="en-US" altLang="en-US" dirty="0"/>
              <a:t>Factors include (among others):</a:t>
            </a:r>
          </a:p>
          <a:p>
            <a:pPr lvl="1"/>
            <a:r>
              <a:rPr lang="en-US" altLang="en-US" dirty="0"/>
              <a:t>Environment</a:t>
            </a:r>
          </a:p>
          <a:p>
            <a:pPr lvl="1"/>
            <a:r>
              <a:rPr lang="en-US" altLang="en-US" dirty="0"/>
              <a:t>Age</a:t>
            </a:r>
          </a:p>
          <a:p>
            <a:pPr lvl="1"/>
            <a:r>
              <a:rPr lang="en-US" altLang="en-US" dirty="0"/>
              <a:t>Stress</a:t>
            </a:r>
          </a:p>
          <a:p>
            <a:pPr lvl="1"/>
            <a:r>
              <a:rPr lang="en-US" altLang="en-US" dirty="0"/>
              <a:t>Smoking</a:t>
            </a:r>
          </a:p>
          <a:p>
            <a:pPr lvl="1"/>
            <a:r>
              <a:rPr lang="en-US" altLang="en-US" dirty="0"/>
              <a:t>Time of day</a:t>
            </a:r>
          </a:p>
          <a:p>
            <a:pPr lvl="1"/>
            <a:r>
              <a:rPr lang="en-US" altLang="en-US" dirty="0"/>
              <a:t>Activity levels</a:t>
            </a:r>
          </a:p>
          <a:p>
            <a:pPr lvl="1"/>
            <a:r>
              <a:rPr lang="en-US" altLang="en-US" dirty="0"/>
              <a:t>Hormonal influences</a:t>
            </a:r>
          </a:p>
          <a:p>
            <a:pPr lvl="1"/>
            <a:r>
              <a:rPr lang="en-US" altLang="en-US" dirty="0"/>
              <a:t>Medications</a:t>
            </a:r>
          </a:p>
          <a:p>
            <a:pPr lvl="1"/>
            <a:r>
              <a:rPr lang="en-US" altLang="en-US" dirty="0"/>
              <a:t>Body position</a:t>
            </a:r>
          </a:p>
          <a:p>
            <a:endParaRPr lang="en-US" dirty="0"/>
          </a:p>
        </p:txBody>
      </p:sp>
      <p:sp>
        <p:nvSpPr>
          <p:cNvPr id="4" name="Slide Number Placeholder 3">
            <a:extLst>
              <a:ext uri="{FF2B5EF4-FFF2-40B4-BE49-F238E27FC236}">
                <a16:creationId xmlns:a16="http://schemas.microsoft.com/office/drawing/2014/main" id="{2734C02E-FEA6-4BD8-B90E-BF4F868386ED}"/>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16</a:t>
            </a:fld>
            <a:endParaRPr lang="en-GB" dirty="0"/>
          </a:p>
        </p:txBody>
      </p:sp>
    </p:spTree>
    <p:extLst>
      <p:ext uri="{BB962C8B-B14F-4D97-AF65-F5344CB8AC3E}">
        <p14:creationId xmlns:p14="http://schemas.microsoft.com/office/powerpoint/2010/main" val="108155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26AD-A3F2-48EC-AB1E-AC5DE7DA4209}"/>
              </a:ext>
            </a:extLst>
          </p:cNvPr>
          <p:cNvSpPr>
            <a:spLocks noGrp="1"/>
          </p:cNvSpPr>
          <p:nvPr>
            <p:ph type="title"/>
          </p:nvPr>
        </p:nvSpPr>
        <p:spPr/>
        <p:txBody>
          <a:bodyPr/>
          <a:lstStyle/>
          <a:p>
            <a:r>
              <a:rPr lang="en-US" altLang="en-US" dirty="0"/>
              <a:t>Height and Weight</a:t>
            </a:r>
            <a:br>
              <a:rPr lang="en-US" altLang="en-US" dirty="0"/>
            </a:br>
            <a:r>
              <a:rPr lang="en-US" altLang="en-US" sz="1600" dirty="0"/>
              <a:t>(Slide 1 of 2)</a:t>
            </a:r>
            <a:endParaRPr lang="en-US" sz="1600" dirty="0"/>
          </a:p>
        </p:txBody>
      </p:sp>
      <p:sp>
        <p:nvSpPr>
          <p:cNvPr id="3" name="Content Placeholder 2">
            <a:extLst>
              <a:ext uri="{FF2B5EF4-FFF2-40B4-BE49-F238E27FC236}">
                <a16:creationId xmlns:a16="http://schemas.microsoft.com/office/drawing/2014/main" id="{0D55E625-3D8E-404C-8B78-4B617BFAC291}"/>
              </a:ext>
            </a:extLst>
          </p:cNvPr>
          <p:cNvSpPr>
            <a:spLocks noGrp="1"/>
          </p:cNvSpPr>
          <p:nvPr>
            <p:ph idx="1"/>
          </p:nvPr>
        </p:nvSpPr>
        <p:spPr/>
        <p:txBody>
          <a:bodyPr/>
          <a:lstStyle/>
          <a:p>
            <a:r>
              <a:rPr lang="en-US" altLang="en-US" dirty="0"/>
              <a:t>Helps assess normal growth and development</a:t>
            </a:r>
          </a:p>
          <a:p>
            <a:r>
              <a:rPr lang="en-US" altLang="en-US" dirty="0"/>
              <a:t>Aids in proper drug dosage calculation</a:t>
            </a:r>
          </a:p>
          <a:p>
            <a:r>
              <a:rPr lang="en-US" altLang="en-US" dirty="0"/>
              <a:t>May be used to assess the effectiveness of drug therapy, such as diuretics</a:t>
            </a:r>
          </a:p>
          <a:p>
            <a:r>
              <a:rPr lang="en-US" altLang="en-US" dirty="0"/>
              <a:t>Significant loss of weight may be a sign of an underlying disease</a:t>
            </a:r>
          </a:p>
          <a:p>
            <a:endParaRPr lang="en-US" dirty="0"/>
          </a:p>
        </p:txBody>
      </p:sp>
      <p:sp>
        <p:nvSpPr>
          <p:cNvPr id="4" name="Slide Number Placeholder 3">
            <a:extLst>
              <a:ext uri="{FF2B5EF4-FFF2-40B4-BE49-F238E27FC236}">
                <a16:creationId xmlns:a16="http://schemas.microsoft.com/office/drawing/2014/main" id="{9C198611-A2D7-485B-BA30-81BED73CBBFA}"/>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17</a:t>
            </a:fld>
            <a:endParaRPr lang="en-GB" dirty="0"/>
          </a:p>
        </p:txBody>
      </p:sp>
    </p:spTree>
    <p:extLst>
      <p:ext uri="{BB962C8B-B14F-4D97-AF65-F5344CB8AC3E}">
        <p14:creationId xmlns:p14="http://schemas.microsoft.com/office/powerpoint/2010/main" val="3303604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26AD-A3F2-48EC-AB1E-AC5DE7DA4209}"/>
              </a:ext>
            </a:extLst>
          </p:cNvPr>
          <p:cNvSpPr>
            <a:spLocks noGrp="1"/>
          </p:cNvSpPr>
          <p:nvPr>
            <p:ph type="title"/>
          </p:nvPr>
        </p:nvSpPr>
        <p:spPr/>
        <p:txBody>
          <a:bodyPr/>
          <a:lstStyle/>
          <a:p>
            <a:r>
              <a:rPr lang="en-US" altLang="en-US" dirty="0"/>
              <a:t>Height and Weight</a:t>
            </a:r>
            <a:br>
              <a:rPr lang="en-US" altLang="en-US" dirty="0"/>
            </a:br>
            <a:r>
              <a:rPr lang="en-US" altLang="en-US" sz="1600" dirty="0"/>
              <a:t>(Slide 2 of 2)</a:t>
            </a:r>
            <a:endParaRPr lang="en-US" sz="1600" dirty="0"/>
          </a:p>
        </p:txBody>
      </p:sp>
      <p:sp>
        <p:nvSpPr>
          <p:cNvPr id="3" name="Content Placeholder 2">
            <a:extLst>
              <a:ext uri="{FF2B5EF4-FFF2-40B4-BE49-F238E27FC236}">
                <a16:creationId xmlns:a16="http://schemas.microsoft.com/office/drawing/2014/main" id="{0D55E625-3D8E-404C-8B78-4B617BFAC291}"/>
              </a:ext>
            </a:extLst>
          </p:cNvPr>
          <p:cNvSpPr>
            <a:spLocks noGrp="1"/>
          </p:cNvSpPr>
          <p:nvPr>
            <p:ph idx="1"/>
          </p:nvPr>
        </p:nvSpPr>
        <p:spPr/>
        <p:txBody>
          <a:bodyPr>
            <a:normAutofit fontScale="92500" lnSpcReduction="10000"/>
          </a:bodyPr>
          <a:lstStyle/>
          <a:p>
            <a:r>
              <a:rPr lang="en-US" altLang="en-US" dirty="0"/>
              <a:t>Obtaining weight measurements</a:t>
            </a:r>
          </a:p>
          <a:p>
            <a:pPr lvl="1"/>
            <a:r>
              <a:rPr lang="en-US" altLang="en-US" dirty="0"/>
              <a:t>Patients should be weighed the same time of day, on the same scale, and in the same type or amount of clothing</a:t>
            </a:r>
          </a:p>
          <a:p>
            <a:pPr lvl="1"/>
            <a:r>
              <a:rPr lang="en-US" altLang="en-US" dirty="0"/>
              <a:t>1 liter of fluid = 1 kilogram (kg) = 2.2 pounds [lb]</a:t>
            </a:r>
          </a:p>
          <a:p>
            <a:pPr lvl="1"/>
            <a:r>
              <a:rPr lang="en-US" altLang="en-US" dirty="0"/>
              <a:t>A significant loss or gain of weight can point to an underlying disease</a:t>
            </a:r>
          </a:p>
          <a:p>
            <a:r>
              <a:rPr lang="en-US" altLang="en-US" dirty="0"/>
              <a:t>Obtaining height measurements</a:t>
            </a:r>
          </a:p>
          <a:p>
            <a:pPr lvl="1"/>
            <a:r>
              <a:rPr lang="en-US" altLang="en-US" dirty="0"/>
              <a:t>Patient should remove shoes and stand erect</a:t>
            </a:r>
          </a:p>
          <a:p>
            <a:pPr lvl="1"/>
            <a:r>
              <a:rPr lang="en-US" altLang="en-US" dirty="0"/>
              <a:t>Standing scales may have a metal rod, which is attached to the back of the scale and swings out over the top of the patient’s head</a:t>
            </a:r>
          </a:p>
          <a:p>
            <a:pPr lvl="1"/>
            <a:endParaRPr lang="en-US" altLang="en-US" dirty="0"/>
          </a:p>
          <a:p>
            <a:endParaRPr lang="en-US" dirty="0"/>
          </a:p>
        </p:txBody>
      </p:sp>
      <p:sp>
        <p:nvSpPr>
          <p:cNvPr id="4" name="Slide Number Placeholder 3">
            <a:extLst>
              <a:ext uri="{FF2B5EF4-FFF2-40B4-BE49-F238E27FC236}">
                <a16:creationId xmlns:a16="http://schemas.microsoft.com/office/drawing/2014/main" id="{9C198611-A2D7-485B-BA30-81BED73CBBFA}"/>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18</a:t>
            </a:fld>
            <a:endParaRPr lang="en-GB" dirty="0"/>
          </a:p>
        </p:txBody>
      </p:sp>
    </p:spTree>
    <p:extLst>
      <p:ext uri="{BB962C8B-B14F-4D97-AF65-F5344CB8AC3E}">
        <p14:creationId xmlns:p14="http://schemas.microsoft.com/office/powerpoint/2010/main" val="1900758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E744-418C-49AE-B8FE-55E65BAE082F}"/>
              </a:ext>
            </a:extLst>
          </p:cNvPr>
          <p:cNvSpPr>
            <a:spLocks noGrp="1"/>
          </p:cNvSpPr>
          <p:nvPr>
            <p:ph type="title"/>
          </p:nvPr>
        </p:nvSpPr>
        <p:spPr/>
        <p:txBody>
          <a:bodyPr/>
          <a:lstStyle/>
          <a:p>
            <a:r>
              <a:rPr lang="en-US" altLang="en-US" dirty="0"/>
              <a:t>When Vital Signs Are Assessed </a:t>
            </a:r>
            <a:endParaRPr lang="en-US" dirty="0"/>
          </a:p>
        </p:txBody>
      </p:sp>
      <p:sp>
        <p:nvSpPr>
          <p:cNvPr id="3" name="Content Placeholder 2">
            <a:extLst>
              <a:ext uri="{FF2B5EF4-FFF2-40B4-BE49-F238E27FC236}">
                <a16:creationId xmlns:a16="http://schemas.microsoft.com/office/drawing/2014/main" id="{27A85076-D360-4A85-9F91-72375107066E}"/>
              </a:ext>
            </a:extLst>
          </p:cNvPr>
          <p:cNvSpPr>
            <a:spLocks noGrp="1"/>
          </p:cNvSpPr>
          <p:nvPr>
            <p:ph idx="1"/>
          </p:nvPr>
        </p:nvSpPr>
        <p:spPr>
          <a:xfrm>
            <a:off x="685800" y="1317220"/>
            <a:ext cx="7772400" cy="4454525"/>
          </a:xfrm>
        </p:spPr>
        <p:txBody>
          <a:bodyPr>
            <a:normAutofit fontScale="85000" lnSpcReduction="10000"/>
          </a:bodyPr>
          <a:lstStyle/>
          <a:p>
            <a:r>
              <a:rPr lang="en-US" altLang="en-US" dirty="0"/>
              <a:t>Temperature, pulse, respirations, and blood pressure are usually assessed at the same time at set intervals</a:t>
            </a:r>
          </a:p>
          <a:p>
            <a:r>
              <a:rPr lang="en-US" altLang="en-US" dirty="0"/>
              <a:t>A set of vital signs is taken when the patient is admitted to the facility, when the patient is discharged, and when a condition change is observed</a:t>
            </a:r>
          </a:p>
          <a:p>
            <a:r>
              <a:rPr lang="en-US" altLang="en-US" dirty="0"/>
              <a:t>Nurse can assess vital signs without provider order, but must assess vital signs as prescribed by the healthcare provided or policy dictates</a:t>
            </a:r>
          </a:p>
          <a:p>
            <a:pPr lvl="1"/>
            <a:r>
              <a:rPr lang="en-US" altLang="en-US" dirty="0"/>
              <a:t>Example: every 4 hours, once a shift, weekly</a:t>
            </a:r>
            <a:endParaRPr lang="en-US"/>
          </a:p>
          <a:p>
            <a:r>
              <a:rPr lang="en-US" altLang="en-US" dirty="0"/>
              <a:t>The more ill the patient, the more frequently vital signs are taken</a:t>
            </a:r>
          </a:p>
          <a:p>
            <a:endParaRPr lang="en-US" altLang="en-US" dirty="0"/>
          </a:p>
          <a:p>
            <a:endParaRPr lang="en-US" dirty="0"/>
          </a:p>
        </p:txBody>
      </p:sp>
      <p:sp>
        <p:nvSpPr>
          <p:cNvPr id="4" name="Slide Number Placeholder 3">
            <a:extLst>
              <a:ext uri="{FF2B5EF4-FFF2-40B4-BE49-F238E27FC236}">
                <a16:creationId xmlns:a16="http://schemas.microsoft.com/office/drawing/2014/main" id="{512520E4-51CD-4E66-ABB7-44E5C595284B}"/>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19</a:t>
            </a:fld>
            <a:endParaRPr lang="en-GB" dirty="0"/>
          </a:p>
        </p:txBody>
      </p:sp>
    </p:spTree>
    <p:extLst>
      <p:ext uri="{BB962C8B-B14F-4D97-AF65-F5344CB8AC3E}">
        <p14:creationId xmlns:p14="http://schemas.microsoft.com/office/powerpoint/2010/main" val="390531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ECFC-F3D6-4FC7-B87C-053CF0200101}"/>
              </a:ext>
            </a:extLst>
          </p:cNvPr>
          <p:cNvSpPr>
            <a:spLocks noGrp="1"/>
          </p:cNvSpPr>
          <p:nvPr>
            <p:ph type="title"/>
          </p:nvPr>
        </p:nvSpPr>
        <p:spPr/>
        <p:txBody>
          <a:bodyPr/>
          <a:lstStyle/>
          <a:p>
            <a:r>
              <a:rPr lang="en-US" dirty="0"/>
              <a:t>Accuracy</a:t>
            </a:r>
          </a:p>
        </p:txBody>
      </p:sp>
      <p:sp>
        <p:nvSpPr>
          <p:cNvPr id="3" name="Content Placeholder 2">
            <a:extLst>
              <a:ext uri="{FF2B5EF4-FFF2-40B4-BE49-F238E27FC236}">
                <a16:creationId xmlns:a16="http://schemas.microsoft.com/office/drawing/2014/main" id="{1F365340-FF79-4467-A2F7-27248D7AB221}"/>
              </a:ext>
            </a:extLst>
          </p:cNvPr>
          <p:cNvSpPr>
            <a:spLocks noGrp="1"/>
          </p:cNvSpPr>
          <p:nvPr>
            <p:ph idx="1"/>
          </p:nvPr>
        </p:nvSpPr>
        <p:spPr/>
        <p:txBody>
          <a:bodyPr/>
          <a:lstStyle/>
          <a:p>
            <a:r>
              <a:rPr lang="en-US" dirty="0"/>
              <a:t>Be sure equipment used to measure vital signs (e.g., thermometer, stethoscope, sphygmomanometer) is in proper working condition to ensure accuracy of findings </a:t>
            </a:r>
          </a:p>
        </p:txBody>
      </p:sp>
      <p:sp>
        <p:nvSpPr>
          <p:cNvPr id="4" name="Slide Number Placeholder 3">
            <a:extLst>
              <a:ext uri="{FF2B5EF4-FFF2-40B4-BE49-F238E27FC236}">
                <a16:creationId xmlns:a16="http://schemas.microsoft.com/office/drawing/2014/main" id="{DCAD8ABF-86D2-4482-AF17-26D79F28D2D7}"/>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20</a:t>
            </a:fld>
            <a:endParaRPr lang="en-GB" dirty="0"/>
          </a:p>
        </p:txBody>
      </p:sp>
    </p:spTree>
    <p:extLst>
      <p:ext uri="{BB962C8B-B14F-4D97-AF65-F5344CB8AC3E}">
        <p14:creationId xmlns:p14="http://schemas.microsoft.com/office/powerpoint/2010/main" val="1908567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A4DEE-1534-439A-B0FC-297164961E3B}"/>
              </a:ext>
            </a:extLst>
          </p:cNvPr>
          <p:cNvSpPr>
            <a:spLocks noGrp="1"/>
          </p:cNvSpPr>
          <p:nvPr>
            <p:ph type="title"/>
          </p:nvPr>
        </p:nvSpPr>
        <p:spPr/>
        <p:txBody>
          <a:bodyPr/>
          <a:lstStyle/>
          <a:p>
            <a:r>
              <a:rPr lang="en-US" dirty="0"/>
              <a:t>Rationales for Each Step of the Process</a:t>
            </a:r>
          </a:p>
        </p:txBody>
      </p:sp>
      <p:sp>
        <p:nvSpPr>
          <p:cNvPr id="3" name="Content Placeholder 2">
            <a:extLst>
              <a:ext uri="{FF2B5EF4-FFF2-40B4-BE49-F238E27FC236}">
                <a16:creationId xmlns:a16="http://schemas.microsoft.com/office/drawing/2014/main" id="{0D6B9F9A-4483-4440-BC2B-C2AD2DB2FCC1}"/>
              </a:ext>
            </a:extLst>
          </p:cNvPr>
          <p:cNvSpPr>
            <a:spLocks noGrp="1"/>
          </p:cNvSpPr>
          <p:nvPr>
            <p:ph idx="1"/>
          </p:nvPr>
        </p:nvSpPr>
        <p:spPr/>
        <p:txBody>
          <a:bodyPr/>
          <a:lstStyle/>
          <a:p>
            <a:r>
              <a:rPr lang="en-US" dirty="0"/>
              <a:t>Should be explained to patient before or during procedure</a:t>
            </a:r>
          </a:p>
          <a:p>
            <a:r>
              <a:rPr lang="en-US" dirty="0"/>
              <a:t>See Skills 12.1 through 12.7.</a:t>
            </a:r>
          </a:p>
        </p:txBody>
      </p:sp>
      <p:sp>
        <p:nvSpPr>
          <p:cNvPr id="4" name="Slide Number Placeholder 3">
            <a:extLst>
              <a:ext uri="{FF2B5EF4-FFF2-40B4-BE49-F238E27FC236}">
                <a16:creationId xmlns:a16="http://schemas.microsoft.com/office/drawing/2014/main" id="{17B68442-6750-447E-9DDB-9F75425C854D}"/>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21</a:t>
            </a:fld>
            <a:endParaRPr lang="en-GB" dirty="0"/>
          </a:p>
        </p:txBody>
      </p:sp>
    </p:spTree>
    <p:extLst>
      <p:ext uri="{BB962C8B-B14F-4D97-AF65-F5344CB8AC3E}">
        <p14:creationId xmlns:p14="http://schemas.microsoft.com/office/powerpoint/2010/main" val="445727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ECEE-C157-4D3E-A8B1-B32E41780029}"/>
              </a:ext>
            </a:extLst>
          </p:cNvPr>
          <p:cNvSpPr>
            <a:spLocks noGrp="1"/>
          </p:cNvSpPr>
          <p:nvPr>
            <p:ph type="title"/>
          </p:nvPr>
        </p:nvSpPr>
        <p:spPr/>
        <p:txBody>
          <a:bodyPr/>
          <a:lstStyle/>
          <a:p>
            <a:r>
              <a:rPr lang="en-US" dirty="0"/>
              <a:t>Self-Measurement of Blood Pressure</a:t>
            </a:r>
          </a:p>
        </p:txBody>
      </p:sp>
      <p:sp>
        <p:nvSpPr>
          <p:cNvPr id="3" name="Content Placeholder 2">
            <a:extLst>
              <a:ext uri="{FF2B5EF4-FFF2-40B4-BE49-F238E27FC236}">
                <a16:creationId xmlns:a16="http://schemas.microsoft.com/office/drawing/2014/main" id="{E7ACD680-34E9-4823-9BD7-66E2AE87B90D}"/>
              </a:ext>
            </a:extLst>
          </p:cNvPr>
          <p:cNvSpPr>
            <a:spLocks noGrp="1"/>
          </p:cNvSpPr>
          <p:nvPr>
            <p:ph idx="1"/>
          </p:nvPr>
        </p:nvSpPr>
        <p:spPr/>
        <p:txBody>
          <a:bodyPr/>
          <a:lstStyle/>
          <a:p>
            <a:r>
              <a:rPr lang="en-US" altLang="en-US" dirty="0"/>
              <a:t>Portable home devices</a:t>
            </a:r>
          </a:p>
          <a:p>
            <a:r>
              <a:rPr lang="en-US" altLang="en-US" dirty="0"/>
              <a:t>Stationary automated machines</a:t>
            </a:r>
          </a:p>
          <a:p>
            <a:r>
              <a:rPr lang="en-US" altLang="en-US" dirty="0"/>
              <a:t>Patient education</a:t>
            </a:r>
          </a:p>
          <a:p>
            <a:endParaRPr lang="en-US" dirty="0"/>
          </a:p>
        </p:txBody>
      </p:sp>
      <p:sp>
        <p:nvSpPr>
          <p:cNvPr id="4" name="Slide Number Placeholder 3">
            <a:extLst>
              <a:ext uri="{FF2B5EF4-FFF2-40B4-BE49-F238E27FC236}">
                <a16:creationId xmlns:a16="http://schemas.microsoft.com/office/drawing/2014/main" id="{A2DEB402-D0BF-4DDC-833E-F505769EA210}"/>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22</a:t>
            </a:fld>
            <a:endParaRPr lang="en-GB" dirty="0"/>
          </a:p>
        </p:txBody>
      </p:sp>
    </p:spTree>
    <p:extLst>
      <p:ext uri="{BB962C8B-B14F-4D97-AF65-F5344CB8AC3E}">
        <p14:creationId xmlns:p14="http://schemas.microsoft.com/office/powerpoint/2010/main" val="3502082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9AE7-994E-4332-90B5-91B70CCA603E}"/>
              </a:ext>
            </a:extLst>
          </p:cNvPr>
          <p:cNvSpPr>
            <a:spLocks noGrp="1"/>
          </p:cNvSpPr>
          <p:nvPr>
            <p:ph type="title"/>
          </p:nvPr>
        </p:nvSpPr>
        <p:spPr/>
        <p:txBody>
          <a:bodyPr/>
          <a:lstStyle/>
          <a:p>
            <a:r>
              <a:rPr lang="en-US" altLang="en-US" dirty="0"/>
              <a:t>Recording Vital Signs </a:t>
            </a:r>
            <a:endParaRPr lang="en-US" dirty="0"/>
          </a:p>
        </p:txBody>
      </p:sp>
      <p:sp>
        <p:nvSpPr>
          <p:cNvPr id="3" name="Content Placeholder 2">
            <a:extLst>
              <a:ext uri="{FF2B5EF4-FFF2-40B4-BE49-F238E27FC236}">
                <a16:creationId xmlns:a16="http://schemas.microsoft.com/office/drawing/2014/main" id="{BC1FB9D9-9A6C-4D0A-B69C-3353B5AE7A86}"/>
              </a:ext>
            </a:extLst>
          </p:cNvPr>
          <p:cNvSpPr>
            <a:spLocks noGrp="1"/>
          </p:cNvSpPr>
          <p:nvPr>
            <p:ph idx="1"/>
          </p:nvPr>
        </p:nvSpPr>
        <p:spPr/>
        <p:txBody>
          <a:bodyPr/>
          <a:lstStyle/>
          <a:p>
            <a:r>
              <a:rPr lang="en-US" altLang="en-US" dirty="0"/>
              <a:t>Graphic flow sheet</a:t>
            </a:r>
          </a:p>
          <a:p>
            <a:pPr lvl="1"/>
            <a:r>
              <a:rPr lang="en-US" altLang="en-US" dirty="0"/>
              <a:t>Used for charting vital signs</a:t>
            </a:r>
          </a:p>
          <a:p>
            <a:pPr lvl="1"/>
            <a:r>
              <a:rPr lang="en-US" altLang="en-US" dirty="0"/>
              <a:t>“R” indicates a rectal temperature</a:t>
            </a:r>
          </a:p>
          <a:p>
            <a:pPr lvl="1"/>
            <a:r>
              <a:rPr lang="en-US" altLang="en-US" dirty="0"/>
              <a:t>“Ax” indicates an axillary temperature</a:t>
            </a:r>
          </a:p>
          <a:p>
            <a:pPr lvl="1"/>
            <a:r>
              <a:rPr lang="en-US" altLang="en-US" dirty="0"/>
              <a:t>Blood pressures are always written with the systolic first and the diastolic beneath</a:t>
            </a:r>
          </a:p>
          <a:p>
            <a:pPr lvl="2"/>
            <a:r>
              <a:rPr lang="en-US" altLang="en-US" dirty="0"/>
              <a:t>Example: 120/80</a:t>
            </a:r>
          </a:p>
        </p:txBody>
      </p:sp>
      <p:sp>
        <p:nvSpPr>
          <p:cNvPr id="4" name="Slide Number Placeholder 3">
            <a:extLst>
              <a:ext uri="{FF2B5EF4-FFF2-40B4-BE49-F238E27FC236}">
                <a16:creationId xmlns:a16="http://schemas.microsoft.com/office/drawing/2014/main" id="{85F13B8E-8272-4353-99CE-093F14C4745E}"/>
              </a:ext>
            </a:extLst>
          </p:cNvPr>
          <p:cNvSpPr>
            <a:spLocks noGrp="1"/>
          </p:cNvSpPr>
          <p:nvPr>
            <p:ph type="sldNum" sz="quarter" idx="10"/>
          </p:nvPr>
        </p:nvSpPr>
        <p:spPr/>
        <p:txBody>
          <a:bodyPr/>
          <a:lstStyle/>
          <a:p>
            <a:pPr>
              <a:defRPr/>
            </a:pPr>
            <a:r>
              <a:rPr lang="en-GB" dirty="0"/>
              <a:t> </a:t>
            </a:r>
            <a:fld id="{E234264E-8860-42A2-83C5-41782AA54ED9}" type="slidenum">
              <a:rPr lang="en-GB" smtClean="0"/>
              <a:pPr>
                <a:defRPr/>
              </a:pPr>
              <a:t>23</a:t>
            </a:fld>
            <a:endParaRPr lang="en-GB" dirty="0"/>
          </a:p>
        </p:txBody>
      </p:sp>
    </p:spTree>
    <p:extLst>
      <p:ext uri="{BB962C8B-B14F-4D97-AF65-F5344CB8AC3E}">
        <p14:creationId xmlns:p14="http://schemas.microsoft.com/office/powerpoint/2010/main" val="948526298"/>
      </p:ext>
    </p:extLst>
  </p:cSld>
  <p:clrMapOvr>
    <a:masterClrMapping/>
  </p:clrMapOvr>
</p:sld>
</file>

<file path=ppt/theme/theme1.xml><?xml version="1.0" encoding="utf-8"?>
<a:theme xmlns:a="http://schemas.openxmlformats.org/drawingml/2006/main" name="2_Blue Diagonal">
  <a:themeElements>
    <a:clrScheme name="2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2_Blue Diagonal">
      <a:majorFont>
        <a:latin typeface="ArialMT"/>
        <a:ea typeface="ＭＳ Ｐゴシック"/>
        <a:cs typeface=""/>
      </a:majorFont>
      <a:minorFont>
        <a:latin typeface="ArialMT"/>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2_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2_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2_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05B35852-82C8-4380-BE3E-72E8A36B344E}" vid="{44BCCB53-EE29-414A-8F6C-89C65B68B0C1}"/>
    </a:ext>
  </a:extLst>
</a:theme>
</file>

<file path=ppt/theme/theme2.xml><?xml version="1.0" encoding="utf-8"?>
<a:theme xmlns:a="http://schemas.openxmlformats.org/drawingml/2006/main" name="3_Blue Diagonal">
  <a:themeElements>
    <a:clrScheme name="3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3_Blue Diagonal">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3_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3_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3_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id="{05B35852-82C8-4380-BE3E-72E8A36B344E}" vid="{E7008CAA-0110-4942-A27F-B887E31738AC}"/>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7068</TotalTime>
  <Words>1283</Words>
  <Application>Microsoft Office PowerPoint</Application>
  <PresentationFormat>On-screen Show (4:3)</PresentationFormat>
  <Paragraphs>174</Paragraphs>
  <Slides>23</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ArialMT</vt:lpstr>
      <vt:lpstr>Times New Roman</vt:lpstr>
      <vt:lpstr>Wingdings</vt:lpstr>
      <vt:lpstr>Wingdings 2</vt:lpstr>
      <vt:lpstr>Wingdings 3</vt:lpstr>
      <vt:lpstr>2_Blue Diagonal</vt:lpstr>
      <vt:lpstr>3_Blue Diagonal</vt:lpstr>
      <vt:lpstr>Chapter 12</vt:lpstr>
      <vt:lpstr>Lesson 12.1: Vital Signs, Part I (Slide 1 of 2)</vt:lpstr>
      <vt:lpstr>Lesson 12.1: Vital Signs, Part I (Slide 2 of 2)</vt:lpstr>
      <vt:lpstr>Vital Signs </vt:lpstr>
      <vt:lpstr>Guidelines for Obtaining  Vital Signs </vt:lpstr>
      <vt:lpstr>Temperature (Slide 1 of 2)</vt:lpstr>
      <vt:lpstr>Temperature (Slide 2 of 2)</vt:lpstr>
      <vt:lpstr>Sites for Pulse Measurement</vt:lpstr>
      <vt:lpstr>Pulse</vt:lpstr>
      <vt:lpstr>Respiration</vt:lpstr>
      <vt:lpstr>Pulse Oximetry</vt:lpstr>
      <vt:lpstr>Blood Pressure</vt:lpstr>
      <vt:lpstr>Normal Limits</vt:lpstr>
      <vt:lpstr>Lesson 12.2: Vital Signs, Part II (Slide 1 of 2)</vt:lpstr>
      <vt:lpstr>Lesson 12.2: Vital Signs, Part II (Slide 2 of 2)</vt:lpstr>
      <vt:lpstr>Factors that Affect Vital Signs</vt:lpstr>
      <vt:lpstr>Height and Weight (Slide 1 of 2)</vt:lpstr>
      <vt:lpstr>Height and Weight (Slide 2 of 2)</vt:lpstr>
      <vt:lpstr>When Vital Signs Are Assessed </vt:lpstr>
      <vt:lpstr>Accuracy</vt:lpstr>
      <vt:lpstr>Rationales for Each Step of the Process</vt:lpstr>
      <vt:lpstr>Self-Measurement of Blood Pressure</vt:lpstr>
      <vt:lpstr>Recording Vital Signs </vt:lpstr>
    </vt:vector>
  </TitlesOfParts>
  <Company>REED Elsevier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Body Systems</dc:title>
  <dc:creator>Linda Honeycutt</dc:creator>
  <cp:lastModifiedBy>Jyoti Tyagi (IL-IN)</cp:lastModifiedBy>
  <cp:revision>922</cp:revision>
  <dcterms:created xsi:type="dcterms:W3CDTF">2005-01-16T17:28:53Z</dcterms:created>
  <dcterms:modified xsi:type="dcterms:W3CDTF">2022-07-06T06:49:54Z</dcterms:modified>
</cp:coreProperties>
</file>