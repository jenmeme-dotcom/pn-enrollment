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4" r:id="rId1"/>
    <p:sldMasterId id="2147483735" r:id="rId2"/>
  </p:sldMasterIdLst>
  <p:notesMasterIdLst>
    <p:notesMasterId r:id="rId33"/>
  </p:notesMasterIdLst>
  <p:handoutMasterIdLst>
    <p:handoutMasterId r:id="rId34"/>
  </p:handoutMasterIdLst>
  <p:sldIdLst>
    <p:sldId id="454" r:id="rId3"/>
    <p:sldId id="372" r:id="rId4"/>
    <p:sldId id="456" r:id="rId5"/>
    <p:sldId id="457" r:id="rId6"/>
    <p:sldId id="458" r:id="rId7"/>
    <p:sldId id="460" r:id="rId8"/>
    <p:sldId id="459" r:id="rId9"/>
    <p:sldId id="461" r:id="rId10"/>
    <p:sldId id="462" r:id="rId11"/>
    <p:sldId id="463" r:id="rId12"/>
    <p:sldId id="464" r:id="rId13"/>
    <p:sldId id="465" r:id="rId14"/>
    <p:sldId id="466" r:id="rId15"/>
    <p:sldId id="467" r:id="rId16"/>
    <p:sldId id="455" r:id="rId17"/>
    <p:sldId id="468" r:id="rId18"/>
    <p:sldId id="469" r:id="rId19"/>
    <p:sldId id="470" r:id="rId20"/>
    <p:sldId id="471" r:id="rId21"/>
    <p:sldId id="472" r:id="rId22"/>
    <p:sldId id="473" r:id="rId23"/>
    <p:sldId id="474" r:id="rId24"/>
    <p:sldId id="475" r:id="rId25"/>
    <p:sldId id="476" r:id="rId26"/>
    <p:sldId id="477" r:id="rId27"/>
    <p:sldId id="478" r:id="rId28"/>
    <p:sldId id="479" r:id="rId29"/>
    <p:sldId id="480" r:id="rId30"/>
    <p:sldId id="481" r:id="rId31"/>
    <p:sldId id="482" r:id="rId32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2">
          <p15:clr>
            <a:srgbClr val="A4A3A4"/>
          </p15:clr>
        </p15:guide>
        <p15:guide id="3" pos="2880">
          <p15:clr>
            <a:srgbClr val="A4A3A4"/>
          </p15:clr>
        </p15:guide>
        <p15:guide id="4" pos="524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Ellen Kunkelmann" initials="AU" lastIdx="7" clrIdx="0"/>
  <p:cmAuthor id="1" name="Reed Elsevier" initials="RE" lastIdx="1" clrIdx="1"/>
  <p:cmAuthor id="2" name="Lisa" initials="L" lastIdx="1" clrIdx="2">
    <p:extLst>
      <p:ext uri="{19B8F6BF-5375-455C-9EA6-DF929625EA0E}">
        <p15:presenceInfo xmlns:p15="http://schemas.microsoft.com/office/powerpoint/2012/main" userId="Lis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E637CA-2DF9-B5D1-87AD-E94B3F28E958}" v="338" dt="2021-12-17T23:17:32.248"/>
    <p1510:client id="{F2C5E4EC-FEB8-12B2-154A-9C4C177F2E21}" v="3" dt="2022-01-03T14:39:54.0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86" autoAdjust="0"/>
    <p:restoredTop sz="90175" autoAdjust="0"/>
  </p:normalViewPr>
  <p:slideViewPr>
    <p:cSldViewPr snapToGrid="0">
      <p:cViewPr varScale="1">
        <p:scale>
          <a:sx n="60" d="100"/>
          <a:sy n="60" d="100"/>
        </p:scale>
        <p:origin x="1400" y="48"/>
      </p:cViewPr>
      <p:guideLst>
        <p:guide orient="horz" pos="2160"/>
        <p:guide orient="horz" pos="1002"/>
        <p:guide pos="2880"/>
        <p:guide pos="52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2856" y="48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commentAuthors" Target="commentAuthor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ya Spindler" userId="S::daya.spindler@g.austincc.edu::d47267c9-b69c-4d84-8d8d-9eb6067b7650" providerId="AD" clId="Web-{13E637CA-2DF9-B5D1-87AD-E94B3F28E958}"/>
    <pc:docChg chg="modSld">
      <pc:chgData name="Daya Spindler" userId="S::daya.spindler@g.austincc.edu::d47267c9-b69c-4d84-8d8d-9eb6067b7650" providerId="AD" clId="Web-{13E637CA-2DF9-B5D1-87AD-E94B3F28E958}" dt="2021-12-17T23:17:32.248" v="318"/>
      <pc:docMkLst>
        <pc:docMk/>
      </pc:docMkLst>
      <pc:sldChg chg="modSp">
        <pc:chgData name="Daya Spindler" userId="S::daya.spindler@g.austincc.edu::d47267c9-b69c-4d84-8d8d-9eb6067b7650" providerId="AD" clId="Web-{13E637CA-2DF9-B5D1-87AD-E94B3F28E958}" dt="2021-12-17T23:15:40.819" v="290" actId="1076"/>
        <pc:sldMkLst>
          <pc:docMk/>
          <pc:sldMk cId="0" sldId="372"/>
        </pc:sldMkLst>
        <pc:spChg chg="mod">
          <ac:chgData name="Daya Spindler" userId="S::daya.spindler@g.austincc.edu::d47267c9-b69c-4d84-8d8d-9eb6067b7650" providerId="AD" clId="Web-{13E637CA-2DF9-B5D1-87AD-E94B3F28E958}" dt="2021-12-17T23:15:40.819" v="290" actId="1076"/>
          <ac:spMkLst>
            <pc:docMk/>
            <pc:sldMk cId="0" sldId="372"/>
            <ac:spMk id="5" creationId="{00000000-0000-0000-0000-000000000000}"/>
          </ac:spMkLst>
        </pc:spChg>
        <pc:spChg chg="mod ord">
          <ac:chgData name="Daya Spindler" userId="S::daya.spindler@g.austincc.edu::d47267c9-b69c-4d84-8d8d-9eb6067b7650" providerId="AD" clId="Web-{13E637CA-2DF9-B5D1-87AD-E94B3F28E958}" dt="2021-12-17T23:15:37.444" v="289"/>
          <ac:spMkLst>
            <pc:docMk/>
            <pc:sldMk cId="0" sldId="372"/>
            <ac:spMk id="7" creationId="{02598B23-8599-4380-8CAC-73D86CAD3A51}"/>
          </ac:spMkLst>
        </pc:spChg>
      </pc:sldChg>
      <pc:sldChg chg="modSp">
        <pc:chgData name="Daya Spindler" userId="S::daya.spindler@g.austincc.edu::d47267c9-b69c-4d84-8d8d-9eb6067b7650" providerId="AD" clId="Web-{13E637CA-2DF9-B5D1-87AD-E94B3F28E958}" dt="2021-12-17T21:30:25.211" v="2" actId="20577"/>
        <pc:sldMkLst>
          <pc:docMk/>
          <pc:sldMk cId="4149221392" sldId="454"/>
        </pc:sldMkLst>
        <pc:spChg chg="mod">
          <ac:chgData name="Daya Spindler" userId="S::daya.spindler@g.austincc.edu::d47267c9-b69c-4d84-8d8d-9eb6067b7650" providerId="AD" clId="Web-{13E637CA-2DF9-B5D1-87AD-E94B3F28E958}" dt="2021-12-17T21:30:25.211" v="2" actId="20577"/>
          <ac:spMkLst>
            <pc:docMk/>
            <pc:sldMk cId="4149221392" sldId="454"/>
            <ac:spMk id="5" creationId="{768FB6F7-A481-41DF-934F-28DB4F80864F}"/>
          </ac:spMkLst>
        </pc:spChg>
      </pc:sldChg>
      <pc:sldChg chg="modSp">
        <pc:chgData name="Daya Spindler" userId="S::daya.spindler@g.austincc.edu::d47267c9-b69c-4d84-8d8d-9eb6067b7650" providerId="AD" clId="Web-{13E637CA-2DF9-B5D1-87AD-E94B3F28E958}" dt="2021-12-17T23:16:32.369" v="303"/>
        <pc:sldMkLst>
          <pc:docMk/>
          <pc:sldMk cId="1547085917" sldId="455"/>
        </pc:sldMkLst>
        <pc:spChg chg="mod ord">
          <ac:chgData name="Daya Spindler" userId="S::daya.spindler@g.austincc.edu::d47267c9-b69c-4d84-8d8d-9eb6067b7650" providerId="AD" clId="Web-{13E637CA-2DF9-B5D1-87AD-E94B3F28E958}" dt="2021-12-17T23:16:32.369" v="303"/>
          <ac:spMkLst>
            <pc:docMk/>
            <pc:sldMk cId="1547085917" sldId="455"/>
            <ac:spMk id="7" creationId="{02598B23-8599-4380-8CAC-73D86CAD3A51}"/>
          </ac:spMkLst>
        </pc:spChg>
      </pc:sldChg>
      <pc:sldChg chg="modSp">
        <pc:chgData name="Daya Spindler" userId="S::daya.spindler@g.austincc.edu::d47267c9-b69c-4d84-8d8d-9eb6067b7650" providerId="AD" clId="Web-{13E637CA-2DF9-B5D1-87AD-E94B3F28E958}" dt="2021-12-17T23:15:46.429" v="291"/>
        <pc:sldMkLst>
          <pc:docMk/>
          <pc:sldMk cId="1210738281" sldId="456"/>
        </pc:sldMkLst>
        <pc:spChg chg="mod">
          <ac:chgData name="Daya Spindler" userId="S::daya.spindler@g.austincc.edu::d47267c9-b69c-4d84-8d8d-9eb6067b7650" providerId="AD" clId="Web-{13E637CA-2DF9-B5D1-87AD-E94B3F28E958}" dt="2021-12-17T21:35:56.232" v="25" actId="20577"/>
          <ac:spMkLst>
            <pc:docMk/>
            <pc:sldMk cId="1210738281" sldId="456"/>
            <ac:spMk id="3" creationId="{313ADD7E-8189-4A9F-80B7-0D455833475A}"/>
          </ac:spMkLst>
        </pc:spChg>
        <pc:spChg chg="mod ord">
          <ac:chgData name="Daya Spindler" userId="S::daya.spindler@g.austincc.edu::d47267c9-b69c-4d84-8d8d-9eb6067b7650" providerId="AD" clId="Web-{13E637CA-2DF9-B5D1-87AD-E94B3F28E958}" dt="2021-12-17T23:15:46.429" v="291"/>
          <ac:spMkLst>
            <pc:docMk/>
            <pc:sldMk cId="1210738281" sldId="456"/>
            <ac:spMk id="5" creationId="{58D1B197-D8C1-4F38-90E9-D9B15A4F9DF9}"/>
          </ac:spMkLst>
        </pc:spChg>
      </pc:sldChg>
      <pc:sldChg chg="modSp">
        <pc:chgData name="Daya Spindler" userId="S::daya.spindler@g.austincc.edu::d47267c9-b69c-4d84-8d8d-9eb6067b7650" providerId="AD" clId="Web-{13E637CA-2DF9-B5D1-87AD-E94B3F28E958}" dt="2021-12-17T23:15:49.023" v="292"/>
        <pc:sldMkLst>
          <pc:docMk/>
          <pc:sldMk cId="3183759264" sldId="457"/>
        </pc:sldMkLst>
        <pc:spChg chg="mod">
          <ac:chgData name="Daya Spindler" userId="S::daya.spindler@g.austincc.edu::d47267c9-b69c-4d84-8d8d-9eb6067b7650" providerId="AD" clId="Web-{13E637CA-2DF9-B5D1-87AD-E94B3F28E958}" dt="2021-12-17T21:40:32.281" v="30" actId="20577"/>
          <ac:spMkLst>
            <pc:docMk/>
            <pc:sldMk cId="3183759264" sldId="457"/>
            <ac:spMk id="3" creationId="{36564B44-A47C-4E24-BF73-8FB0BB86E4E7}"/>
          </ac:spMkLst>
        </pc:spChg>
        <pc:spChg chg="mod ord">
          <ac:chgData name="Daya Spindler" userId="S::daya.spindler@g.austincc.edu::d47267c9-b69c-4d84-8d8d-9eb6067b7650" providerId="AD" clId="Web-{13E637CA-2DF9-B5D1-87AD-E94B3F28E958}" dt="2021-12-17T23:15:49.023" v="292"/>
          <ac:spMkLst>
            <pc:docMk/>
            <pc:sldMk cId="3183759264" sldId="457"/>
            <ac:spMk id="5" creationId="{55F71555-0048-4E79-BEED-1147E15CE1C0}"/>
          </ac:spMkLst>
        </pc:spChg>
      </pc:sldChg>
      <pc:sldChg chg="modSp">
        <pc:chgData name="Daya Spindler" userId="S::daya.spindler@g.austincc.edu::d47267c9-b69c-4d84-8d8d-9eb6067b7650" providerId="AD" clId="Web-{13E637CA-2DF9-B5D1-87AD-E94B3F28E958}" dt="2021-12-17T23:15:51.335" v="293"/>
        <pc:sldMkLst>
          <pc:docMk/>
          <pc:sldMk cId="786452118" sldId="458"/>
        </pc:sldMkLst>
        <pc:spChg chg="mod ord">
          <ac:chgData name="Daya Spindler" userId="S::daya.spindler@g.austincc.edu::d47267c9-b69c-4d84-8d8d-9eb6067b7650" providerId="AD" clId="Web-{13E637CA-2DF9-B5D1-87AD-E94B3F28E958}" dt="2021-12-17T23:15:51.335" v="293"/>
          <ac:spMkLst>
            <pc:docMk/>
            <pc:sldMk cId="786452118" sldId="458"/>
            <ac:spMk id="5" creationId="{E89E643A-095A-47DD-A0E9-FC445C48A30F}"/>
          </ac:spMkLst>
        </pc:spChg>
      </pc:sldChg>
      <pc:sldChg chg="modSp">
        <pc:chgData name="Daya Spindler" userId="S::daya.spindler@g.austincc.edu::d47267c9-b69c-4d84-8d8d-9eb6067b7650" providerId="AD" clId="Web-{13E637CA-2DF9-B5D1-87AD-E94B3F28E958}" dt="2021-12-17T23:15:56.882" v="295"/>
        <pc:sldMkLst>
          <pc:docMk/>
          <pc:sldMk cId="1299578258" sldId="459"/>
        </pc:sldMkLst>
        <pc:spChg chg="mod ord">
          <ac:chgData name="Daya Spindler" userId="S::daya.spindler@g.austincc.edu::d47267c9-b69c-4d84-8d8d-9eb6067b7650" providerId="AD" clId="Web-{13E637CA-2DF9-B5D1-87AD-E94B3F28E958}" dt="2021-12-17T23:15:56.882" v="295"/>
          <ac:spMkLst>
            <pc:docMk/>
            <pc:sldMk cId="1299578258" sldId="459"/>
            <ac:spMk id="5" creationId="{71FAAC74-2E80-4E15-B363-874656110F10}"/>
          </ac:spMkLst>
        </pc:spChg>
      </pc:sldChg>
      <pc:sldChg chg="modSp">
        <pc:chgData name="Daya Spindler" userId="S::daya.spindler@g.austincc.edu::d47267c9-b69c-4d84-8d8d-9eb6067b7650" providerId="AD" clId="Web-{13E637CA-2DF9-B5D1-87AD-E94B3F28E958}" dt="2021-12-17T23:15:53.492" v="294"/>
        <pc:sldMkLst>
          <pc:docMk/>
          <pc:sldMk cId="876447536" sldId="460"/>
        </pc:sldMkLst>
        <pc:spChg chg="mod">
          <ac:chgData name="Daya Spindler" userId="S::daya.spindler@g.austincc.edu::d47267c9-b69c-4d84-8d8d-9eb6067b7650" providerId="AD" clId="Web-{13E637CA-2DF9-B5D1-87AD-E94B3F28E958}" dt="2021-12-17T21:50:05.980" v="37" actId="20577"/>
          <ac:spMkLst>
            <pc:docMk/>
            <pc:sldMk cId="876447536" sldId="460"/>
            <ac:spMk id="3" creationId="{724EE3F4-AB13-4A24-89A2-A4BA01E6156B}"/>
          </ac:spMkLst>
        </pc:spChg>
        <pc:spChg chg="mod ord">
          <ac:chgData name="Daya Spindler" userId="S::daya.spindler@g.austincc.edu::d47267c9-b69c-4d84-8d8d-9eb6067b7650" providerId="AD" clId="Web-{13E637CA-2DF9-B5D1-87AD-E94B3F28E958}" dt="2021-12-17T23:15:53.492" v="294"/>
          <ac:spMkLst>
            <pc:docMk/>
            <pc:sldMk cId="876447536" sldId="460"/>
            <ac:spMk id="5" creationId="{18360649-12FA-4EF6-9FC9-C06A7F61819B}"/>
          </ac:spMkLst>
        </pc:spChg>
      </pc:sldChg>
      <pc:sldChg chg="modSp modNotes">
        <pc:chgData name="Daya Spindler" userId="S::daya.spindler@g.austincc.edu::d47267c9-b69c-4d84-8d8d-9eb6067b7650" providerId="AD" clId="Web-{13E637CA-2DF9-B5D1-87AD-E94B3F28E958}" dt="2021-12-17T23:15:59.195" v="296"/>
        <pc:sldMkLst>
          <pc:docMk/>
          <pc:sldMk cId="1805181413" sldId="461"/>
        </pc:sldMkLst>
        <pc:spChg chg="mod">
          <ac:chgData name="Daya Spindler" userId="S::daya.spindler@g.austincc.edu::d47267c9-b69c-4d84-8d8d-9eb6067b7650" providerId="AD" clId="Web-{13E637CA-2DF9-B5D1-87AD-E94B3F28E958}" dt="2021-12-17T21:58:50.279" v="82" actId="20577"/>
          <ac:spMkLst>
            <pc:docMk/>
            <pc:sldMk cId="1805181413" sldId="461"/>
            <ac:spMk id="3" creationId="{38F6EABB-89FC-430D-84E8-472CFABF2C04}"/>
          </ac:spMkLst>
        </pc:spChg>
        <pc:spChg chg="mod ord">
          <ac:chgData name="Daya Spindler" userId="S::daya.spindler@g.austincc.edu::d47267c9-b69c-4d84-8d8d-9eb6067b7650" providerId="AD" clId="Web-{13E637CA-2DF9-B5D1-87AD-E94B3F28E958}" dt="2021-12-17T23:15:59.195" v="296"/>
          <ac:spMkLst>
            <pc:docMk/>
            <pc:sldMk cId="1805181413" sldId="461"/>
            <ac:spMk id="5" creationId="{5BAC0CE7-5447-4E02-ADDB-6600B231F7BE}"/>
          </ac:spMkLst>
        </pc:spChg>
      </pc:sldChg>
      <pc:sldChg chg="modSp">
        <pc:chgData name="Daya Spindler" userId="S::daya.spindler@g.austincc.edu::d47267c9-b69c-4d84-8d8d-9eb6067b7650" providerId="AD" clId="Web-{13E637CA-2DF9-B5D1-87AD-E94B3F28E958}" dt="2021-12-17T23:16:01.789" v="297"/>
        <pc:sldMkLst>
          <pc:docMk/>
          <pc:sldMk cId="337434503" sldId="462"/>
        </pc:sldMkLst>
        <pc:spChg chg="mod">
          <ac:chgData name="Daya Spindler" userId="S::daya.spindler@g.austincc.edu::d47267c9-b69c-4d84-8d8d-9eb6067b7650" providerId="AD" clId="Web-{13E637CA-2DF9-B5D1-87AD-E94B3F28E958}" dt="2021-12-17T22:11:07.640" v="95" actId="20577"/>
          <ac:spMkLst>
            <pc:docMk/>
            <pc:sldMk cId="337434503" sldId="462"/>
            <ac:spMk id="3" creationId="{88E6BF19-43DE-4B8B-B49C-D8EF3C8464A3}"/>
          </ac:spMkLst>
        </pc:spChg>
        <pc:spChg chg="mod ord">
          <ac:chgData name="Daya Spindler" userId="S::daya.spindler@g.austincc.edu::d47267c9-b69c-4d84-8d8d-9eb6067b7650" providerId="AD" clId="Web-{13E637CA-2DF9-B5D1-87AD-E94B3F28E958}" dt="2021-12-17T23:16:01.789" v="297"/>
          <ac:spMkLst>
            <pc:docMk/>
            <pc:sldMk cId="337434503" sldId="462"/>
            <ac:spMk id="5" creationId="{A80D2EB0-15BB-46B8-867C-1B4093BB8262}"/>
          </ac:spMkLst>
        </pc:spChg>
      </pc:sldChg>
      <pc:sldChg chg="modSp">
        <pc:chgData name="Daya Spindler" userId="S::daya.spindler@g.austincc.edu::d47267c9-b69c-4d84-8d8d-9eb6067b7650" providerId="AD" clId="Web-{13E637CA-2DF9-B5D1-87AD-E94B3F28E958}" dt="2021-12-17T23:16:03.867" v="298"/>
        <pc:sldMkLst>
          <pc:docMk/>
          <pc:sldMk cId="260780015" sldId="463"/>
        </pc:sldMkLst>
        <pc:spChg chg="mod">
          <ac:chgData name="Daya Spindler" userId="S::daya.spindler@g.austincc.edu::d47267c9-b69c-4d84-8d8d-9eb6067b7650" providerId="AD" clId="Web-{13E637CA-2DF9-B5D1-87AD-E94B3F28E958}" dt="2021-12-17T22:20:48.849" v="148" actId="20577"/>
          <ac:spMkLst>
            <pc:docMk/>
            <pc:sldMk cId="260780015" sldId="463"/>
            <ac:spMk id="3" creationId="{CF79BE97-3F2D-43D5-98FE-C2E6982A17AF}"/>
          </ac:spMkLst>
        </pc:spChg>
        <pc:spChg chg="mod ord">
          <ac:chgData name="Daya Spindler" userId="S::daya.spindler@g.austincc.edu::d47267c9-b69c-4d84-8d8d-9eb6067b7650" providerId="AD" clId="Web-{13E637CA-2DF9-B5D1-87AD-E94B3F28E958}" dt="2021-12-17T23:16:03.867" v="298"/>
          <ac:spMkLst>
            <pc:docMk/>
            <pc:sldMk cId="260780015" sldId="463"/>
            <ac:spMk id="5" creationId="{AC334E41-E880-4906-A0A3-B1224C605EBB}"/>
          </ac:spMkLst>
        </pc:spChg>
      </pc:sldChg>
      <pc:sldChg chg="modSp">
        <pc:chgData name="Daya Spindler" userId="S::daya.spindler@g.austincc.edu::d47267c9-b69c-4d84-8d8d-9eb6067b7650" providerId="AD" clId="Web-{13E637CA-2DF9-B5D1-87AD-E94B3F28E958}" dt="2021-12-17T23:16:06.977" v="299"/>
        <pc:sldMkLst>
          <pc:docMk/>
          <pc:sldMk cId="2765372338" sldId="464"/>
        </pc:sldMkLst>
        <pc:spChg chg="mod">
          <ac:chgData name="Daya Spindler" userId="S::daya.spindler@g.austincc.edu::d47267c9-b69c-4d84-8d8d-9eb6067b7650" providerId="AD" clId="Web-{13E637CA-2DF9-B5D1-87AD-E94B3F28E958}" dt="2021-12-17T22:22:44.138" v="151" actId="20577"/>
          <ac:spMkLst>
            <pc:docMk/>
            <pc:sldMk cId="2765372338" sldId="464"/>
            <ac:spMk id="3" creationId="{7FE3327A-70DD-436F-BA98-BA756F2D7EE3}"/>
          </ac:spMkLst>
        </pc:spChg>
        <pc:spChg chg="mod ord">
          <ac:chgData name="Daya Spindler" userId="S::daya.spindler@g.austincc.edu::d47267c9-b69c-4d84-8d8d-9eb6067b7650" providerId="AD" clId="Web-{13E637CA-2DF9-B5D1-87AD-E94B3F28E958}" dt="2021-12-17T23:16:06.977" v="299"/>
          <ac:spMkLst>
            <pc:docMk/>
            <pc:sldMk cId="2765372338" sldId="464"/>
            <ac:spMk id="5" creationId="{D6FC67F8-A3B5-43B0-8F1B-AD679B81BE0C}"/>
          </ac:spMkLst>
        </pc:spChg>
      </pc:sldChg>
      <pc:sldChg chg="modSp">
        <pc:chgData name="Daya Spindler" userId="S::daya.spindler@g.austincc.edu::d47267c9-b69c-4d84-8d8d-9eb6067b7650" providerId="AD" clId="Web-{13E637CA-2DF9-B5D1-87AD-E94B3F28E958}" dt="2021-12-17T23:16:09.383" v="300"/>
        <pc:sldMkLst>
          <pc:docMk/>
          <pc:sldMk cId="1080838481" sldId="465"/>
        </pc:sldMkLst>
        <pc:spChg chg="mod ord">
          <ac:chgData name="Daya Spindler" userId="S::daya.spindler@g.austincc.edu::d47267c9-b69c-4d84-8d8d-9eb6067b7650" providerId="AD" clId="Web-{13E637CA-2DF9-B5D1-87AD-E94B3F28E958}" dt="2021-12-17T23:16:09.383" v="300"/>
          <ac:spMkLst>
            <pc:docMk/>
            <pc:sldMk cId="1080838481" sldId="465"/>
            <ac:spMk id="5" creationId="{71302349-71C3-42EF-91C3-DF59F7E5FB4E}"/>
          </ac:spMkLst>
        </pc:spChg>
      </pc:sldChg>
      <pc:sldChg chg="modSp">
        <pc:chgData name="Daya Spindler" userId="S::daya.spindler@g.austincc.edu::d47267c9-b69c-4d84-8d8d-9eb6067b7650" providerId="AD" clId="Web-{13E637CA-2DF9-B5D1-87AD-E94B3F28E958}" dt="2021-12-17T23:16:11.962" v="301"/>
        <pc:sldMkLst>
          <pc:docMk/>
          <pc:sldMk cId="2467504142" sldId="466"/>
        </pc:sldMkLst>
        <pc:spChg chg="mod ord">
          <ac:chgData name="Daya Spindler" userId="S::daya.spindler@g.austincc.edu::d47267c9-b69c-4d84-8d8d-9eb6067b7650" providerId="AD" clId="Web-{13E637CA-2DF9-B5D1-87AD-E94B3F28E958}" dt="2021-12-17T23:16:11.962" v="301"/>
          <ac:spMkLst>
            <pc:docMk/>
            <pc:sldMk cId="2467504142" sldId="466"/>
            <ac:spMk id="5" creationId="{5AE23201-BFCA-415F-BEDD-8C8672E17E1C}"/>
          </ac:spMkLst>
        </pc:spChg>
      </pc:sldChg>
      <pc:sldChg chg="modSp">
        <pc:chgData name="Daya Spindler" userId="S::daya.spindler@g.austincc.edu::d47267c9-b69c-4d84-8d8d-9eb6067b7650" providerId="AD" clId="Web-{13E637CA-2DF9-B5D1-87AD-E94B3F28E958}" dt="2021-12-17T23:16:15.212" v="302"/>
        <pc:sldMkLst>
          <pc:docMk/>
          <pc:sldMk cId="2913547481" sldId="467"/>
        </pc:sldMkLst>
        <pc:spChg chg="mod ord">
          <ac:chgData name="Daya Spindler" userId="S::daya.spindler@g.austincc.edu::d47267c9-b69c-4d84-8d8d-9eb6067b7650" providerId="AD" clId="Web-{13E637CA-2DF9-B5D1-87AD-E94B3F28E958}" dt="2021-12-17T23:16:15.212" v="302"/>
          <ac:spMkLst>
            <pc:docMk/>
            <pc:sldMk cId="2913547481" sldId="467"/>
            <ac:spMk id="5" creationId="{40C84AA5-AFCD-4783-A3D5-DFA34033C73A}"/>
          </ac:spMkLst>
        </pc:spChg>
      </pc:sldChg>
      <pc:sldChg chg="modSp">
        <pc:chgData name="Daya Spindler" userId="S::daya.spindler@g.austincc.edu::d47267c9-b69c-4d84-8d8d-9eb6067b7650" providerId="AD" clId="Web-{13E637CA-2DF9-B5D1-87AD-E94B3F28E958}" dt="2021-12-17T23:16:36.463" v="304"/>
        <pc:sldMkLst>
          <pc:docMk/>
          <pc:sldMk cId="886877282" sldId="468"/>
        </pc:sldMkLst>
        <pc:spChg chg="mod ord">
          <ac:chgData name="Daya Spindler" userId="S::daya.spindler@g.austincc.edu::d47267c9-b69c-4d84-8d8d-9eb6067b7650" providerId="AD" clId="Web-{13E637CA-2DF9-B5D1-87AD-E94B3F28E958}" dt="2021-12-17T23:16:36.463" v="304"/>
          <ac:spMkLst>
            <pc:docMk/>
            <pc:sldMk cId="886877282" sldId="468"/>
            <ac:spMk id="5" creationId="{B57587A1-6876-463B-A28F-8E81555D85F3}"/>
          </ac:spMkLst>
        </pc:spChg>
      </pc:sldChg>
      <pc:sldChg chg="modSp">
        <pc:chgData name="Daya Spindler" userId="S::daya.spindler@g.austincc.edu::d47267c9-b69c-4d84-8d8d-9eb6067b7650" providerId="AD" clId="Web-{13E637CA-2DF9-B5D1-87AD-E94B3F28E958}" dt="2021-12-17T23:16:40.104" v="305"/>
        <pc:sldMkLst>
          <pc:docMk/>
          <pc:sldMk cId="2428748908" sldId="469"/>
        </pc:sldMkLst>
        <pc:spChg chg="mod">
          <ac:chgData name="Daya Spindler" userId="S::daya.spindler@g.austincc.edu::d47267c9-b69c-4d84-8d8d-9eb6067b7650" providerId="AD" clId="Web-{13E637CA-2DF9-B5D1-87AD-E94B3F28E958}" dt="2021-12-17T22:36:13.505" v="157" actId="20577"/>
          <ac:spMkLst>
            <pc:docMk/>
            <pc:sldMk cId="2428748908" sldId="469"/>
            <ac:spMk id="3" creationId="{6F7675BB-D1AD-4765-8F17-78B411399BD9}"/>
          </ac:spMkLst>
        </pc:spChg>
        <pc:spChg chg="mod ord">
          <ac:chgData name="Daya Spindler" userId="S::daya.spindler@g.austincc.edu::d47267c9-b69c-4d84-8d8d-9eb6067b7650" providerId="AD" clId="Web-{13E637CA-2DF9-B5D1-87AD-E94B3F28E958}" dt="2021-12-17T23:16:40.104" v="305"/>
          <ac:spMkLst>
            <pc:docMk/>
            <pc:sldMk cId="2428748908" sldId="469"/>
            <ac:spMk id="5" creationId="{F6A716BF-6E15-4988-9C36-54365CAB7D7E}"/>
          </ac:spMkLst>
        </pc:spChg>
      </pc:sldChg>
      <pc:sldChg chg="modSp">
        <pc:chgData name="Daya Spindler" userId="S::daya.spindler@g.austincc.edu::d47267c9-b69c-4d84-8d8d-9eb6067b7650" providerId="AD" clId="Web-{13E637CA-2DF9-B5D1-87AD-E94B3F28E958}" dt="2021-12-17T23:16:44.151" v="306"/>
        <pc:sldMkLst>
          <pc:docMk/>
          <pc:sldMk cId="3833003816" sldId="470"/>
        </pc:sldMkLst>
        <pc:spChg chg="mod">
          <ac:chgData name="Daya Spindler" userId="S::daya.spindler@g.austincc.edu::d47267c9-b69c-4d84-8d8d-9eb6067b7650" providerId="AD" clId="Web-{13E637CA-2DF9-B5D1-87AD-E94B3F28E958}" dt="2021-12-17T22:38:20.341" v="165" actId="20577"/>
          <ac:spMkLst>
            <pc:docMk/>
            <pc:sldMk cId="3833003816" sldId="470"/>
            <ac:spMk id="3" creationId="{FA7FD9F4-562B-444A-B562-3217E5EEFFA2}"/>
          </ac:spMkLst>
        </pc:spChg>
        <pc:spChg chg="mod ord">
          <ac:chgData name="Daya Spindler" userId="S::daya.spindler@g.austincc.edu::d47267c9-b69c-4d84-8d8d-9eb6067b7650" providerId="AD" clId="Web-{13E637CA-2DF9-B5D1-87AD-E94B3F28E958}" dt="2021-12-17T23:16:44.151" v="306"/>
          <ac:spMkLst>
            <pc:docMk/>
            <pc:sldMk cId="3833003816" sldId="470"/>
            <ac:spMk id="5" creationId="{5271235F-EC09-401E-819C-14C49F8F1CB9}"/>
          </ac:spMkLst>
        </pc:spChg>
      </pc:sldChg>
      <pc:sldChg chg="modSp">
        <pc:chgData name="Daya Spindler" userId="S::daya.spindler@g.austincc.edu::d47267c9-b69c-4d84-8d8d-9eb6067b7650" providerId="AD" clId="Web-{13E637CA-2DF9-B5D1-87AD-E94B3F28E958}" dt="2021-12-17T23:16:49.776" v="307"/>
        <pc:sldMkLst>
          <pc:docMk/>
          <pc:sldMk cId="419158299" sldId="471"/>
        </pc:sldMkLst>
        <pc:spChg chg="mod">
          <ac:chgData name="Daya Spindler" userId="S::daya.spindler@g.austincc.edu::d47267c9-b69c-4d84-8d8d-9eb6067b7650" providerId="AD" clId="Web-{13E637CA-2DF9-B5D1-87AD-E94B3F28E958}" dt="2021-12-17T22:42:02.434" v="194" actId="20577"/>
          <ac:spMkLst>
            <pc:docMk/>
            <pc:sldMk cId="419158299" sldId="471"/>
            <ac:spMk id="3" creationId="{86498C7D-EDB0-446C-A3FC-79A5B731E5A5}"/>
          </ac:spMkLst>
        </pc:spChg>
        <pc:spChg chg="mod ord">
          <ac:chgData name="Daya Spindler" userId="S::daya.spindler@g.austincc.edu::d47267c9-b69c-4d84-8d8d-9eb6067b7650" providerId="AD" clId="Web-{13E637CA-2DF9-B5D1-87AD-E94B3F28E958}" dt="2021-12-17T23:16:49.776" v="307"/>
          <ac:spMkLst>
            <pc:docMk/>
            <pc:sldMk cId="419158299" sldId="471"/>
            <ac:spMk id="5" creationId="{A8DF9F06-E135-46FF-9C8B-7CBE17EE95FB}"/>
          </ac:spMkLst>
        </pc:spChg>
      </pc:sldChg>
      <pc:sldChg chg="modSp">
        <pc:chgData name="Daya Spindler" userId="S::daya.spindler@g.austincc.edu::d47267c9-b69c-4d84-8d8d-9eb6067b7650" providerId="AD" clId="Web-{13E637CA-2DF9-B5D1-87AD-E94B3F28E958}" dt="2021-12-17T23:16:52.402" v="308"/>
        <pc:sldMkLst>
          <pc:docMk/>
          <pc:sldMk cId="2086654567" sldId="472"/>
        </pc:sldMkLst>
        <pc:spChg chg="mod">
          <ac:chgData name="Daya Spindler" userId="S::daya.spindler@g.austincc.edu::d47267c9-b69c-4d84-8d8d-9eb6067b7650" providerId="AD" clId="Web-{13E637CA-2DF9-B5D1-87AD-E94B3F28E958}" dt="2021-12-17T22:44:43.256" v="232" actId="20577"/>
          <ac:spMkLst>
            <pc:docMk/>
            <pc:sldMk cId="2086654567" sldId="472"/>
            <ac:spMk id="3" creationId="{A3AE57D1-33D6-4E54-83D3-2D7AE44D682E}"/>
          </ac:spMkLst>
        </pc:spChg>
        <pc:spChg chg="mod ord">
          <ac:chgData name="Daya Spindler" userId="S::daya.spindler@g.austincc.edu::d47267c9-b69c-4d84-8d8d-9eb6067b7650" providerId="AD" clId="Web-{13E637CA-2DF9-B5D1-87AD-E94B3F28E958}" dt="2021-12-17T23:16:52.402" v="308"/>
          <ac:spMkLst>
            <pc:docMk/>
            <pc:sldMk cId="2086654567" sldId="472"/>
            <ac:spMk id="5" creationId="{6A647FE6-8E19-4102-B292-874E163F58DC}"/>
          </ac:spMkLst>
        </pc:spChg>
      </pc:sldChg>
      <pc:sldChg chg="modSp modNotes">
        <pc:chgData name="Daya Spindler" userId="S::daya.spindler@g.austincc.edu::d47267c9-b69c-4d84-8d8d-9eb6067b7650" providerId="AD" clId="Web-{13E637CA-2DF9-B5D1-87AD-E94B3F28E958}" dt="2021-12-17T23:16:54.949" v="309"/>
        <pc:sldMkLst>
          <pc:docMk/>
          <pc:sldMk cId="1557718427" sldId="473"/>
        </pc:sldMkLst>
        <pc:spChg chg="mod">
          <ac:chgData name="Daya Spindler" userId="S::daya.spindler@g.austincc.edu::d47267c9-b69c-4d84-8d8d-9eb6067b7650" providerId="AD" clId="Web-{13E637CA-2DF9-B5D1-87AD-E94B3F28E958}" dt="2021-12-17T22:45:48.714" v="234" actId="20577"/>
          <ac:spMkLst>
            <pc:docMk/>
            <pc:sldMk cId="1557718427" sldId="473"/>
            <ac:spMk id="3" creationId="{30CE4E89-4A29-41C8-80C7-D3589E163C51}"/>
          </ac:spMkLst>
        </pc:spChg>
        <pc:spChg chg="mod ord">
          <ac:chgData name="Daya Spindler" userId="S::daya.spindler@g.austincc.edu::d47267c9-b69c-4d84-8d8d-9eb6067b7650" providerId="AD" clId="Web-{13E637CA-2DF9-B5D1-87AD-E94B3F28E958}" dt="2021-12-17T23:16:54.949" v="309"/>
          <ac:spMkLst>
            <pc:docMk/>
            <pc:sldMk cId="1557718427" sldId="473"/>
            <ac:spMk id="5" creationId="{86761394-34B3-4089-AB3B-49DD20E35D45}"/>
          </ac:spMkLst>
        </pc:spChg>
      </pc:sldChg>
      <pc:sldChg chg="modSp">
        <pc:chgData name="Daya Spindler" userId="S::daya.spindler@g.austincc.edu::d47267c9-b69c-4d84-8d8d-9eb6067b7650" providerId="AD" clId="Web-{13E637CA-2DF9-B5D1-87AD-E94B3F28E958}" dt="2021-12-17T23:16:58.668" v="310"/>
        <pc:sldMkLst>
          <pc:docMk/>
          <pc:sldMk cId="133916545" sldId="474"/>
        </pc:sldMkLst>
        <pc:spChg chg="mod ord">
          <ac:chgData name="Daya Spindler" userId="S::daya.spindler@g.austincc.edu::d47267c9-b69c-4d84-8d8d-9eb6067b7650" providerId="AD" clId="Web-{13E637CA-2DF9-B5D1-87AD-E94B3F28E958}" dt="2021-12-17T23:16:58.668" v="310"/>
          <ac:spMkLst>
            <pc:docMk/>
            <pc:sldMk cId="133916545" sldId="474"/>
            <ac:spMk id="5" creationId="{DB6FE78D-7DD5-4E2F-BDCE-36FAD4B337EB}"/>
          </ac:spMkLst>
        </pc:spChg>
      </pc:sldChg>
      <pc:sldChg chg="modSp modNotes">
        <pc:chgData name="Daya Spindler" userId="S::daya.spindler@g.austincc.edu::d47267c9-b69c-4d84-8d8d-9eb6067b7650" providerId="AD" clId="Web-{13E637CA-2DF9-B5D1-87AD-E94B3F28E958}" dt="2021-12-17T23:17:00.793" v="311"/>
        <pc:sldMkLst>
          <pc:docMk/>
          <pc:sldMk cId="2867694449" sldId="475"/>
        </pc:sldMkLst>
        <pc:spChg chg="mod ord">
          <ac:chgData name="Daya Spindler" userId="S::daya.spindler@g.austincc.edu::d47267c9-b69c-4d84-8d8d-9eb6067b7650" providerId="AD" clId="Web-{13E637CA-2DF9-B5D1-87AD-E94B3F28E958}" dt="2021-12-17T23:17:00.793" v="311"/>
          <ac:spMkLst>
            <pc:docMk/>
            <pc:sldMk cId="2867694449" sldId="475"/>
            <ac:spMk id="5" creationId="{13224BF0-94D3-432D-8868-670878FAC22F}"/>
          </ac:spMkLst>
        </pc:spChg>
      </pc:sldChg>
      <pc:sldChg chg="modSp">
        <pc:chgData name="Daya Spindler" userId="S::daya.spindler@g.austincc.edu::d47267c9-b69c-4d84-8d8d-9eb6067b7650" providerId="AD" clId="Web-{13E637CA-2DF9-B5D1-87AD-E94B3F28E958}" dt="2021-12-17T23:17:07.840" v="312"/>
        <pc:sldMkLst>
          <pc:docMk/>
          <pc:sldMk cId="1197400404" sldId="476"/>
        </pc:sldMkLst>
        <pc:spChg chg="mod ord">
          <ac:chgData name="Daya Spindler" userId="S::daya.spindler@g.austincc.edu::d47267c9-b69c-4d84-8d8d-9eb6067b7650" providerId="AD" clId="Web-{13E637CA-2DF9-B5D1-87AD-E94B3F28E958}" dt="2021-12-17T23:17:07.840" v="312"/>
          <ac:spMkLst>
            <pc:docMk/>
            <pc:sldMk cId="1197400404" sldId="476"/>
            <ac:spMk id="5" creationId="{3E3F34C2-2560-4101-B8E1-13DB2A2EAF01}"/>
          </ac:spMkLst>
        </pc:spChg>
      </pc:sldChg>
      <pc:sldChg chg="modSp">
        <pc:chgData name="Daya Spindler" userId="S::daya.spindler@g.austincc.edu::d47267c9-b69c-4d84-8d8d-9eb6067b7650" providerId="AD" clId="Web-{13E637CA-2DF9-B5D1-87AD-E94B3F28E958}" dt="2021-12-17T23:17:12.903" v="313"/>
        <pc:sldMkLst>
          <pc:docMk/>
          <pc:sldMk cId="2617354143" sldId="477"/>
        </pc:sldMkLst>
        <pc:spChg chg="mod">
          <ac:chgData name="Daya Spindler" userId="S::daya.spindler@g.austincc.edu::d47267c9-b69c-4d84-8d8d-9eb6067b7650" providerId="AD" clId="Web-{13E637CA-2DF9-B5D1-87AD-E94B3F28E958}" dt="2021-12-17T22:52:24.287" v="275" actId="20577"/>
          <ac:spMkLst>
            <pc:docMk/>
            <pc:sldMk cId="2617354143" sldId="477"/>
            <ac:spMk id="3" creationId="{91BE18DE-5333-44F0-A788-B9AA6A1E8B19}"/>
          </ac:spMkLst>
        </pc:spChg>
        <pc:spChg chg="mod ord">
          <ac:chgData name="Daya Spindler" userId="S::daya.spindler@g.austincc.edu::d47267c9-b69c-4d84-8d8d-9eb6067b7650" providerId="AD" clId="Web-{13E637CA-2DF9-B5D1-87AD-E94B3F28E958}" dt="2021-12-17T23:17:12.903" v="313"/>
          <ac:spMkLst>
            <pc:docMk/>
            <pc:sldMk cId="2617354143" sldId="477"/>
            <ac:spMk id="5" creationId="{EAB41978-719A-44B0-BEB8-C08838071BF9}"/>
          </ac:spMkLst>
        </pc:spChg>
      </pc:sldChg>
      <pc:sldChg chg="modSp">
        <pc:chgData name="Daya Spindler" userId="S::daya.spindler@g.austincc.edu::d47267c9-b69c-4d84-8d8d-9eb6067b7650" providerId="AD" clId="Web-{13E637CA-2DF9-B5D1-87AD-E94B3F28E958}" dt="2021-12-17T23:17:23.607" v="314"/>
        <pc:sldMkLst>
          <pc:docMk/>
          <pc:sldMk cId="1771940232" sldId="478"/>
        </pc:sldMkLst>
        <pc:spChg chg="mod ord">
          <ac:chgData name="Daya Spindler" userId="S::daya.spindler@g.austincc.edu::d47267c9-b69c-4d84-8d8d-9eb6067b7650" providerId="AD" clId="Web-{13E637CA-2DF9-B5D1-87AD-E94B3F28E958}" dt="2021-12-17T23:17:23.607" v="314"/>
          <ac:spMkLst>
            <pc:docMk/>
            <pc:sldMk cId="1771940232" sldId="478"/>
            <ac:spMk id="5" creationId="{C8C54096-5E75-4B62-A7AD-3C31381FCF36}"/>
          </ac:spMkLst>
        </pc:spChg>
      </pc:sldChg>
      <pc:sldChg chg="modSp">
        <pc:chgData name="Daya Spindler" userId="S::daya.spindler@g.austincc.edu::d47267c9-b69c-4d84-8d8d-9eb6067b7650" providerId="AD" clId="Web-{13E637CA-2DF9-B5D1-87AD-E94B3F28E958}" dt="2021-12-17T23:17:26.013" v="315"/>
        <pc:sldMkLst>
          <pc:docMk/>
          <pc:sldMk cId="3623853159" sldId="479"/>
        </pc:sldMkLst>
        <pc:spChg chg="mod ord">
          <ac:chgData name="Daya Spindler" userId="S::daya.spindler@g.austincc.edu::d47267c9-b69c-4d84-8d8d-9eb6067b7650" providerId="AD" clId="Web-{13E637CA-2DF9-B5D1-87AD-E94B3F28E958}" dt="2021-12-17T23:17:26.013" v="315"/>
          <ac:spMkLst>
            <pc:docMk/>
            <pc:sldMk cId="3623853159" sldId="479"/>
            <ac:spMk id="5" creationId="{15AED038-7437-4097-8431-D723A4EF9F29}"/>
          </ac:spMkLst>
        </pc:spChg>
      </pc:sldChg>
      <pc:sldChg chg="modSp">
        <pc:chgData name="Daya Spindler" userId="S::daya.spindler@g.austincc.edu::d47267c9-b69c-4d84-8d8d-9eb6067b7650" providerId="AD" clId="Web-{13E637CA-2DF9-B5D1-87AD-E94B3F28E958}" dt="2021-12-17T23:17:28.138" v="316"/>
        <pc:sldMkLst>
          <pc:docMk/>
          <pc:sldMk cId="3156069812" sldId="480"/>
        </pc:sldMkLst>
        <pc:spChg chg="mod ord">
          <ac:chgData name="Daya Spindler" userId="S::daya.spindler@g.austincc.edu::d47267c9-b69c-4d84-8d8d-9eb6067b7650" providerId="AD" clId="Web-{13E637CA-2DF9-B5D1-87AD-E94B3F28E958}" dt="2021-12-17T23:17:28.138" v="316"/>
          <ac:spMkLst>
            <pc:docMk/>
            <pc:sldMk cId="3156069812" sldId="480"/>
            <ac:spMk id="5" creationId="{B01343B7-6906-4163-B054-1128F61FC6DF}"/>
          </ac:spMkLst>
        </pc:spChg>
      </pc:sldChg>
      <pc:sldChg chg="modSp modNotes">
        <pc:chgData name="Daya Spindler" userId="S::daya.spindler@g.austincc.edu::d47267c9-b69c-4d84-8d8d-9eb6067b7650" providerId="AD" clId="Web-{13E637CA-2DF9-B5D1-87AD-E94B3F28E958}" dt="2021-12-17T23:17:30.092" v="317"/>
        <pc:sldMkLst>
          <pc:docMk/>
          <pc:sldMk cId="2558153901" sldId="481"/>
        </pc:sldMkLst>
        <pc:spChg chg="mod">
          <ac:chgData name="Daya Spindler" userId="S::daya.spindler@g.austincc.edu::d47267c9-b69c-4d84-8d8d-9eb6067b7650" providerId="AD" clId="Web-{13E637CA-2DF9-B5D1-87AD-E94B3F28E958}" dt="2021-12-17T23:08:27.744" v="284" actId="20577"/>
          <ac:spMkLst>
            <pc:docMk/>
            <pc:sldMk cId="2558153901" sldId="481"/>
            <ac:spMk id="3" creationId="{67C279C5-2577-4D67-A684-F59405688A6E}"/>
          </ac:spMkLst>
        </pc:spChg>
        <pc:spChg chg="mod ord">
          <ac:chgData name="Daya Spindler" userId="S::daya.spindler@g.austincc.edu::d47267c9-b69c-4d84-8d8d-9eb6067b7650" providerId="AD" clId="Web-{13E637CA-2DF9-B5D1-87AD-E94B3F28E958}" dt="2021-12-17T23:17:30.092" v="317"/>
          <ac:spMkLst>
            <pc:docMk/>
            <pc:sldMk cId="2558153901" sldId="481"/>
            <ac:spMk id="5" creationId="{67BE7017-27ED-404E-A219-A5F05310FA58}"/>
          </ac:spMkLst>
        </pc:spChg>
      </pc:sldChg>
      <pc:sldChg chg="modSp modNotes">
        <pc:chgData name="Daya Spindler" userId="S::daya.spindler@g.austincc.edu::d47267c9-b69c-4d84-8d8d-9eb6067b7650" providerId="AD" clId="Web-{13E637CA-2DF9-B5D1-87AD-E94B3F28E958}" dt="2021-12-17T23:17:32.248" v="318"/>
        <pc:sldMkLst>
          <pc:docMk/>
          <pc:sldMk cId="1658728344" sldId="482"/>
        </pc:sldMkLst>
        <pc:spChg chg="mod ord">
          <ac:chgData name="Daya Spindler" userId="S::daya.spindler@g.austincc.edu::d47267c9-b69c-4d84-8d8d-9eb6067b7650" providerId="AD" clId="Web-{13E637CA-2DF9-B5D1-87AD-E94B3F28E958}" dt="2021-12-17T23:17:32.248" v="318"/>
          <ac:spMkLst>
            <pc:docMk/>
            <pc:sldMk cId="1658728344" sldId="482"/>
            <ac:spMk id="5" creationId="{5AE2FDFB-BC18-4218-9666-2DE5DD4CBAF2}"/>
          </ac:spMkLst>
        </pc:spChg>
      </pc:sldChg>
    </pc:docChg>
  </pc:docChgLst>
  <pc:docChgLst>
    <pc:chgData name="Daya Spindler" userId="S::daya.spindler@g.austincc.edu::d47267c9-b69c-4d84-8d8d-9eb6067b7650" providerId="AD" clId="Web-{F2C5E4EC-FEB8-12B2-154A-9C4C177F2E21}"/>
    <pc:docChg chg="modSld">
      <pc:chgData name="Daya Spindler" userId="S::daya.spindler@g.austincc.edu::d47267c9-b69c-4d84-8d8d-9eb6067b7650" providerId="AD" clId="Web-{F2C5E4EC-FEB8-12B2-154A-9C4C177F2E21}" dt="2022-01-03T14:39:54.019" v="1"/>
      <pc:docMkLst>
        <pc:docMk/>
      </pc:docMkLst>
      <pc:sldChg chg="addSp delSp modSp">
        <pc:chgData name="Daya Spindler" userId="S::daya.spindler@g.austincc.edu::d47267c9-b69c-4d84-8d8d-9eb6067b7650" providerId="AD" clId="Web-{F2C5E4EC-FEB8-12B2-154A-9C4C177F2E21}" dt="2022-01-03T14:39:54.019" v="1"/>
        <pc:sldMkLst>
          <pc:docMk/>
          <pc:sldMk cId="4149221392" sldId="454"/>
        </pc:sldMkLst>
        <pc:picChg chg="add del mod">
          <ac:chgData name="Daya Spindler" userId="S::daya.spindler@g.austincc.edu::d47267c9-b69c-4d84-8d8d-9eb6067b7650" providerId="AD" clId="Web-{F2C5E4EC-FEB8-12B2-154A-9C4C177F2E21}" dt="2022-01-03T14:39:54.019" v="1"/>
          <ac:picMkLst>
            <pc:docMk/>
            <pc:sldMk cId="4149221392" sldId="454"/>
            <ac:picMk id="4" creationId="{73939B34-0788-4559-A653-5E263E4E1CD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E6E056-E39B-04F2-E6AF-5F374F5998D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507376" y="0"/>
            <a:ext cx="5806132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r>
              <a:rPr lang="en-US" dirty="0"/>
              <a:t>COOPER: Foundations and Adult Health Nursing, 9th Edition</a:t>
            </a:r>
          </a:p>
          <a:p>
            <a:r>
              <a:rPr lang="en-US" dirty="0"/>
              <a:t>Chapter 1 Student Handout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C0B100-3BCB-3230-A35E-274B7E81DF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952FD1-E87C-FC68-092E-4E72CD70D99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1EEA5693-1D73-4FAC-A5E5-1EA6C9EB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0210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6661" tIns="48331" rIns="96661" bIns="48331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94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5280" y="0"/>
            <a:ext cx="3169920" cy="4800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22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360" y="4560570"/>
            <a:ext cx="5364480" cy="43205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94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140"/>
            <a:ext cx="3169920" cy="4800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6661" tIns="48331" rIns="96661" bIns="48331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94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5280" y="9121140"/>
            <a:ext cx="3169920" cy="4800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pitchFamily="34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fld id="{5BF81156-E6AF-44C8-BBE8-65F3689151C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957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71450" indent="-171450" algn="l" rtl="0" eaLnBrk="0" fontAlgn="base" hangingPunct="0">
      <a:spcBef>
        <a:spcPct val="30000"/>
      </a:spcBef>
      <a:spcAft>
        <a:spcPct val="0"/>
      </a:spcAft>
      <a:buFont typeface="Arial" pitchFamily="34" charset="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628650" indent="-171450" algn="l" rtl="0" eaLnBrk="0" fontAlgn="base" hangingPunct="0">
      <a:spcBef>
        <a:spcPct val="30000"/>
      </a:spcBef>
      <a:spcAft>
        <a:spcPct val="0"/>
      </a:spcAft>
      <a:buFont typeface="Arial" pitchFamily="34" charset="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1085850" indent="-171450" algn="l" rtl="0" eaLnBrk="0" fontAlgn="base" hangingPunct="0">
      <a:spcBef>
        <a:spcPct val="30000"/>
      </a:spcBef>
      <a:spcAft>
        <a:spcPct val="0"/>
      </a:spcAft>
      <a:buFont typeface="Arial" pitchFamily="34" charset="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543050" indent="-171450" algn="l" rtl="0" eaLnBrk="0" fontAlgn="base" hangingPunct="0">
      <a:spcBef>
        <a:spcPct val="30000"/>
      </a:spcBef>
      <a:spcAft>
        <a:spcPct val="0"/>
      </a:spcAft>
      <a:buFont typeface="Arial" pitchFamily="34" charset="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2000250" indent="-171450" algn="l" rtl="0" eaLnBrk="0" fontAlgn="base" hangingPunct="0">
      <a:spcBef>
        <a:spcPct val="30000"/>
      </a:spcBef>
      <a:spcAft>
        <a:spcPct val="0"/>
      </a:spcAft>
      <a:buFont typeface="Arial" pitchFamily="34" charset="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1EC53791-3B67-456B-BE62-314E38E80534}" type="slidenum">
              <a:rPr lang="en-US" smtClean="0">
                <a:latin typeface="Arial" charset="0"/>
                <a:ea typeface="ＭＳ Ｐゴシック" charset="-128"/>
              </a:rPr>
              <a:pPr>
                <a:defRPr/>
              </a:pPr>
              <a:t>2</a:t>
            </a:fld>
            <a:endParaRPr lang="en-US" dirty="0">
              <a:latin typeface="Arial" charset="0"/>
              <a:ea typeface="ＭＳ Ｐゴシック" charset="-128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241653" indent="-241653">
              <a:buNone/>
            </a:pPr>
            <a:endParaRPr lang="en-US" dirty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1240" indent="-181240" defTabSz="966612">
              <a:defRPr/>
            </a:pPr>
            <a:r>
              <a:rPr lang="en-US" altLang="en-US" dirty="0">
                <a:latin typeface="Arial" panose="020B0604020202020204" pitchFamily="34" charset="0"/>
              </a:rPr>
              <a:t>What are some current health care needs/changes that will likely cause continued evolution?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394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1240" indent="-181240" defTabSz="966612">
              <a:defRPr/>
            </a:pPr>
            <a:r>
              <a:rPr lang="en-US" altLang="en-US" dirty="0">
                <a:latin typeface="Arial" panose="020B0604020202020204" pitchFamily="34" charset="0"/>
              </a:rPr>
              <a:t>Discuss some of the different practices and the beliefs about the role of women in health care.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187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Discuss the differences between early and late nineteenth-century nursing education.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What did the poor hygienic practices do to the infection and mortality rate?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4723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What influences did Florence Nightingale have on the hospital environment during the Crimean War?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Discuss the “Nightingale Plan” as a model for nursing education.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What significant changes did Florence Nightingale make that are used in nursing today?</a:t>
            </a:r>
          </a:p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1152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Discuss the contributions of each to nursing in America (see Table 1.1).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0430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1240" indent="-181240" defTabSz="966612">
              <a:defRPr/>
            </a:pPr>
            <a:r>
              <a:rPr lang="en-US" altLang="en-US" dirty="0">
                <a:latin typeface="Arial" panose="020B0604020202020204" pitchFamily="34" charset="0"/>
              </a:rPr>
              <a:t>Discuss the significant changes in the nursing caps, uniforms, and shoes over the past decade.</a:t>
            </a:r>
            <a:endParaRPr lang="en-US"/>
          </a:p>
          <a:p>
            <a:r>
              <a:rPr lang="en-US" altLang="en-US" dirty="0">
                <a:latin typeface="Arial" panose="020B0604020202020204" pitchFamily="34" charset="0"/>
              </a:rPr>
              <a:t>What does the “pinning ceremony” signify?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5935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1240" indent="-181240" defTabSz="966612">
              <a:defRPr/>
            </a:pPr>
            <a:r>
              <a:rPr lang="en-US" altLang="en-US" dirty="0">
                <a:latin typeface="Arial" panose="020B0604020202020204" pitchFamily="34" charset="0"/>
              </a:rPr>
              <a:t>Discuss advantages and disadvantages of the significant changes seen in nursing in the twenty-first century.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0899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1240" indent="-181240" defTabSz="966612">
              <a:defRPr/>
            </a:pPr>
            <a:r>
              <a:rPr lang="en-US" altLang="en-US" dirty="0">
                <a:latin typeface="Arial" panose="020B0604020202020204" pitchFamily="34" charset="0"/>
              </a:rPr>
              <a:t>Discuss the differences between the attendant nurse and the practical nurse.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3679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1240" indent="-181240" defTabSz="966612">
              <a:defRPr/>
            </a:pPr>
            <a:r>
              <a:rPr lang="en-US" altLang="en-US" dirty="0">
                <a:latin typeface="Arial" panose="020B0604020202020204" pitchFamily="34" charset="0"/>
              </a:rPr>
              <a:t>Discuss what NAPNES does today in guiding practical nursing education.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5471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1240" indent="-181240" defTabSz="966612">
              <a:defRPr/>
            </a:pPr>
            <a:r>
              <a:rPr lang="en-US" altLang="en-US" dirty="0">
                <a:latin typeface="Arial" panose="020B0604020202020204" pitchFamily="34" charset="0"/>
              </a:rPr>
              <a:t>Discuss the value of articulation agreements in nursing education.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4377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1240" indent="-181240" defTabSz="966612">
              <a:defRPr/>
            </a:pPr>
            <a:r>
              <a:rPr lang="en-US" altLang="en-US" dirty="0">
                <a:latin typeface="Arial" panose="020B0604020202020204" pitchFamily="34" charset="0"/>
              </a:rPr>
              <a:t>Discuss how the LPN/LVN has evolved through the centuries.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7626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Why are licensing laws important in nursing? 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Discuss the significance of the NCLEX examination.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4270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1EC53791-3B67-456B-BE62-314E38E80534}" type="slidenum">
              <a:rPr lang="en-US" smtClean="0">
                <a:latin typeface="Arial" charset="0"/>
                <a:ea typeface="ＭＳ Ｐゴシック" charset="-128"/>
              </a:rPr>
              <a:pPr>
                <a:defRPr/>
              </a:pPr>
              <a:t>15</a:t>
            </a:fld>
            <a:endParaRPr lang="en-US" dirty="0">
              <a:latin typeface="Arial" charset="0"/>
              <a:ea typeface="ＭＳ Ｐゴシック" charset="-128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241653" indent="-241653">
              <a:buNone/>
            </a:pPr>
            <a:endParaRPr lang="en-US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047456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1240" indent="-181240" defTabSz="966612">
              <a:defRPr/>
            </a:pPr>
            <a:r>
              <a:rPr lang="en-US" altLang="en-US" dirty="0">
                <a:latin typeface="Arial" panose="020B0604020202020204" pitchFamily="34" charset="0"/>
              </a:rPr>
              <a:t>Discuss who is included within the health care environment.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4983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1240" indent="-181240" defTabSz="966612">
              <a:defRPr/>
            </a:pPr>
            <a:r>
              <a:rPr lang="en-US" altLang="en-US" dirty="0">
                <a:latin typeface="Arial" panose="020B0604020202020204" pitchFamily="34" charset="0"/>
              </a:rPr>
              <a:t>What factors impact the level of wellness in relationship to the wellness-illness continuum?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8878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1240" indent="-181240" defTabSz="966612">
              <a:defRPr/>
            </a:pPr>
            <a:r>
              <a:rPr lang="en-US" altLang="en-US" dirty="0">
                <a:latin typeface="Arial" panose="020B0604020202020204" pitchFamily="34" charset="0"/>
              </a:rPr>
              <a:t>How does an individual’s value system affect the level of need according to Maslow’s hierarchy of needs?</a:t>
            </a:r>
          </a:p>
          <a:p>
            <a:pPr marL="181240" indent="-181240" defTabSz="966612">
              <a:defRPr/>
            </a:pPr>
            <a:r>
              <a:rPr lang="en-US" altLang="en-US" dirty="0">
                <a:latin typeface="Arial" panose="020B0604020202020204" pitchFamily="34" charset="0"/>
              </a:rPr>
              <a:t>What are examples that would pertain to each level of the pyramid?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2168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1240" indent="-181240" defTabSz="966612">
              <a:defRPr/>
            </a:pPr>
            <a:r>
              <a:rPr lang="en-US" altLang="en-US" dirty="0">
                <a:latin typeface="Arial" panose="020B0604020202020204" pitchFamily="34" charset="0"/>
              </a:rPr>
              <a:t>Discuss the differences among the three organized levels of health promotion and give examples of each.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8437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Discuss continuity of care.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How does patient autonomy affect continuity of care?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0765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66612"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7302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1240" indent="-181240" defTabSz="966612">
              <a:defRPr/>
            </a:pPr>
            <a:r>
              <a:rPr lang="en-US" altLang="en-US" dirty="0">
                <a:latin typeface="Arial"/>
                <a:ea typeface="ＭＳ Ｐゴシック"/>
                <a:cs typeface="Arial"/>
              </a:rPr>
              <a:t>Discuss the economic factors affecting health and illness today.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Discuss the various purposes of cross-training within the health care setting.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5909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1240" indent="-181240" defTabSz="966612">
              <a:defRPr/>
            </a:pPr>
            <a:r>
              <a:rPr lang="en-US" altLang="en-US" dirty="0">
                <a:latin typeface="Arial" panose="020B0604020202020204" pitchFamily="34" charset="0"/>
              </a:rPr>
              <a:t>Discuss the differences and give examples of each social and environmental factor that affect health and illness.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3523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1240" indent="-181240" defTabSz="966612">
              <a:defRPr/>
            </a:pPr>
            <a:r>
              <a:rPr lang="en-US" altLang="en-US" dirty="0">
                <a:latin typeface="Arial" panose="020B0604020202020204" pitchFamily="34" charset="0"/>
              </a:rPr>
              <a:t>How does health promotion affect the delivery of patient care?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Discuss patient’s rights.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What are health care provider’s rights?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979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What is the interdisciplinary approach to development of a patient care plan?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Why is effective communication important when providing patient care?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1597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1240" indent="-181240" defTabSz="966612">
              <a:defRPr/>
            </a:pPr>
            <a:r>
              <a:rPr lang="en-US" altLang="en-US" dirty="0">
                <a:latin typeface="Arial" panose="020B0604020202020204" pitchFamily="34" charset="0"/>
              </a:rPr>
              <a:t>Discuss the four major concepts and why they are important in meeting the needs of the patient.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8028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Discuss the role of the LPN/LVN.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Why is the LPN/LVN important as a health care professional?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549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66612">
              <a:buNone/>
              <a:defRPr/>
            </a:pPr>
            <a:endParaRPr lang="en-US" altLang="en-US" dirty="0">
              <a:latin typeface="Arial" panose="020B0604020202020204" pitchFamily="34" charset="0"/>
              <a:cs typeface="Arial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6731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What other organizations provide continuing education for LPN/LVNs?</a:t>
            </a:r>
            <a:endParaRPr lang="en-US"/>
          </a:p>
          <a:p>
            <a:r>
              <a:rPr lang="en-US" altLang="en-US" dirty="0">
                <a:latin typeface="Arial" panose="020B0604020202020204" pitchFamily="34" charset="0"/>
              </a:rPr>
              <a:t>What are the roles and responsibilities of the LPN/LVN?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Discuss the difference between the LPN/LVN’s role and the RN’s role.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049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7BC70723-5CE8-499C-9971-E4BA18B80ED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3487AE73-3EFF-4555-9FC5-23593D65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0" y="6359525"/>
            <a:ext cx="6343650" cy="381000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E234264E-8860-42A2-83C5-41782AA54ED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37759797-3D2C-4F47-AED4-0E8ADB422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0" y="6359525"/>
            <a:ext cx="6343650" cy="381000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5AAB81D7-0106-4E41-AE2E-2E4047E24355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41475"/>
            <a:ext cx="38100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1475"/>
            <a:ext cx="38100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A4177A3A-15AF-4BAA-AB48-4B3B002C0523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C81CECAA-A39B-467B-A776-CD395CF9DC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600" y="6359525"/>
            <a:ext cx="6343650" cy="381000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265A3104-DFC4-492D-B3D0-C3C246A48F5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71EFB42C-6A15-4A9A-871B-37380EDB6A2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EFB42C-6A15-4A9A-871B-37380EDB6A26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FCA15E23-B403-4680-BAA9-DB5D51A8CFD2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D72A011B-01AE-4CD8-834B-21DB9583C27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A7D6F96D-A6E5-45AB-8576-3F1772613DA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3E21C735-DADD-43D3-9408-D21FA5E14BB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8D8B011C-2750-47E8-9990-D6261FE36FA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C0F24A53-2415-4DAD-BD6A-1D9F5DDAF533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22078F67-8AE8-4E9C-AA54-76CE029A507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41475"/>
            <a:ext cx="38100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1475"/>
            <a:ext cx="38100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8B9D621F-A6F6-4120-BD22-05C76ECD157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200D131F-949B-4E5B-BE81-7C14B29CC9F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8EBBF4AC-9420-466C-AD9E-FD6592AADD28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97B28123-2912-48D2-AF42-C274BD8D6B1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C6C156E8-9280-4352-B33B-89F3740952C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75BEE1B7-10AA-4C75-B080-000D6057ADA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198644BA-AE6D-4C74-A6DD-E08DB08BD49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77F366DB-197B-47FE-868E-147B370B9598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41475"/>
            <a:ext cx="7772400" cy="445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715250" y="6359525"/>
            <a:ext cx="132715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i="0" smtClean="0">
                <a:solidFill>
                  <a:schemeClr val="bg2"/>
                </a:solidFill>
                <a:ea typeface="ＭＳ Ｐゴシック" charset="-128"/>
                <a:cs typeface="Arial" charset="0"/>
              </a:defRPr>
            </a:lvl1pPr>
          </a:lstStyle>
          <a:p>
            <a:pPr>
              <a:defRPr/>
            </a:pPr>
            <a:r>
              <a:rPr lang="en-GB" dirty="0"/>
              <a:t> </a:t>
            </a:r>
            <a:fld id="{71EFB42C-6A15-4A9A-871B-37380EDB6A26}" type="slidenum">
              <a:rPr lang="en-GB" smtClean="0"/>
              <a:pPr>
                <a:defRPr/>
              </a:pPr>
              <a:t>‹#›</a:t>
            </a:fld>
            <a:endParaRPr lang="en-GB" dirty="0"/>
          </a:p>
          <a:p>
            <a:pPr>
              <a:defRPr/>
            </a:pPr>
            <a:endParaRPr lang="en-GB" dirty="0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EC67DEBA-1458-4D94-8AC0-2EE32DB11D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600" y="6359525"/>
            <a:ext cx="6343650" cy="381000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FAF14F-06BB-5E1E-A3A0-7770BD00F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068637" y="6427763"/>
            <a:ext cx="3006725" cy="244523"/>
          </a:xfrm>
          <a:prstGeom prst="rect">
            <a:avLst/>
          </a:prstGeom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400">
          <a:solidFill>
            <a:schemeClr val="bg2"/>
          </a:solidFill>
          <a:latin typeface="ArialMT" pitchFamily="34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400">
          <a:solidFill>
            <a:schemeClr val="bg2"/>
          </a:solidFill>
          <a:latin typeface="ArialMT" pitchFamily="34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400">
          <a:solidFill>
            <a:schemeClr val="bg2"/>
          </a:solidFill>
          <a:latin typeface="ArialMT" pitchFamily="34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400">
          <a:solidFill>
            <a:schemeClr val="bg2"/>
          </a:solidFill>
          <a:latin typeface="ArialMT" pitchFamily="34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MT" pitchFamily="34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MT" pitchFamily="34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MT" pitchFamily="34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MT" pitchFamily="34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1"/>
        </a:buClr>
        <a:buSzPct val="70000"/>
        <a:buFont typeface="Wingdings 2" pitchFamily="18" charset="2"/>
        <a:buChar char=""/>
        <a:defRPr sz="28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1"/>
        </a:buClr>
        <a:buSzPct val="70000"/>
        <a:buFont typeface="Wingdings" pitchFamily="2" charset="2"/>
        <a:buChar char="Ø"/>
        <a:defRPr sz="2400">
          <a:solidFill>
            <a:schemeClr val="bg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1"/>
        </a:buClr>
        <a:buSzPct val="70000"/>
        <a:buChar char="•"/>
        <a:defRPr sz="2000">
          <a:solidFill>
            <a:schemeClr val="bg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1"/>
        </a:buClr>
        <a:buSzPct val="70000"/>
        <a:buFont typeface="Wingdings 3" pitchFamily="18" charset="2"/>
        <a:buChar char=""/>
        <a:defRPr>
          <a:solidFill>
            <a:schemeClr val="bg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1"/>
        </a:buClr>
        <a:buSzPct val="70000"/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41475"/>
            <a:ext cx="7772400" cy="445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08800" y="63595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 smtClean="0">
                <a:solidFill>
                  <a:schemeClr val="bg2"/>
                </a:solidFill>
                <a:ea typeface="ＭＳ Ｐゴシック" charset="-128"/>
                <a:cs typeface="Arial" charset="0"/>
              </a:defRPr>
            </a:lvl1pPr>
          </a:lstStyle>
          <a:p>
            <a:pPr>
              <a:defRPr/>
            </a:pPr>
            <a:r>
              <a:rPr lang="en-GB" dirty="0"/>
              <a:t> </a:t>
            </a:r>
            <a:fld id="{0FB175F7-DCBF-4C4E-B2DF-5E10268F084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492002-3418-2B07-659F-A855F3E464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068637" y="6427763"/>
            <a:ext cx="3006725" cy="244523"/>
          </a:xfrm>
          <a:prstGeom prst="rect">
            <a:avLst/>
          </a:prstGeom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 2" pitchFamily="18" charset="2"/>
        <a:buChar char=""/>
        <a:defRPr sz="28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Ø"/>
        <a:defRPr sz="2400">
          <a:solidFill>
            <a:schemeClr val="bg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15000"/>
        <a:buChar char="•"/>
        <a:defRPr sz="2000">
          <a:solidFill>
            <a:schemeClr val="bg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 3" pitchFamily="18" charset="2"/>
        <a:buChar char=""/>
        <a:defRPr>
          <a:solidFill>
            <a:schemeClr val="bg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Chapter 1 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sz="3200" dirty="0"/>
              <a:t>The Evolution of Nursing</a:t>
            </a:r>
          </a:p>
        </p:txBody>
      </p:sp>
    </p:spTree>
    <p:extLst>
      <p:ext uri="{BB962C8B-B14F-4D97-AF65-F5344CB8AC3E}">
        <p14:creationId xmlns:p14="http://schemas.microsoft.com/office/powerpoint/2010/main" val="4149221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3014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/>
              <a:t>Lesson 1.1: The History and Evolution of Nursing</a:t>
            </a:r>
            <a:endParaRPr lang="en-US" sz="1600" dirty="0"/>
          </a:p>
        </p:txBody>
      </p:sp>
      <p:sp>
        <p:nvSpPr>
          <p:cNvPr id="1963015" name="Rectangle 7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dirty="0"/>
              <a:t>Describe the evolution of nursing and nursing education from early civilization to the 20th century.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Identify the major leaders of nursing history in America.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Discuss the significant changes in nursing in the 21st century.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Discuss societal influences on nursing.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Identify the major organizations in nursing.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Define the three purposes of the National Association for Practical Nurse Education and Service (NAPNES) and the National Federation of Licensed Practical Nurses (NFLPN).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DB4C5E-5FBF-252A-7841-ABEC6F55EF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2</a:t>
            </a:fld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50F86-1F82-4FFF-90A9-347E3629F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History of Nursing and </a:t>
            </a:r>
            <a:br>
              <a:rPr lang="en-US" altLang="en-US" dirty="0"/>
            </a:br>
            <a:r>
              <a:rPr lang="en-US" altLang="en-US" dirty="0"/>
              <a:t>Nursing Education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ADD7E-8189-4A9F-80B7-0D4558334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Factors that have changed nursing</a:t>
            </a:r>
          </a:p>
          <a:p>
            <a:pPr lvl="1"/>
            <a:r>
              <a:rPr lang="en-US" altLang="en-US" dirty="0"/>
              <a:t>How we care for the sick</a:t>
            </a:r>
          </a:p>
          <a:p>
            <a:pPr lvl="1"/>
            <a:r>
              <a:rPr lang="en-US" altLang="en-US" dirty="0"/>
              <a:t>The relationship of people with their environment</a:t>
            </a:r>
          </a:p>
          <a:p>
            <a:pPr lvl="1"/>
            <a:r>
              <a:rPr lang="en-US" altLang="en-US" dirty="0"/>
              <a:t>The search for knowledge and truth through education</a:t>
            </a:r>
          </a:p>
          <a:p>
            <a:pPr lvl="1"/>
            <a:r>
              <a:rPr lang="en-US" altLang="en-US" dirty="0"/>
              <a:t>Increasing recognition of value of preventative care</a:t>
            </a:r>
          </a:p>
          <a:p>
            <a:pPr lvl="1"/>
            <a:r>
              <a:rPr lang="en-US" altLang="en-US" dirty="0"/>
              <a:t>Technological advances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11C65-4AC0-9672-436C-B3DEE10D41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0738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1497F-575B-4BE9-B9B3-28C45BA17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Care of the Sick During </a:t>
            </a:r>
            <a:br>
              <a:rPr lang="en-US" altLang="en-US" dirty="0"/>
            </a:br>
            <a:r>
              <a:rPr lang="en-US" altLang="en-US" dirty="0"/>
              <a:t>Early Civilization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64B44-A47C-4E24-BF73-8FB0BB86E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Evolution of concepts of health, wellness, and illness</a:t>
            </a:r>
          </a:p>
          <a:p>
            <a:r>
              <a:rPr lang="en-US" altLang="en-US" dirty="0"/>
              <a:t>Ancient practices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C02D7-C934-301D-CA7D-660879A37B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3759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C97BE-BDC0-4BA2-833D-8DA2EF1C1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Nursing Education in the </a:t>
            </a:r>
            <a:br>
              <a:rPr lang="en-US" altLang="en-US" dirty="0"/>
            </a:br>
            <a:r>
              <a:rPr lang="en-US" altLang="en-US" dirty="0"/>
              <a:t>Nineteenth Century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2254D-2B51-404F-956C-92734C1F1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Hospitals</a:t>
            </a:r>
          </a:p>
          <a:p>
            <a:pPr lvl="1"/>
            <a:r>
              <a:rPr lang="en-US" altLang="en-US" dirty="0"/>
              <a:t>Overcrowded </a:t>
            </a:r>
          </a:p>
          <a:p>
            <a:pPr lvl="2"/>
            <a:r>
              <a:rPr lang="en-US" altLang="en-US" dirty="0"/>
              <a:t>Poor hygienic practices </a:t>
            </a:r>
          </a:p>
          <a:p>
            <a:pPr lvl="1"/>
            <a:r>
              <a:rPr lang="en-US" altLang="en-US" dirty="0"/>
              <a:t>Untrained people</a:t>
            </a:r>
          </a:p>
          <a:p>
            <a:pPr lvl="2"/>
            <a:r>
              <a:rPr lang="en-US" altLang="en-US" dirty="0"/>
              <a:t>Women of “proper upbringing” did not work</a:t>
            </a:r>
          </a:p>
          <a:p>
            <a:pPr lvl="2"/>
            <a:r>
              <a:rPr lang="en-US" altLang="en-US" dirty="0"/>
              <a:t>Inmates or prostitutes ended up serving as nurses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B0614-1173-2C75-D58A-21B27F262D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6452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B6DD2-4C04-4C4A-A14F-D7575DF3C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Florence Nightingale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EE3F4-AB13-4A24-89A2-A4BA01E61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Known as “Lady with the Lamp”</a:t>
            </a:r>
          </a:p>
          <a:p>
            <a:pPr>
              <a:defRPr/>
            </a:pPr>
            <a:r>
              <a:rPr lang="en-US" dirty="0"/>
              <a:t>Credited as the first nursing theorist</a:t>
            </a:r>
          </a:p>
          <a:p>
            <a:pPr>
              <a:defRPr/>
            </a:pPr>
            <a:r>
              <a:rPr lang="en-US" dirty="0"/>
              <a:t>Helped to shift the views of nursing education </a:t>
            </a:r>
          </a:p>
          <a:p>
            <a:pPr lvl="1">
              <a:defRPr/>
            </a:pPr>
            <a:r>
              <a:rPr lang="en-US" sz="2000" dirty="0"/>
              <a:t>Established nursing school at Saint Thomas Hospital in London</a:t>
            </a:r>
          </a:p>
          <a:p>
            <a:pPr lvl="1">
              <a:defRPr/>
            </a:pPr>
            <a:r>
              <a:rPr lang="en-US" sz="2000" dirty="0"/>
              <a:t>Promoted new standards of nursing </a:t>
            </a:r>
          </a:p>
          <a:p>
            <a:pPr lvl="1">
              <a:defRPr/>
            </a:pPr>
            <a:r>
              <a:rPr lang="en-US" sz="2000" dirty="0"/>
              <a:t>“Nightingale Plan” established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4BEEB-4CA3-1F7F-0B7D-4255797F4F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6447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91F4C-EEE9-4689-9447-5278B0EBC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American Nursing Leaders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68BA9-413B-49C4-B0F3-9F93E6B32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Dorothea Dix </a:t>
            </a:r>
          </a:p>
          <a:p>
            <a:r>
              <a:rPr lang="en-US" dirty="0"/>
              <a:t>Clara Barton </a:t>
            </a:r>
          </a:p>
          <a:p>
            <a:r>
              <a:rPr lang="en-US" dirty="0"/>
              <a:t>Mary Ann Ball 		</a:t>
            </a:r>
          </a:p>
          <a:p>
            <a:r>
              <a:rPr lang="en-US" dirty="0"/>
              <a:t>Linda Richards 	</a:t>
            </a:r>
          </a:p>
          <a:p>
            <a:pPr>
              <a:defRPr/>
            </a:pPr>
            <a:r>
              <a:rPr lang="en-US" dirty="0"/>
              <a:t>Isabel Hampton Robb</a:t>
            </a:r>
          </a:p>
          <a:p>
            <a:r>
              <a:rPr lang="en-US" dirty="0"/>
              <a:t>Lavinia Dock</a:t>
            </a:r>
          </a:p>
          <a:p>
            <a:r>
              <a:rPr lang="en-US" dirty="0"/>
              <a:t>Mary Eliza Mahoney 	</a:t>
            </a:r>
          </a:p>
          <a:p>
            <a:r>
              <a:rPr lang="en-US" dirty="0"/>
              <a:t>Lillian D. Wald 	</a:t>
            </a:r>
          </a:p>
          <a:p>
            <a:r>
              <a:rPr lang="en-US" dirty="0"/>
              <a:t>Mary Adelaide Nutting </a:t>
            </a:r>
          </a:p>
          <a:p>
            <a:r>
              <a:rPr lang="en-US" dirty="0"/>
              <a:t>Mary Breckenridge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82FF8-35E3-31EE-B437-255A0A54C5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9578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09845-13CE-420D-BF33-97A17557A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Changes in Nursing During the Twentieth Century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6EABB-89FC-430D-84E8-472CFABF2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Licensing of Nursing </a:t>
            </a:r>
            <a:endParaRPr lang="en-US" altLang="en-US" dirty="0"/>
          </a:p>
          <a:p>
            <a:pPr lvl="1"/>
            <a:r>
              <a:rPr lang="en-US" altLang="en-US" dirty="0"/>
              <a:t>First states to mandate licensure </a:t>
            </a:r>
          </a:p>
          <a:p>
            <a:pPr lvl="1"/>
            <a:r>
              <a:rPr lang="en-US" altLang="en-US" dirty="0"/>
              <a:t>National League for Nursing (NLN)</a:t>
            </a:r>
          </a:p>
          <a:p>
            <a:r>
              <a:rPr lang="en-US" altLang="en-US" dirty="0"/>
              <a:t>Impact on nursing</a:t>
            </a:r>
          </a:p>
          <a:p>
            <a:pPr lvl="1"/>
            <a:r>
              <a:rPr lang="en-US" altLang="en-US" dirty="0"/>
              <a:t>World War I</a:t>
            </a:r>
          </a:p>
          <a:p>
            <a:pPr lvl="1"/>
            <a:r>
              <a:rPr lang="en-US" altLang="en-US" dirty="0"/>
              <a:t>World War II</a:t>
            </a:r>
          </a:p>
          <a:p>
            <a:r>
              <a:rPr lang="en-US" altLang="en-US" dirty="0"/>
              <a:t>Contemporary nursing </a:t>
            </a:r>
          </a:p>
          <a:p>
            <a:pPr lvl="1"/>
            <a:r>
              <a:rPr lang="en-US" altLang="en-US" dirty="0"/>
              <a:t>American Nurses Association (ANA)</a:t>
            </a:r>
          </a:p>
          <a:p>
            <a:pPr lvl="1"/>
            <a:endParaRPr lang="en-US" altLang="en-US" dirty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6F65B-8F2F-36E1-6BFC-D11FE6104F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5181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EAA05-8E77-4846-B41A-CE980D164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Significant Changes in Nursing During the Twenty-First Century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6BF19-43DE-4B8B-B49C-D8EF3C846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Demographic changes</a:t>
            </a:r>
          </a:p>
          <a:p>
            <a:r>
              <a:rPr lang="en-US" altLang="en-US" dirty="0"/>
              <a:t>Women’s health care issues</a:t>
            </a:r>
          </a:p>
          <a:p>
            <a:r>
              <a:rPr lang="en-US" altLang="en-US" dirty="0"/>
              <a:t>Men in nursing</a:t>
            </a:r>
          </a:p>
          <a:p>
            <a:r>
              <a:rPr lang="en-US" altLang="en-US" dirty="0"/>
              <a:t>Minority nurses</a:t>
            </a:r>
          </a:p>
          <a:p>
            <a:r>
              <a:rPr lang="en-US" altLang="en-US" dirty="0"/>
              <a:t>Human rights</a:t>
            </a:r>
          </a:p>
          <a:p>
            <a:r>
              <a:rPr lang="en-US" altLang="en-US" dirty="0"/>
              <a:t>Medically underserved</a:t>
            </a:r>
          </a:p>
          <a:p>
            <a:r>
              <a:rPr lang="en-US" altLang="en-US" dirty="0"/>
              <a:t>Nursing shortage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0B677-99FF-9802-B7EC-4B1D22F687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434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0FC02-693F-441C-AD63-981FF1692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Development of Practical and Vocational Nursing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9BE97-3F2D-43D5-98FE-C2E6982A1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Attendant nurses—3 months education</a:t>
            </a:r>
          </a:p>
          <a:p>
            <a:r>
              <a:rPr lang="en-US" altLang="en-US" dirty="0"/>
              <a:t>Between 1948 and 1954, sharp increase in practical and vocational nursing programs</a:t>
            </a:r>
          </a:p>
          <a:p>
            <a:r>
              <a:rPr lang="en-US" altLang="en-US" dirty="0"/>
              <a:t>Federal funds helped recruitment of men and women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4B993-EF0E-76B8-7751-6EB40FA702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780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56EE6-003F-4F2F-ACE2-6A4A0B1FF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Organizational Influence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3327A-70DD-436F-BA98-BA756F2D7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National Federation of Licensed Practical Nurses (NFLPN)</a:t>
            </a:r>
          </a:p>
          <a:p>
            <a:pPr lvl="1"/>
            <a:r>
              <a:rPr lang="en-US" altLang="en-US" dirty="0"/>
              <a:t>Founded by Lillian Kuster in 1949</a:t>
            </a:r>
          </a:p>
          <a:p>
            <a:pPr lvl="1"/>
            <a:r>
              <a:rPr lang="en-US" altLang="en-US" dirty="0"/>
              <a:t>Membership limited to LPN/LVNs</a:t>
            </a:r>
          </a:p>
          <a:p>
            <a:r>
              <a:rPr lang="en-US" altLang="en-US" dirty="0"/>
              <a:t>National League for Nursing (NLN)</a:t>
            </a:r>
          </a:p>
          <a:p>
            <a:pPr lvl="1"/>
            <a:r>
              <a:rPr lang="en-US" altLang="en-US" dirty="0"/>
              <a:t>In 1961, established the Department of Practical Nursing Programs</a:t>
            </a:r>
          </a:p>
          <a:p>
            <a:pPr lvl="1"/>
            <a:r>
              <a:rPr lang="en-US" altLang="en-US" dirty="0"/>
              <a:t>Developed an accreditation service for these programs, which today is called the Council of Practical Nursing Programs.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904F3-B643-93EA-81A6-C4E39A8111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5372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82E51-46A9-4B29-B4AC-37D4A3369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Contemporary Practical and Vocational Nursing Education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D91CA-272A-488F-82DC-756EA7AA0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Types of practical nursing programs offered for LPN/LVNs</a:t>
            </a:r>
          </a:p>
          <a:p>
            <a:pPr lvl="1"/>
            <a:r>
              <a:rPr lang="en-US" altLang="en-US" dirty="0"/>
              <a:t>Programs must meet minimum state standards</a:t>
            </a:r>
          </a:p>
          <a:p>
            <a:pPr lvl="1"/>
            <a:r>
              <a:rPr lang="en-US" altLang="en-US" dirty="0"/>
              <a:t>Length 12-18 months</a:t>
            </a:r>
          </a:p>
          <a:p>
            <a:r>
              <a:rPr lang="en-US" altLang="en-US" dirty="0"/>
              <a:t>Articulation agreements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64690-4FD2-3DCA-250E-D60C78C8A6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0838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E3D36-2519-4AFA-A837-3D19E10BC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Factors that Influenced Practical and Vocational Nursing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2ACDD-E492-4282-85FB-4C428E065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Need for trained caregivers</a:t>
            </a:r>
          </a:p>
          <a:p>
            <a:pPr>
              <a:defRPr/>
            </a:pPr>
            <a:r>
              <a:rPr lang="en-US" dirty="0"/>
              <a:t>World War I</a:t>
            </a:r>
          </a:p>
          <a:p>
            <a:pPr>
              <a:defRPr/>
            </a:pPr>
            <a:r>
              <a:rPr lang="en-US" dirty="0"/>
              <a:t>The self-taught practical nurse</a:t>
            </a:r>
          </a:p>
          <a:p>
            <a:pPr>
              <a:defRPr/>
            </a:pPr>
            <a:r>
              <a:rPr lang="en-US" dirty="0"/>
              <a:t>Duties of LPN/LVNs</a:t>
            </a:r>
          </a:p>
          <a:p>
            <a:pPr>
              <a:defRPr/>
            </a:pPr>
            <a:r>
              <a:rPr lang="en-US" dirty="0"/>
              <a:t>Position paper of the American Nurses Association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E29EC-AF2E-F1C8-0FA9-88991B8B7F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7504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06211-7857-4314-A60C-7A0D132F5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Licensure for Practical and Vocational Nursing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58145-7857-4B7B-8306-9AF8BF7EC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Licensing laws</a:t>
            </a:r>
          </a:p>
          <a:p>
            <a:pPr lvl="1"/>
            <a:r>
              <a:rPr lang="en-US" altLang="en-US" dirty="0"/>
              <a:t>Protect the public from unqualified practitioners</a:t>
            </a:r>
          </a:p>
          <a:p>
            <a:pPr lvl="1"/>
            <a:r>
              <a:rPr lang="en-US" altLang="en-US" dirty="0"/>
              <a:t>Managed by state agencies such as the state board of nursing</a:t>
            </a:r>
          </a:p>
          <a:p>
            <a:r>
              <a:rPr lang="en-US" altLang="en-US" dirty="0"/>
              <a:t>National Council Licensure Examination for Practical Nurses (NCLEX-PN)</a:t>
            </a:r>
          </a:p>
          <a:p>
            <a:pPr lvl="1"/>
            <a:r>
              <a:rPr lang="en-US" altLang="en-US" dirty="0"/>
              <a:t>Exam successfully completed awards licensure for the state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53911-B58E-EA8E-569A-25BFF51DD6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3547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3014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/>
              <a:t>Lesson 1.2: The Health Care System and Nursing</a:t>
            </a:r>
            <a:endParaRPr lang="en-US" sz="1600" dirty="0"/>
          </a:p>
        </p:txBody>
      </p:sp>
      <p:sp>
        <p:nvSpPr>
          <p:cNvPr id="1963015" name="Rectangle 7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lvl="0" indent="-514350">
              <a:buFont typeface="+mj-lt"/>
              <a:buAutoNum type="arabicPeriod" startAt="7"/>
            </a:pPr>
            <a:r>
              <a:rPr lang="en-US" dirty="0"/>
              <a:t>Identify the components of the health care system.</a:t>
            </a:r>
          </a:p>
          <a:p>
            <a:pPr marL="514350" lvl="0" indent="-514350">
              <a:buFont typeface="+mj-lt"/>
              <a:buAutoNum type="arabicPeriod" startAt="7"/>
            </a:pPr>
            <a:r>
              <a:rPr lang="en-US" dirty="0"/>
              <a:t>Describe the complex factors involved in the delivery of patient care.</a:t>
            </a:r>
          </a:p>
          <a:p>
            <a:pPr marL="514350" lvl="0" indent="-514350">
              <a:buFont typeface="+mj-lt"/>
              <a:buAutoNum type="arabicPeriod" startAt="7"/>
            </a:pPr>
            <a:r>
              <a:rPr lang="en-US" dirty="0"/>
              <a:t>Identify the participants in the health care system.</a:t>
            </a:r>
          </a:p>
          <a:p>
            <a:pPr marL="514350" lvl="0" indent="-514350">
              <a:buFont typeface="+mj-lt"/>
              <a:buAutoNum type="arabicPeriod" startAt="7"/>
            </a:pPr>
            <a:r>
              <a:rPr lang="en-US" dirty="0"/>
              <a:t>Define practical and vocational nursing.</a:t>
            </a:r>
          </a:p>
          <a:p>
            <a:pPr marL="514350" indent="-514350">
              <a:buFont typeface="+mj-lt"/>
              <a:buAutoNum type="arabicPeriod" startAt="7"/>
            </a:pPr>
            <a:r>
              <a:rPr lang="en-US" dirty="0"/>
              <a:t>Describe the purpose, role, and responsibilities of the practical and the vocational nurse.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5F83D4-F1D6-B9AB-C553-91087691F8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7085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4B70A-9D72-4E54-A324-64C8745C1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Health Care Delivery Systems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6DB20-4C03-468C-836A-FC7A80A06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Health Care System Defined</a:t>
            </a:r>
          </a:p>
          <a:p>
            <a:pPr lvl="1">
              <a:defRPr/>
            </a:pPr>
            <a:r>
              <a:rPr lang="en-US" dirty="0"/>
              <a:t>Complete network of agencies, facilities, and providers involved within a specified geographic area</a:t>
            </a:r>
          </a:p>
          <a:p>
            <a:pPr lvl="1">
              <a:defRPr/>
            </a:pPr>
            <a:r>
              <a:rPr lang="en-US" dirty="0"/>
              <a:t>Goal to achieve optimal levels of health care for a defined population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D96F6-1F08-5A60-188D-BD7DA571EE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6877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BB45B-4543-486B-A74C-7ECC85730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Wellness-Illness Continuum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675BB-D1AD-4765-8F17-78B411399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SzPct val="100000"/>
              <a:buFont typeface="+mj-lt"/>
              <a:buAutoNum type="arabicPeriod"/>
              <a:defRPr/>
            </a:pPr>
            <a:r>
              <a:rPr lang="en-US" dirty="0"/>
              <a:t>Range of a person’s total health </a:t>
            </a:r>
          </a:p>
          <a:p>
            <a:pPr marL="514350" indent="-514350">
              <a:buSzPct val="100000"/>
              <a:buFont typeface="+mj-lt"/>
              <a:buAutoNum type="arabicPeriod"/>
              <a:defRPr/>
            </a:pPr>
            <a:r>
              <a:rPr lang="en-US" dirty="0"/>
              <a:t>Each individual’s position is ever-changing</a:t>
            </a:r>
          </a:p>
          <a:p>
            <a:pPr marL="514350" indent="-514350">
              <a:buSzPct val="100000"/>
              <a:buFont typeface="+mj-lt"/>
              <a:buAutoNum type="arabicPeriod"/>
              <a:defRPr/>
            </a:pPr>
            <a:r>
              <a:rPr lang="en-US" dirty="0"/>
              <a:t>Wellness versus illness </a:t>
            </a:r>
          </a:p>
          <a:p>
            <a:pPr marL="514350" indent="-514350">
              <a:buSzPct val="100000"/>
              <a:buFont typeface="+mj-lt"/>
              <a:buAutoNum type="arabicPeriod"/>
              <a:defRPr/>
            </a:pPr>
            <a:r>
              <a:rPr lang="en-US" dirty="0"/>
              <a:t>Holistic health care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098E6-E96C-1942-B442-4673F9E2DD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87489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E9B31-6EF5-426E-B990-F4C1B46AB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Maslow’s Model of Health </a:t>
            </a:r>
            <a:br>
              <a:rPr lang="en-US" altLang="en-US" dirty="0"/>
            </a:br>
            <a:r>
              <a:rPr lang="en-US" altLang="en-US" dirty="0"/>
              <a:t>and Illness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FD9F4-562B-444A-B562-3217E5EEF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Maslow’s model</a:t>
            </a:r>
          </a:p>
          <a:p>
            <a:pPr lvl="1"/>
            <a:r>
              <a:rPr lang="en-US" altLang="en-US" dirty="0"/>
              <a:t>Physiologic </a:t>
            </a:r>
          </a:p>
          <a:p>
            <a:pPr lvl="1"/>
            <a:r>
              <a:rPr lang="en-US" altLang="en-US" dirty="0"/>
              <a:t>Safety and security</a:t>
            </a:r>
          </a:p>
          <a:p>
            <a:pPr lvl="1"/>
            <a:r>
              <a:rPr lang="en-US" altLang="en-US" dirty="0"/>
              <a:t>Love and belongingness</a:t>
            </a:r>
          </a:p>
          <a:p>
            <a:pPr lvl="1"/>
            <a:r>
              <a:rPr lang="en-US" altLang="en-US" dirty="0"/>
              <a:t>Esteem</a:t>
            </a:r>
          </a:p>
          <a:p>
            <a:pPr lvl="1"/>
            <a:r>
              <a:rPr lang="en-US" altLang="en-US" dirty="0"/>
              <a:t>Self-actualization</a:t>
            </a:r>
            <a:endParaRPr lang="en-US" dirty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DDB87-8685-778B-85E4-737623130B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30038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B0779-C9F9-465C-ADFC-26EC77384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Health Promotion and </a:t>
            </a:r>
            <a:br>
              <a:rPr lang="en-US" altLang="en-US" dirty="0"/>
            </a:br>
            <a:r>
              <a:rPr lang="en-US" altLang="en-US" dirty="0"/>
              <a:t>Illness Prevention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98C7D-EDB0-446C-A3FC-79A5B731E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Today three organized levels of health promotion are</a:t>
            </a:r>
          </a:p>
          <a:p>
            <a:pPr lvl="1"/>
            <a:r>
              <a:rPr lang="en-US" altLang="en-US" dirty="0"/>
              <a:t>Maintain wellness</a:t>
            </a:r>
          </a:p>
          <a:p>
            <a:pPr lvl="1"/>
            <a:r>
              <a:rPr lang="en-US" altLang="en-US" dirty="0"/>
              <a:t>Preventing disease-related complications </a:t>
            </a:r>
          </a:p>
          <a:p>
            <a:pPr lvl="1"/>
            <a:r>
              <a:rPr lang="en-US" altLang="en-US" dirty="0"/>
              <a:t>Reducing infirmity associated with disease states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05C0C-9DA1-46D6-525A-7F09AC632B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1582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7707C-61F1-48AD-B93E-99A30FDE1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Continuity of Care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E57D1-33D6-4E54-83D3-2D7AE44D6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Patient is the focus in health care</a:t>
            </a:r>
          </a:p>
          <a:p>
            <a:r>
              <a:rPr lang="en-US" altLang="en-US" dirty="0"/>
              <a:t>One of the greatest challenges is artful navigation of the health care delivery system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2828F-5BBA-0973-BAA3-B0A58EC36F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66545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2D3DF-D7E8-49F9-AA94-A51D8F9A5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Delivery of Patient Care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E4E89-4A29-41C8-80C7-D3589E163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Involves determining patient’s individual needs</a:t>
            </a:r>
          </a:p>
          <a:p>
            <a:pPr>
              <a:defRPr/>
            </a:pPr>
            <a:r>
              <a:rPr lang="en-US" dirty="0"/>
              <a:t>Developing a plan of care</a:t>
            </a:r>
          </a:p>
          <a:p>
            <a:pPr lvl="1">
              <a:defRPr/>
            </a:pPr>
            <a:r>
              <a:rPr lang="en-US" dirty="0"/>
              <a:t>Meeting the needs of the patient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D520D-A1DD-D152-5774-824EE6BB9D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77184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B2CF9-89C2-4FD5-8B07-F40762DEE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Participants in the Health </a:t>
            </a:r>
            <a:br>
              <a:rPr lang="en-US" altLang="en-US" dirty="0"/>
            </a:br>
            <a:r>
              <a:rPr lang="en-US" altLang="en-US" dirty="0"/>
              <a:t>Care 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0C47A-7A0E-46D2-86DD-0B3985D74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Professional health care specialist</a:t>
            </a:r>
          </a:p>
          <a:p>
            <a:r>
              <a:rPr lang="en-US" altLang="en-US" dirty="0"/>
              <a:t>Registered nurses (RNs)</a:t>
            </a:r>
          </a:p>
          <a:p>
            <a:r>
              <a:rPr lang="en-US" altLang="en-US" dirty="0"/>
              <a:t>Licensed practical/vocational nurses</a:t>
            </a:r>
          </a:p>
          <a:p>
            <a:r>
              <a:rPr lang="en-US" altLang="en-US" dirty="0"/>
              <a:t>Other caregivers</a:t>
            </a:r>
          </a:p>
          <a:p>
            <a:r>
              <a:rPr lang="en-US" altLang="en-US" dirty="0"/>
              <a:t>Technologists, medical technicians, and paraprofessionals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9C48D-8035-0C0E-E306-0A3711DB30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9165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49CC4-924C-4793-ABDB-65C5E603A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Economic Factors Affecting Health and Illness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5C0CB-D2F7-4F97-87F6-BDEFD17F7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Rising health care costs</a:t>
            </a:r>
          </a:p>
          <a:p>
            <a:r>
              <a:rPr lang="en-US" altLang="en-US" dirty="0"/>
              <a:t>Increasing number of aging Americans</a:t>
            </a:r>
          </a:p>
          <a:p>
            <a:r>
              <a:rPr lang="en-US" altLang="en-US" dirty="0"/>
              <a:t>Advances in technology</a:t>
            </a:r>
          </a:p>
          <a:p>
            <a:r>
              <a:rPr lang="en-US" altLang="en-US" dirty="0"/>
              <a:t>Health care insurance</a:t>
            </a:r>
          </a:p>
          <a:p>
            <a:r>
              <a:rPr lang="en-US" altLang="en-US" dirty="0"/>
              <a:t>Malpractice insurance</a:t>
            </a:r>
          </a:p>
          <a:p>
            <a:r>
              <a:rPr lang="en-US" altLang="en-US" dirty="0"/>
              <a:t>Changes in delivery system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D3A30-E8C5-5978-E18E-7D0B2E5793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76944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FA5BF-39DE-454A-8853-9926A704C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Social and Environmental Factors that Affect Health and Illness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E03F4-4E6B-4C57-93FA-4D116E692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Financial hardships</a:t>
            </a:r>
          </a:p>
          <a:p>
            <a:r>
              <a:rPr lang="en-US" altLang="en-US" dirty="0"/>
              <a:t>Lifestyle choices</a:t>
            </a:r>
          </a:p>
          <a:p>
            <a:r>
              <a:rPr lang="en-US" altLang="en-US" dirty="0"/>
              <a:t>Social pressures</a:t>
            </a:r>
          </a:p>
          <a:p>
            <a:r>
              <a:rPr lang="en-US" altLang="en-US" dirty="0"/>
              <a:t>Personal behavior 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C7311-9C33-0FB8-34CE-536B5E08D7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24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74004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326F6-B341-4D81-9D52-E111C91CC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Health Promotion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E18DE-5333-44F0-A788-B9AA6A1E8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Most people in the United States have a right to health care without discrimination</a:t>
            </a:r>
          </a:p>
          <a:p>
            <a:r>
              <a:rPr lang="en-US" altLang="en-US" dirty="0"/>
              <a:t>Includes treatment of disease, health promotion, preventive medicine</a:t>
            </a:r>
          </a:p>
          <a:p>
            <a:r>
              <a:rPr lang="en-US" altLang="en-US" dirty="0"/>
              <a:t>Patient rights</a:t>
            </a:r>
          </a:p>
          <a:p>
            <a:r>
              <a:rPr lang="en-US" altLang="en-US" dirty="0"/>
              <a:t>Health care providers' rights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E0C92-63F6-2B0B-3F90-08161319F3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73541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043A4-11E3-4782-B0A1-584F4C180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Interdisciplinary Approach </a:t>
            </a:r>
            <a:br>
              <a:rPr lang="en-US" altLang="en-US" dirty="0"/>
            </a:br>
            <a:r>
              <a:rPr lang="en-US" altLang="en-US" dirty="0"/>
              <a:t>to Health Care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0A0C0-2385-4804-87AA-F1569560C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Development of comprehensive care plan</a:t>
            </a:r>
          </a:p>
          <a:p>
            <a:r>
              <a:rPr lang="en-US" altLang="en-US" dirty="0"/>
              <a:t>Effective communication</a:t>
            </a:r>
          </a:p>
          <a:p>
            <a:r>
              <a:rPr lang="en-US" altLang="en-US" dirty="0"/>
              <a:t>Accurate documentation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1BDCE-539E-16F6-1CB2-25F2F16C9E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19402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492C3-DDA5-4781-8BBD-A3BCB69C0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Nursing Care Models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F2B91-DB68-4FF8-93AC-F462C3548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Have changed to meet the needs of the patient </a:t>
            </a:r>
          </a:p>
          <a:p>
            <a:r>
              <a:rPr lang="en-US" altLang="en-US" dirty="0"/>
              <a:t>Four major concepts </a:t>
            </a:r>
          </a:p>
          <a:p>
            <a:pPr lvl="1"/>
            <a:r>
              <a:rPr lang="en-US" altLang="en-US" dirty="0"/>
              <a:t>Nursing—encompasses the roles and actions of the nurse</a:t>
            </a:r>
          </a:p>
          <a:p>
            <a:pPr lvl="1"/>
            <a:r>
              <a:rPr lang="en-US" altLang="en-US" dirty="0"/>
              <a:t>Patient—the individual receiving the care</a:t>
            </a:r>
          </a:p>
          <a:p>
            <a:pPr lvl="1"/>
            <a:r>
              <a:rPr lang="en-US" altLang="en-US" dirty="0"/>
              <a:t>Health—the area along the wellness-illness continuum that the patient occupies</a:t>
            </a:r>
          </a:p>
          <a:p>
            <a:pPr lvl="1"/>
            <a:r>
              <a:rPr lang="en-US" altLang="en-US" dirty="0"/>
              <a:t>Environment—the setting for the nurse-patient interaction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5E8E7-9578-FD52-4C6A-34531B87AC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27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38531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9784E-3B2D-4663-ADB1-D3B7F0E24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Contemporary Practical and Vocational Nursing Care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EBBE1-1B31-4FF6-9C34-CE965CCC9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role of the LPN/LVN has expanded over time</a:t>
            </a:r>
          </a:p>
          <a:p>
            <a:r>
              <a:rPr lang="en-US" altLang="en-US" dirty="0"/>
              <a:t>Influenced by</a:t>
            </a:r>
          </a:p>
          <a:p>
            <a:pPr lvl="1"/>
            <a:r>
              <a:rPr lang="en-US" altLang="en-US" dirty="0"/>
              <a:t>Nurse practice act depending on the state</a:t>
            </a:r>
          </a:p>
          <a:p>
            <a:pPr lvl="1"/>
            <a:r>
              <a:rPr lang="en-US" altLang="en-US" dirty="0"/>
              <a:t>Changes within health care agencies</a:t>
            </a:r>
          </a:p>
          <a:p>
            <a:pPr lvl="1"/>
            <a:r>
              <a:rPr lang="en-US" altLang="en-US" dirty="0"/>
              <a:t>Availability of workers </a:t>
            </a:r>
          </a:p>
          <a:p>
            <a:pPr lvl="1"/>
            <a:r>
              <a:rPr lang="en-US" altLang="en-US" dirty="0"/>
              <a:t>Needs of the patients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48D65-C9A3-A1FB-A0E1-9AA0079963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28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60698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48539-FB18-4112-887C-24B7C7FB1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Practical and Vocational </a:t>
            </a:r>
            <a:br>
              <a:rPr lang="en-US" altLang="en-US" dirty="0"/>
            </a:br>
            <a:r>
              <a:rPr lang="en-US" altLang="en-US" dirty="0"/>
              <a:t>Nurse Defined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279C5-2577-4D67-A684-F59405688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LPN/LVN provides direct services under supervision of a registered nurse (RN)</a:t>
            </a:r>
          </a:p>
          <a:p>
            <a:r>
              <a:rPr lang="en-US" altLang="en-US" dirty="0"/>
              <a:t>Performs basic therapeutic, rehabilitative, and preventive care</a:t>
            </a:r>
          </a:p>
          <a:p>
            <a:r>
              <a:rPr lang="en-US" altLang="en-US" dirty="0"/>
              <a:t>Provides care in all types of settings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0F52E-B880-1F3D-DFAF-0CB7CB0BC4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29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81539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42B96-FF29-4459-9C58-678631561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Roles and Responsibilities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EA931-3224-4F5C-BBB4-4DBB07313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NAPNES issues statement of responsibilities for practice as an LPN/LVN</a:t>
            </a:r>
          </a:p>
          <a:p>
            <a:r>
              <a:rPr lang="en-US" altLang="en-US" dirty="0"/>
              <a:t>Plan care/revise plan of care based on nursing diagnoses</a:t>
            </a:r>
          </a:p>
          <a:p>
            <a:r>
              <a:rPr lang="en-US" altLang="en-US" dirty="0"/>
              <a:t>Demonstrate a caring and empathic approach to safe care</a:t>
            </a:r>
          </a:p>
          <a:p>
            <a:r>
              <a:rPr lang="en-US" altLang="en-US" dirty="0"/>
              <a:t>Implement patient care under the direct supervision of registered nurse, licensed physician, or dentist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3D444-ADDC-0786-8C35-94CEC40726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30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8728344"/>
      </p:ext>
    </p:extLst>
  </p:cSld>
  <p:clrMapOvr>
    <a:masterClrMapping/>
  </p:clrMapOvr>
</p:sld>
</file>

<file path=ppt/theme/theme1.xml><?xml version="1.0" encoding="utf-8"?>
<a:theme xmlns:a="http://schemas.openxmlformats.org/drawingml/2006/main" name="2_Blue Diagonal">
  <a:themeElements>
    <a:clrScheme name="2_Blue Diagonal 1">
      <a:dk1>
        <a:srgbClr val="000000"/>
      </a:dk1>
      <a:lt1>
        <a:srgbClr val="FFFFFF"/>
      </a:lt1>
      <a:dk2>
        <a:srgbClr val="0066FF"/>
      </a:dk2>
      <a:lt2>
        <a:srgbClr val="FFFF00"/>
      </a:lt2>
      <a:accent1>
        <a:srgbClr val="00CCCC"/>
      </a:accent1>
      <a:accent2>
        <a:srgbClr val="FF33CC"/>
      </a:accent2>
      <a:accent3>
        <a:srgbClr val="AAB8FF"/>
      </a:accent3>
      <a:accent4>
        <a:srgbClr val="DADADA"/>
      </a:accent4>
      <a:accent5>
        <a:srgbClr val="AAE2E2"/>
      </a:accent5>
      <a:accent6>
        <a:srgbClr val="E72DB9"/>
      </a:accent6>
      <a:hlink>
        <a:srgbClr val="FF4568"/>
      </a:hlink>
      <a:folHlink>
        <a:srgbClr val="CCECFF"/>
      </a:folHlink>
    </a:clrScheme>
    <a:fontScheme name="2_Blue Diagonal">
      <a:majorFont>
        <a:latin typeface="ArialMT"/>
        <a:ea typeface="ＭＳ Ｐゴシック"/>
        <a:cs typeface=""/>
      </a:majorFont>
      <a:minorFont>
        <a:latin typeface="ArialMT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Blue Diagonal 1">
        <a:dk1>
          <a:srgbClr val="000000"/>
        </a:dk1>
        <a:lt1>
          <a:srgbClr val="FFFFFF"/>
        </a:lt1>
        <a:dk2>
          <a:srgbClr val="0066FF"/>
        </a:dk2>
        <a:lt2>
          <a:srgbClr val="FFFF00"/>
        </a:lt2>
        <a:accent1>
          <a:srgbClr val="00CCCC"/>
        </a:accent1>
        <a:accent2>
          <a:srgbClr val="FF33CC"/>
        </a:accent2>
        <a:accent3>
          <a:srgbClr val="AAB8FF"/>
        </a:accent3>
        <a:accent4>
          <a:srgbClr val="DADADA"/>
        </a:accent4>
        <a:accent5>
          <a:srgbClr val="AAE2E2"/>
        </a:accent5>
        <a:accent6>
          <a:srgbClr val="E72DB9"/>
        </a:accent6>
        <a:hlink>
          <a:srgbClr val="FF4568"/>
        </a:hlink>
        <a:folHlink>
          <a:srgbClr val="CCE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ue Diagonal 2">
        <a:dk1>
          <a:srgbClr val="000000"/>
        </a:dk1>
        <a:lt1>
          <a:srgbClr val="9999FF"/>
        </a:lt1>
        <a:dk2>
          <a:srgbClr val="6600FF"/>
        </a:dk2>
        <a:lt2>
          <a:srgbClr val="FFFFFF"/>
        </a:lt2>
        <a:accent1>
          <a:srgbClr val="CCCCFF"/>
        </a:accent1>
        <a:accent2>
          <a:srgbClr val="FF99FF"/>
        </a:accent2>
        <a:accent3>
          <a:srgbClr val="CACAFF"/>
        </a:accent3>
        <a:accent4>
          <a:srgbClr val="000000"/>
        </a:accent4>
        <a:accent5>
          <a:srgbClr val="E2E2FF"/>
        </a:accent5>
        <a:accent6>
          <a:srgbClr val="E78AE7"/>
        </a:accent6>
        <a:hlink>
          <a:srgbClr val="00CC66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ue Diagonal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DDDDDD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A1A1A1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ue Diagonal 4">
        <a:dk1>
          <a:srgbClr val="000000"/>
        </a:dk1>
        <a:lt1>
          <a:srgbClr val="FFFFFF"/>
        </a:lt1>
        <a:dk2>
          <a:srgbClr val="990066"/>
        </a:dk2>
        <a:lt2>
          <a:srgbClr val="FFFF00"/>
        </a:lt2>
        <a:accent1>
          <a:srgbClr val="996633"/>
        </a:accent1>
        <a:accent2>
          <a:srgbClr val="CC6600"/>
        </a:accent2>
        <a:accent3>
          <a:srgbClr val="CAAAB8"/>
        </a:accent3>
        <a:accent4>
          <a:srgbClr val="DADADA"/>
        </a:accent4>
        <a:accent5>
          <a:srgbClr val="CAB8AD"/>
        </a:accent5>
        <a:accent6>
          <a:srgbClr val="B95C00"/>
        </a:accent6>
        <a:hlink>
          <a:srgbClr val="999933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" id="{05B35852-82C8-4380-BE3E-72E8A36B344E}" vid="{44BCCB53-EE29-414A-8F6C-89C65B68B0C1}"/>
    </a:ext>
  </a:extLst>
</a:theme>
</file>

<file path=ppt/theme/theme2.xml><?xml version="1.0" encoding="utf-8"?>
<a:theme xmlns:a="http://schemas.openxmlformats.org/drawingml/2006/main" name="3_Blue Diagonal">
  <a:themeElements>
    <a:clrScheme name="3_Blue Diagonal 1">
      <a:dk1>
        <a:srgbClr val="000000"/>
      </a:dk1>
      <a:lt1>
        <a:srgbClr val="FFFFFF"/>
      </a:lt1>
      <a:dk2>
        <a:srgbClr val="0066FF"/>
      </a:dk2>
      <a:lt2>
        <a:srgbClr val="FFFF00"/>
      </a:lt2>
      <a:accent1>
        <a:srgbClr val="00CCCC"/>
      </a:accent1>
      <a:accent2>
        <a:srgbClr val="FF33CC"/>
      </a:accent2>
      <a:accent3>
        <a:srgbClr val="AAB8FF"/>
      </a:accent3>
      <a:accent4>
        <a:srgbClr val="DADADA"/>
      </a:accent4>
      <a:accent5>
        <a:srgbClr val="AAE2E2"/>
      </a:accent5>
      <a:accent6>
        <a:srgbClr val="E72DB9"/>
      </a:accent6>
      <a:hlink>
        <a:srgbClr val="FF4568"/>
      </a:hlink>
      <a:folHlink>
        <a:srgbClr val="CCECFF"/>
      </a:folHlink>
    </a:clrScheme>
    <a:fontScheme name="3_Blue Diagonal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Blue Diagonal 1">
        <a:dk1>
          <a:srgbClr val="000000"/>
        </a:dk1>
        <a:lt1>
          <a:srgbClr val="FFFFFF"/>
        </a:lt1>
        <a:dk2>
          <a:srgbClr val="0066FF"/>
        </a:dk2>
        <a:lt2>
          <a:srgbClr val="FFFF00"/>
        </a:lt2>
        <a:accent1>
          <a:srgbClr val="00CCCC"/>
        </a:accent1>
        <a:accent2>
          <a:srgbClr val="FF33CC"/>
        </a:accent2>
        <a:accent3>
          <a:srgbClr val="AAB8FF"/>
        </a:accent3>
        <a:accent4>
          <a:srgbClr val="DADADA"/>
        </a:accent4>
        <a:accent5>
          <a:srgbClr val="AAE2E2"/>
        </a:accent5>
        <a:accent6>
          <a:srgbClr val="E72DB9"/>
        </a:accent6>
        <a:hlink>
          <a:srgbClr val="FF4568"/>
        </a:hlink>
        <a:folHlink>
          <a:srgbClr val="CCE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Blue Diagonal 2">
        <a:dk1>
          <a:srgbClr val="000000"/>
        </a:dk1>
        <a:lt1>
          <a:srgbClr val="9999FF"/>
        </a:lt1>
        <a:dk2>
          <a:srgbClr val="6600FF"/>
        </a:dk2>
        <a:lt2>
          <a:srgbClr val="FFFFFF"/>
        </a:lt2>
        <a:accent1>
          <a:srgbClr val="CCCCFF"/>
        </a:accent1>
        <a:accent2>
          <a:srgbClr val="FF99FF"/>
        </a:accent2>
        <a:accent3>
          <a:srgbClr val="CACAFF"/>
        </a:accent3>
        <a:accent4>
          <a:srgbClr val="000000"/>
        </a:accent4>
        <a:accent5>
          <a:srgbClr val="E2E2FF"/>
        </a:accent5>
        <a:accent6>
          <a:srgbClr val="E78AE7"/>
        </a:accent6>
        <a:hlink>
          <a:srgbClr val="00CC66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Blue Diagonal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DDDDDD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A1A1A1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Blue Diagonal 4">
        <a:dk1>
          <a:srgbClr val="000000"/>
        </a:dk1>
        <a:lt1>
          <a:srgbClr val="FFFFFF"/>
        </a:lt1>
        <a:dk2>
          <a:srgbClr val="990066"/>
        </a:dk2>
        <a:lt2>
          <a:srgbClr val="FFFF00"/>
        </a:lt2>
        <a:accent1>
          <a:srgbClr val="996633"/>
        </a:accent1>
        <a:accent2>
          <a:srgbClr val="CC6600"/>
        </a:accent2>
        <a:accent3>
          <a:srgbClr val="CAAAB8"/>
        </a:accent3>
        <a:accent4>
          <a:srgbClr val="DADADA"/>
        </a:accent4>
        <a:accent5>
          <a:srgbClr val="CAB8AD"/>
        </a:accent5>
        <a:accent6>
          <a:srgbClr val="B95C00"/>
        </a:accent6>
        <a:hlink>
          <a:srgbClr val="999933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" id="{05B35852-82C8-4380-BE3E-72E8A36B344E}" vid="{E7008CAA-0110-4942-A27F-B887E31738AC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6701</TotalTime>
  <Words>1576</Words>
  <Application>Microsoft Office PowerPoint</Application>
  <PresentationFormat>On-screen Show (4:3)</PresentationFormat>
  <Paragraphs>268</Paragraphs>
  <Slides>30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</vt:lpstr>
      <vt:lpstr>ArialMT</vt:lpstr>
      <vt:lpstr>Times New Roman</vt:lpstr>
      <vt:lpstr>Wingdings</vt:lpstr>
      <vt:lpstr>Wingdings 2</vt:lpstr>
      <vt:lpstr>Wingdings 3</vt:lpstr>
      <vt:lpstr>2_Blue Diagonal</vt:lpstr>
      <vt:lpstr>3_Blue Diagonal</vt:lpstr>
      <vt:lpstr>Chapter 1  </vt:lpstr>
      <vt:lpstr>Lesson 1.1: The History and Evolution of Nursing</vt:lpstr>
      <vt:lpstr>The History of Nursing and  Nursing Education</vt:lpstr>
      <vt:lpstr>Care of the Sick During  Early Civilization</vt:lpstr>
      <vt:lpstr>Nursing Education in the  Nineteenth Century</vt:lpstr>
      <vt:lpstr>Florence Nightingale</vt:lpstr>
      <vt:lpstr>Major American Nursing Leaders</vt:lpstr>
      <vt:lpstr>Changes in Nursing During the Twentieth Century</vt:lpstr>
      <vt:lpstr>Significant Changes in Nursing During the Twenty-First Century</vt:lpstr>
      <vt:lpstr>Development of Practical and Vocational Nursing</vt:lpstr>
      <vt:lpstr>Organizational Influence</vt:lpstr>
      <vt:lpstr>Contemporary Practical and Vocational Nursing Education</vt:lpstr>
      <vt:lpstr>Factors that Influenced Practical and Vocational Nursing</vt:lpstr>
      <vt:lpstr>Licensure for Practical and Vocational Nursing</vt:lpstr>
      <vt:lpstr>Lesson 1.2: The Health Care System and Nursing</vt:lpstr>
      <vt:lpstr>Health Care Delivery Systems</vt:lpstr>
      <vt:lpstr>Wellness-Illness Continuum</vt:lpstr>
      <vt:lpstr>Maslow’s Model of Health  and Illness</vt:lpstr>
      <vt:lpstr>Health Promotion and  Illness Prevention</vt:lpstr>
      <vt:lpstr>Continuity of Care</vt:lpstr>
      <vt:lpstr>Delivery of Patient Care</vt:lpstr>
      <vt:lpstr>Participants in the Health  Care System</vt:lpstr>
      <vt:lpstr>Economic Factors Affecting Health and Illness</vt:lpstr>
      <vt:lpstr>Social and Environmental Factors that Affect Health and Illness</vt:lpstr>
      <vt:lpstr>Health Promotion</vt:lpstr>
      <vt:lpstr>Interdisciplinary Approach  to Health Care</vt:lpstr>
      <vt:lpstr>Nursing Care Models</vt:lpstr>
      <vt:lpstr>Contemporary Practical and Vocational Nursing Care</vt:lpstr>
      <vt:lpstr>Practical and Vocational  Nurse Defined</vt:lpstr>
      <vt:lpstr>Roles and Responsibilities</vt:lpstr>
    </vt:vector>
  </TitlesOfParts>
  <Company>REED Elsevier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 Body Systems</dc:title>
  <dc:creator>Linda Honeycutt</dc:creator>
  <cp:lastModifiedBy>Jyoti Tyagi (IL-IN)</cp:lastModifiedBy>
  <cp:revision>790</cp:revision>
  <cp:lastPrinted>2022-07-01T16:09:28Z</cp:lastPrinted>
  <dcterms:created xsi:type="dcterms:W3CDTF">2005-01-16T17:28:53Z</dcterms:created>
  <dcterms:modified xsi:type="dcterms:W3CDTF">2022-07-06T06:33:41Z</dcterms:modified>
</cp:coreProperties>
</file>