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734" r:id="rId1"/>
    <p:sldMasterId id="2147483735" r:id="rId2"/>
  </p:sldMasterIdLst>
  <p:notesMasterIdLst>
    <p:notesMasterId r:id="rId27"/>
  </p:notesMasterIdLst>
  <p:handoutMasterIdLst>
    <p:handoutMasterId r:id="rId28"/>
  </p:handoutMasterIdLst>
  <p:sldIdLst>
    <p:sldId id="454" r:id="rId3"/>
    <p:sldId id="372" r:id="rId4"/>
    <p:sldId id="455" r:id="rId5"/>
    <p:sldId id="456" r:id="rId6"/>
    <p:sldId id="457" r:id="rId7"/>
    <p:sldId id="458" r:id="rId8"/>
    <p:sldId id="459" r:id="rId9"/>
    <p:sldId id="460" r:id="rId10"/>
    <p:sldId id="461" r:id="rId11"/>
    <p:sldId id="462" r:id="rId12"/>
    <p:sldId id="463" r:id="rId13"/>
    <p:sldId id="464" r:id="rId14"/>
    <p:sldId id="465" r:id="rId15"/>
    <p:sldId id="466" r:id="rId16"/>
    <p:sldId id="467" r:id="rId17"/>
    <p:sldId id="468" r:id="rId18"/>
    <p:sldId id="469" r:id="rId19"/>
    <p:sldId id="471" r:id="rId20"/>
    <p:sldId id="472" r:id="rId21"/>
    <p:sldId id="473" r:id="rId22"/>
    <p:sldId id="474" r:id="rId23"/>
    <p:sldId id="476" r:id="rId24"/>
    <p:sldId id="475" r:id="rId25"/>
    <p:sldId id="470" r:id="rId26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orient="horz" pos="1002">
          <p15:clr>
            <a:srgbClr val="A4A3A4"/>
          </p15:clr>
        </p15:guide>
        <p15:guide id="3" pos="2880">
          <p15:clr>
            <a:srgbClr val="A4A3A4"/>
          </p15:clr>
        </p15:guide>
        <p15:guide id="4" pos="5246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Ellen Kunkelmann" initials="AU" lastIdx="7" clrIdx="0"/>
  <p:cmAuthor id="1" name="Reed Elsevier" initials="RE" lastIdx="1" clrIdx="1"/>
  <p:cmAuthor id="2" name="Lisa" initials="L" lastIdx="1" clrIdx="2">
    <p:extLst>
      <p:ext uri="{19B8F6BF-5375-455C-9EA6-DF929625EA0E}">
        <p15:presenceInfo xmlns:p15="http://schemas.microsoft.com/office/powerpoint/2012/main" userId="Lisa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218557-03C0-971E-5373-A0A3AE568EDA}" v="698" dt="2021-12-27T17:35:54.75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868" autoAdjust="0"/>
    <p:restoredTop sz="90175" autoAdjust="0"/>
  </p:normalViewPr>
  <p:slideViewPr>
    <p:cSldViewPr snapToGrid="0">
      <p:cViewPr varScale="1">
        <p:scale>
          <a:sx n="60" d="100"/>
          <a:sy n="60" d="100"/>
        </p:scale>
        <p:origin x="1220" y="48"/>
      </p:cViewPr>
      <p:guideLst>
        <p:guide orient="horz" pos="2160"/>
        <p:guide orient="horz" pos="1002"/>
        <p:guide pos="2880"/>
        <p:guide pos="524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6" d="100"/>
          <a:sy n="66" d="100"/>
        </p:scale>
        <p:origin x="2856" y="48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34" Type="http://schemas.microsoft.com/office/2016/11/relationships/changesInfo" Target="changesInfos/changesInfo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handoutMaster" Target="handoutMasters/handoutMaster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5" Type="http://schemas.microsoft.com/office/2015/10/relationships/revisionInfo" Target="revisionInfo.xml"/><Relationship Id="rId8" Type="http://schemas.openxmlformats.org/officeDocument/2006/relationships/slide" Target="slides/slide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ya Spindler" userId="S::daya.spindler@g.austincc.edu::d47267c9-b69c-4d84-8d8d-9eb6067b7650" providerId="AD" clId="Web-{B3218557-03C0-971E-5373-A0A3AE568EDA}"/>
    <pc:docChg chg="modSld sldOrd">
      <pc:chgData name="Daya Spindler" userId="S::daya.spindler@g.austincc.edu::d47267c9-b69c-4d84-8d8d-9eb6067b7650" providerId="AD" clId="Web-{B3218557-03C0-971E-5373-A0A3AE568EDA}" dt="2021-12-27T17:35:54.752" v="705"/>
      <pc:docMkLst>
        <pc:docMk/>
      </pc:docMkLst>
      <pc:sldChg chg="modSp">
        <pc:chgData name="Daya Spindler" userId="S::daya.spindler@g.austincc.edu::d47267c9-b69c-4d84-8d8d-9eb6067b7650" providerId="AD" clId="Web-{B3218557-03C0-971E-5373-A0A3AE568EDA}" dt="2021-12-27T17:35:09.077" v="683"/>
        <pc:sldMkLst>
          <pc:docMk/>
          <pc:sldMk cId="0" sldId="372"/>
        </pc:sldMkLst>
        <pc:spChg chg="mod ord">
          <ac:chgData name="Daya Spindler" userId="S::daya.spindler@g.austincc.edu::d47267c9-b69c-4d84-8d8d-9eb6067b7650" providerId="AD" clId="Web-{B3218557-03C0-971E-5373-A0A3AE568EDA}" dt="2021-12-27T17:35:09.077" v="683"/>
          <ac:spMkLst>
            <pc:docMk/>
            <pc:sldMk cId="0" sldId="372"/>
            <ac:spMk id="7" creationId="{02598B23-8599-4380-8CAC-73D86CAD3A51}"/>
          </ac:spMkLst>
        </pc:spChg>
      </pc:sldChg>
      <pc:sldChg chg="modSp">
        <pc:chgData name="Daya Spindler" userId="S::daya.spindler@g.austincc.edu::d47267c9-b69c-4d84-8d8d-9eb6067b7650" providerId="AD" clId="Web-{B3218557-03C0-971E-5373-A0A3AE568EDA}" dt="2021-12-27T16:30:30.231" v="0" actId="20577"/>
        <pc:sldMkLst>
          <pc:docMk/>
          <pc:sldMk cId="4149221392" sldId="454"/>
        </pc:sldMkLst>
        <pc:spChg chg="mod">
          <ac:chgData name="Daya Spindler" userId="S::daya.spindler@g.austincc.edu::d47267c9-b69c-4d84-8d8d-9eb6067b7650" providerId="AD" clId="Web-{B3218557-03C0-971E-5373-A0A3AE568EDA}" dt="2021-12-27T16:30:30.231" v="0" actId="20577"/>
          <ac:spMkLst>
            <pc:docMk/>
            <pc:sldMk cId="4149221392" sldId="454"/>
            <ac:spMk id="5" creationId="{768FB6F7-A481-41DF-934F-28DB4F80864F}"/>
          </ac:spMkLst>
        </pc:spChg>
      </pc:sldChg>
      <pc:sldChg chg="modSp">
        <pc:chgData name="Daya Spindler" userId="S::daya.spindler@g.austincc.edu::d47267c9-b69c-4d84-8d8d-9eb6067b7650" providerId="AD" clId="Web-{B3218557-03C0-971E-5373-A0A3AE568EDA}" dt="2021-12-27T17:35:14.125" v="684"/>
        <pc:sldMkLst>
          <pc:docMk/>
          <pc:sldMk cId="257316634" sldId="455"/>
        </pc:sldMkLst>
        <pc:spChg chg="mod ord">
          <ac:chgData name="Daya Spindler" userId="S::daya.spindler@g.austincc.edu::d47267c9-b69c-4d84-8d8d-9eb6067b7650" providerId="AD" clId="Web-{B3218557-03C0-971E-5373-A0A3AE568EDA}" dt="2021-12-27T17:35:14.125" v="684"/>
          <ac:spMkLst>
            <pc:docMk/>
            <pc:sldMk cId="257316634" sldId="455"/>
            <ac:spMk id="7" creationId="{02598B23-8599-4380-8CAC-73D86CAD3A51}"/>
          </ac:spMkLst>
        </pc:spChg>
      </pc:sldChg>
      <pc:sldChg chg="modSp">
        <pc:chgData name="Daya Spindler" userId="S::daya.spindler@g.austincc.edu::d47267c9-b69c-4d84-8d8d-9eb6067b7650" providerId="AD" clId="Web-{B3218557-03C0-971E-5373-A0A3AE568EDA}" dt="2021-12-27T17:35:16" v="685"/>
        <pc:sldMkLst>
          <pc:docMk/>
          <pc:sldMk cId="1814282640" sldId="456"/>
        </pc:sldMkLst>
        <pc:spChg chg="mod ord">
          <ac:chgData name="Daya Spindler" userId="S::daya.spindler@g.austincc.edu::d47267c9-b69c-4d84-8d8d-9eb6067b7650" providerId="AD" clId="Web-{B3218557-03C0-971E-5373-A0A3AE568EDA}" dt="2021-12-27T17:35:16" v="685"/>
          <ac:spMkLst>
            <pc:docMk/>
            <pc:sldMk cId="1814282640" sldId="456"/>
            <ac:spMk id="7" creationId="{02598B23-8599-4380-8CAC-73D86CAD3A51}"/>
          </ac:spMkLst>
        </pc:spChg>
      </pc:sldChg>
      <pc:sldChg chg="modSp modNotes">
        <pc:chgData name="Daya Spindler" userId="S::daya.spindler@g.austincc.edu::d47267c9-b69c-4d84-8d8d-9eb6067b7650" providerId="AD" clId="Web-{B3218557-03C0-971E-5373-A0A3AE568EDA}" dt="2021-12-27T17:35:19.031" v="686"/>
        <pc:sldMkLst>
          <pc:docMk/>
          <pc:sldMk cId="3553170271" sldId="457"/>
        </pc:sldMkLst>
        <pc:spChg chg="mod">
          <ac:chgData name="Daya Spindler" userId="S::daya.spindler@g.austincc.edu::d47267c9-b69c-4d84-8d8d-9eb6067b7650" providerId="AD" clId="Web-{B3218557-03C0-971E-5373-A0A3AE568EDA}" dt="2021-12-27T16:37:06.112" v="33" actId="20577"/>
          <ac:spMkLst>
            <pc:docMk/>
            <pc:sldMk cId="3553170271" sldId="457"/>
            <ac:spMk id="3" creationId="{52FB5B60-4843-4B8D-A19C-2152D3420F7E}"/>
          </ac:spMkLst>
        </pc:spChg>
        <pc:spChg chg="mod ord">
          <ac:chgData name="Daya Spindler" userId="S::daya.spindler@g.austincc.edu::d47267c9-b69c-4d84-8d8d-9eb6067b7650" providerId="AD" clId="Web-{B3218557-03C0-971E-5373-A0A3AE568EDA}" dt="2021-12-27T17:35:19.031" v="686"/>
          <ac:spMkLst>
            <pc:docMk/>
            <pc:sldMk cId="3553170271" sldId="457"/>
            <ac:spMk id="5" creationId="{77BEEDDB-6039-4D0F-851C-F276A6D44B3A}"/>
          </ac:spMkLst>
        </pc:spChg>
      </pc:sldChg>
      <pc:sldChg chg="modSp modNotes">
        <pc:chgData name="Daya Spindler" userId="S::daya.spindler@g.austincc.edu::d47267c9-b69c-4d84-8d8d-9eb6067b7650" providerId="AD" clId="Web-{B3218557-03C0-971E-5373-A0A3AE568EDA}" dt="2021-12-27T17:35:21.750" v="687"/>
        <pc:sldMkLst>
          <pc:docMk/>
          <pc:sldMk cId="1186086870" sldId="458"/>
        </pc:sldMkLst>
        <pc:spChg chg="mod ord">
          <ac:chgData name="Daya Spindler" userId="S::daya.spindler@g.austincc.edu::d47267c9-b69c-4d84-8d8d-9eb6067b7650" providerId="AD" clId="Web-{B3218557-03C0-971E-5373-A0A3AE568EDA}" dt="2021-12-27T17:35:21.750" v="687"/>
          <ac:spMkLst>
            <pc:docMk/>
            <pc:sldMk cId="1186086870" sldId="458"/>
            <ac:spMk id="5" creationId="{F64831DA-B699-4E41-9904-767CAC28E041}"/>
          </ac:spMkLst>
        </pc:spChg>
      </pc:sldChg>
      <pc:sldChg chg="modSp">
        <pc:chgData name="Daya Spindler" userId="S::daya.spindler@g.austincc.edu::d47267c9-b69c-4d84-8d8d-9eb6067b7650" providerId="AD" clId="Web-{B3218557-03C0-971E-5373-A0A3AE568EDA}" dt="2021-12-27T17:35:23.578" v="688"/>
        <pc:sldMkLst>
          <pc:docMk/>
          <pc:sldMk cId="1459299757" sldId="459"/>
        </pc:sldMkLst>
        <pc:spChg chg="mod ord">
          <ac:chgData name="Daya Spindler" userId="S::daya.spindler@g.austincc.edu::d47267c9-b69c-4d84-8d8d-9eb6067b7650" providerId="AD" clId="Web-{B3218557-03C0-971E-5373-A0A3AE568EDA}" dt="2021-12-27T17:35:23.578" v="688"/>
          <ac:spMkLst>
            <pc:docMk/>
            <pc:sldMk cId="1459299757" sldId="459"/>
            <ac:spMk id="5" creationId="{1DBEE7E7-3287-4B75-A9E3-759692FADE72}"/>
          </ac:spMkLst>
        </pc:spChg>
      </pc:sldChg>
      <pc:sldChg chg="modSp">
        <pc:chgData name="Daya Spindler" userId="S::daya.spindler@g.austincc.edu::d47267c9-b69c-4d84-8d8d-9eb6067b7650" providerId="AD" clId="Web-{B3218557-03C0-971E-5373-A0A3AE568EDA}" dt="2021-12-27T17:35:25.078" v="689"/>
        <pc:sldMkLst>
          <pc:docMk/>
          <pc:sldMk cId="3139312613" sldId="460"/>
        </pc:sldMkLst>
        <pc:spChg chg="mod">
          <ac:chgData name="Daya Spindler" userId="S::daya.spindler@g.austincc.edu::d47267c9-b69c-4d84-8d8d-9eb6067b7650" providerId="AD" clId="Web-{B3218557-03C0-971E-5373-A0A3AE568EDA}" dt="2021-12-27T16:41:30.112" v="43" actId="20577"/>
          <ac:spMkLst>
            <pc:docMk/>
            <pc:sldMk cId="3139312613" sldId="460"/>
            <ac:spMk id="4" creationId="{B20ADA70-D0D6-465A-8BF8-04B850F76377}"/>
          </ac:spMkLst>
        </pc:spChg>
        <pc:spChg chg="mod ord">
          <ac:chgData name="Daya Spindler" userId="S::daya.spindler@g.austincc.edu::d47267c9-b69c-4d84-8d8d-9eb6067b7650" providerId="AD" clId="Web-{B3218557-03C0-971E-5373-A0A3AE568EDA}" dt="2021-12-27T17:35:25.078" v="689"/>
          <ac:spMkLst>
            <pc:docMk/>
            <pc:sldMk cId="3139312613" sldId="460"/>
            <ac:spMk id="5" creationId="{8D98EA85-6D82-45F0-BB22-1CC7AF4CFF60}"/>
          </ac:spMkLst>
        </pc:spChg>
      </pc:sldChg>
      <pc:sldChg chg="modSp">
        <pc:chgData name="Daya Spindler" userId="S::daya.spindler@g.austincc.edu::d47267c9-b69c-4d84-8d8d-9eb6067b7650" providerId="AD" clId="Web-{B3218557-03C0-971E-5373-A0A3AE568EDA}" dt="2021-12-27T17:35:26.688" v="690"/>
        <pc:sldMkLst>
          <pc:docMk/>
          <pc:sldMk cId="865367173" sldId="461"/>
        </pc:sldMkLst>
        <pc:spChg chg="mod ord">
          <ac:chgData name="Daya Spindler" userId="S::daya.spindler@g.austincc.edu::d47267c9-b69c-4d84-8d8d-9eb6067b7650" providerId="AD" clId="Web-{B3218557-03C0-971E-5373-A0A3AE568EDA}" dt="2021-12-27T17:35:26.688" v="690"/>
          <ac:spMkLst>
            <pc:docMk/>
            <pc:sldMk cId="865367173" sldId="461"/>
            <ac:spMk id="5" creationId="{BB653E38-22F8-4F38-B12E-C86326BB40BC}"/>
          </ac:spMkLst>
        </pc:spChg>
      </pc:sldChg>
      <pc:sldChg chg="modSp">
        <pc:chgData name="Daya Spindler" userId="S::daya.spindler@g.austincc.edu::d47267c9-b69c-4d84-8d8d-9eb6067b7650" providerId="AD" clId="Web-{B3218557-03C0-971E-5373-A0A3AE568EDA}" dt="2021-12-27T17:35:28.328" v="691"/>
        <pc:sldMkLst>
          <pc:docMk/>
          <pc:sldMk cId="1622692203" sldId="462"/>
        </pc:sldMkLst>
        <pc:spChg chg="mod">
          <ac:chgData name="Daya Spindler" userId="S::daya.spindler@g.austincc.edu::d47267c9-b69c-4d84-8d8d-9eb6067b7650" providerId="AD" clId="Web-{B3218557-03C0-971E-5373-A0A3AE568EDA}" dt="2021-12-27T16:42:44.881" v="48" actId="20577"/>
          <ac:spMkLst>
            <pc:docMk/>
            <pc:sldMk cId="1622692203" sldId="462"/>
            <ac:spMk id="2" creationId="{F608D892-7D13-4965-B610-CC6E755F1FCB}"/>
          </ac:spMkLst>
        </pc:spChg>
        <pc:spChg chg="mod">
          <ac:chgData name="Daya Spindler" userId="S::daya.spindler@g.austincc.edu::d47267c9-b69c-4d84-8d8d-9eb6067b7650" providerId="AD" clId="Web-{B3218557-03C0-971E-5373-A0A3AE568EDA}" dt="2021-12-27T16:43:12.883" v="55" actId="20577"/>
          <ac:spMkLst>
            <pc:docMk/>
            <pc:sldMk cId="1622692203" sldId="462"/>
            <ac:spMk id="3" creationId="{3863AD8B-96FF-4127-A95A-A7332E5B027F}"/>
          </ac:spMkLst>
        </pc:spChg>
        <pc:spChg chg="mod ord">
          <ac:chgData name="Daya Spindler" userId="S::daya.spindler@g.austincc.edu::d47267c9-b69c-4d84-8d8d-9eb6067b7650" providerId="AD" clId="Web-{B3218557-03C0-971E-5373-A0A3AE568EDA}" dt="2021-12-27T17:35:28.328" v="691"/>
          <ac:spMkLst>
            <pc:docMk/>
            <pc:sldMk cId="1622692203" sldId="462"/>
            <ac:spMk id="5" creationId="{DF114541-2565-41FC-A0F4-BB4212128983}"/>
          </ac:spMkLst>
        </pc:spChg>
      </pc:sldChg>
      <pc:sldChg chg="modSp">
        <pc:chgData name="Daya Spindler" userId="S::daya.spindler@g.austincc.edu::d47267c9-b69c-4d84-8d8d-9eb6067b7650" providerId="AD" clId="Web-{B3218557-03C0-971E-5373-A0A3AE568EDA}" dt="2021-12-27T17:35:29.969" v="692"/>
        <pc:sldMkLst>
          <pc:docMk/>
          <pc:sldMk cId="2053591505" sldId="463"/>
        </pc:sldMkLst>
        <pc:spChg chg="mod ord">
          <ac:chgData name="Daya Spindler" userId="S::daya.spindler@g.austincc.edu::d47267c9-b69c-4d84-8d8d-9eb6067b7650" providerId="AD" clId="Web-{B3218557-03C0-971E-5373-A0A3AE568EDA}" dt="2021-12-27T17:35:29.969" v="692"/>
          <ac:spMkLst>
            <pc:docMk/>
            <pc:sldMk cId="2053591505" sldId="463"/>
            <ac:spMk id="5" creationId="{4941A1E3-16D2-4992-9ACA-A3CB1D93B43E}"/>
          </ac:spMkLst>
        </pc:spChg>
      </pc:sldChg>
      <pc:sldChg chg="modSp">
        <pc:chgData name="Daya Spindler" userId="S::daya.spindler@g.austincc.edu::d47267c9-b69c-4d84-8d8d-9eb6067b7650" providerId="AD" clId="Web-{B3218557-03C0-971E-5373-A0A3AE568EDA}" dt="2021-12-27T17:35:31.579" v="693"/>
        <pc:sldMkLst>
          <pc:docMk/>
          <pc:sldMk cId="846842901" sldId="464"/>
        </pc:sldMkLst>
        <pc:spChg chg="mod">
          <ac:chgData name="Daya Spindler" userId="S::daya.spindler@g.austincc.edu::d47267c9-b69c-4d84-8d8d-9eb6067b7650" providerId="AD" clId="Web-{B3218557-03C0-971E-5373-A0A3AE568EDA}" dt="2021-12-27T16:54:01.327" v="119" actId="20577"/>
          <ac:spMkLst>
            <pc:docMk/>
            <pc:sldMk cId="846842901" sldId="464"/>
            <ac:spMk id="3" creationId="{4BCA1191-5D45-4A41-82F1-CD01C91C2F2F}"/>
          </ac:spMkLst>
        </pc:spChg>
        <pc:spChg chg="mod ord">
          <ac:chgData name="Daya Spindler" userId="S::daya.spindler@g.austincc.edu::d47267c9-b69c-4d84-8d8d-9eb6067b7650" providerId="AD" clId="Web-{B3218557-03C0-971E-5373-A0A3AE568EDA}" dt="2021-12-27T17:35:31.579" v="693"/>
          <ac:spMkLst>
            <pc:docMk/>
            <pc:sldMk cId="846842901" sldId="464"/>
            <ac:spMk id="5" creationId="{EFB1FB50-339E-42AE-8363-009299707D24}"/>
          </ac:spMkLst>
        </pc:spChg>
      </pc:sldChg>
      <pc:sldChg chg="modSp">
        <pc:chgData name="Daya Spindler" userId="S::daya.spindler@g.austincc.edu::d47267c9-b69c-4d84-8d8d-9eb6067b7650" providerId="AD" clId="Web-{B3218557-03C0-971E-5373-A0A3AE568EDA}" dt="2021-12-27T17:35:33.173" v="694"/>
        <pc:sldMkLst>
          <pc:docMk/>
          <pc:sldMk cId="3444377444" sldId="465"/>
        </pc:sldMkLst>
        <pc:spChg chg="mod ord">
          <ac:chgData name="Daya Spindler" userId="S::daya.spindler@g.austincc.edu::d47267c9-b69c-4d84-8d8d-9eb6067b7650" providerId="AD" clId="Web-{B3218557-03C0-971E-5373-A0A3AE568EDA}" dt="2021-12-27T17:35:33.173" v="694"/>
          <ac:spMkLst>
            <pc:docMk/>
            <pc:sldMk cId="3444377444" sldId="465"/>
            <ac:spMk id="5" creationId="{935B4531-22A6-4AAF-8708-BDA3949C8F88}"/>
          </ac:spMkLst>
        </pc:spChg>
      </pc:sldChg>
      <pc:sldChg chg="modSp">
        <pc:chgData name="Daya Spindler" userId="S::daya.spindler@g.austincc.edu::d47267c9-b69c-4d84-8d8d-9eb6067b7650" providerId="AD" clId="Web-{B3218557-03C0-971E-5373-A0A3AE568EDA}" dt="2021-12-27T17:35:34.626" v="695"/>
        <pc:sldMkLst>
          <pc:docMk/>
          <pc:sldMk cId="2434141586" sldId="466"/>
        </pc:sldMkLst>
        <pc:spChg chg="mod ord">
          <ac:chgData name="Daya Spindler" userId="S::daya.spindler@g.austincc.edu::d47267c9-b69c-4d84-8d8d-9eb6067b7650" providerId="AD" clId="Web-{B3218557-03C0-971E-5373-A0A3AE568EDA}" dt="2021-12-27T17:35:34.626" v="695"/>
          <ac:spMkLst>
            <pc:docMk/>
            <pc:sldMk cId="2434141586" sldId="466"/>
            <ac:spMk id="5" creationId="{7876A04F-D953-4F5A-9B38-B038C4F1DB36}"/>
          </ac:spMkLst>
        </pc:spChg>
      </pc:sldChg>
      <pc:sldChg chg="modSp modNotes">
        <pc:chgData name="Daya Spindler" userId="S::daya.spindler@g.austincc.edu::d47267c9-b69c-4d84-8d8d-9eb6067b7650" providerId="AD" clId="Web-{B3218557-03C0-971E-5373-A0A3AE568EDA}" dt="2021-12-27T17:35:36.188" v="696"/>
        <pc:sldMkLst>
          <pc:docMk/>
          <pc:sldMk cId="2911767712" sldId="467"/>
        </pc:sldMkLst>
        <pc:spChg chg="mod">
          <ac:chgData name="Daya Spindler" userId="S::daya.spindler@g.austincc.edu::d47267c9-b69c-4d84-8d8d-9eb6067b7650" providerId="AD" clId="Web-{B3218557-03C0-971E-5373-A0A3AE568EDA}" dt="2021-12-27T17:01:10.758" v="189" actId="20577"/>
          <ac:spMkLst>
            <pc:docMk/>
            <pc:sldMk cId="2911767712" sldId="467"/>
            <ac:spMk id="3" creationId="{001BB271-1254-456C-91AF-EEBA568E4B59}"/>
          </ac:spMkLst>
        </pc:spChg>
        <pc:spChg chg="mod ord">
          <ac:chgData name="Daya Spindler" userId="S::daya.spindler@g.austincc.edu::d47267c9-b69c-4d84-8d8d-9eb6067b7650" providerId="AD" clId="Web-{B3218557-03C0-971E-5373-A0A3AE568EDA}" dt="2021-12-27T17:35:36.188" v="696"/>
          <ac:spMkLst>
            <pc:docMk/>
            <pc:sldMk cId="2911767712" sldId="467"/>
            <ac:spMk id="5" creationId="{B2751C30-5D11-44DE-A663-33FE31BA172E}"/>
          </ac:spMkLst>
        </pc:spChg>
      </pc:sldChg>
      <pc:sldChg chg="modSp">
        <pc:chgData name="Daya Spindler" userId="S::daya.spindler@g.austincc.edu::d47267c9-b69c-4d84-8d8d-9eb6067b7650" providerId="AD" clId="Web-{B3218557-03C0-971E-5373-A0A3AE568EDA}" dt="2021-12-27T17:35:37.657" v="697"/>
        <pc:sldMkLst>
          <pc:docMk/>
          <pc:sldMk cId="735586620" sldId="468"/>
        </pc:sldMkLst>
        <pc:spChg chg="mod ord">
          <ac:chgData name="Daya Spindler" userId="S::daya.spindler@g.austincc.edu::d47267c9-b69c-4d84-8d8d-9eb6067b7650" providerId="AD" clId="Web-{B3218557-03C0-971E-5373-A0A3AE568EDA}" dt="2021-12-27T17:35:37.657" v="697"/>
          <ac:spMkLst>
            <pc:docMk/>
            <pc:sldMk cId="735586620" sldId="468"/>
            <ac:spMk id="5" creationId="{068EAF70-6598-43DF-BF3F-D2B6F10E0D58}"/>
          </ac:spMkLst>
        </pc:spChg>
      </pc:sldChg>
      <pc:sldChg chg="modSp ord">
        <pc:chgData name="Daya Spindler" userId="S::daya.spindler@g.austincc.edu::d47267c9-b69c-4d84-8d8d-9eb6067b7650" providerId="AD" clId="Web-{B3218557-03C0-971E-5373-A0A3AE568EDA}" dt="2021-12-27T17:35:39.579" v="698"/>
        <pc:sldMkLst>
          <pc:docMk/>
          <pc:sldMk cId="2782824863" sldId="469"/>
        </pc:sldMkLst>
        <pc:spChg chg="mod ord">
          <ac:chgData name="Daya Spindler" userId="S::daya.spindler@g.austincc.edu::d47267c9-b69c-4d84-8d8d-9eb6067b7650" providerId="AD" clId="Web-{B3218557-03C0-971E-5373-A0A3AE568EDA}" dt="2021-12-27T17:35:39.579" v="698"/>
          <ac:spMkLst>
            <pc:docMk/>
            <pc:sldMk cId="2782824863" sldId="469"/>
            <ac:spMk id="5" creationId="{EEB16E33-A29B-4600-AA5F-1371EBB75365}"/>
          </ac:spMkLst>
        </pc:spChg>
      </pc:sldChg>
      <pc:sldChg chg="modSp">
        <pc:chgData name="Daya Spindler" userId="S::daya.spindler@g.austincc.edu::d47267c9-b69c-4d84-8d8d-9eb6067b7650" providerId="AD" clId="Web-{B3218557-03C0-971E-5373-A0A3AE568EDA}" dt="2021-12-27T17:35:54.752" v="705"/>
        <pc:sldMkLst>
          <pc:docMk/>
          <pc:sldMk cId="3227908442" sldId="470"/>
        </pc:sldMkLst>
        <pc:spChg chg="mod ord">
          <ac:chgData name="Daya Spindler" userId="S::daya.spindler@g.austincc.edu::d47267c9-b69c-4d84-8d8d-9eb6067b7650" providerId="AD" clId="Web-{B3218557-03C0-971E-5373-A0A3AE568EDA}" dt="2021-12-27T17:35:54.752" v="705"/>
          <ac:spMkLst>
            <pc:docMk/>
            <pc:sldMk cId="3227908442" sldId="470"/>
            <ac:spMk id="5" creationId="{C9A0C432-9451-4E14-873A-459773297397}"/>
          </ac:spMkLst>
        </pc:spChg>
      </pc:sldChg>
      <pc:sldChg chg="modSp ord modNotes">
        <pc:chgData name="Daya Spindler" userId="S::daya.spindler@g.austincc.edu::d47267c9-b69c-4d84-8d8d-9eb6067b7650" providerId="AD" clId="Web-{B3218557-03C0-971E-5373-A0A3AE568EDA}" dt="2021-12-27T17:35:41.251" v="699"/>
        <pc:sldMkLst>
          <pc:docMk/>
          <pc:sldMk cId="2480163297" sldId="471"/>
        </pc:sldMkLst>
        <pc:spChg chg="mod">
          <ac:chgData name="Daya Spindler" userId="S::daya.spindler@g.austincc.edu::d47267c9-b69c-4d84-8d8d-9eb6067b7650" providerId="AD" clId="Web-{B3218557-03C0-971E-5373-A0A3AE568EDA}" dt="2021-12-27T17:12:17.013" v="469" actId="20577"/>
          <ac:spMkLst>
            <pc:docMk/>
            <pc:sldMk cId="2480163297" sldId="471"/>
            <ac:spMk id="3" creationId="{4DB5C468-B21F-466D-BF76-4E134103E8C5}"/>
          </ac:spMkLst>
        </pc:spChg>
        <pc:spChg chg="mod ord">
          <ac:chgData name="Daya Spindler" userId="S::daya.spindler@g.austincc.edu::d47267c9-b69c-4d84-8d8d-9eb6067b7650" providerId="AD" clId="Web-{B3218557-03C0-971E-5373-A0A3AE568EDA}" dt="2021-12-27T17:35:41.251" v="699"/>
          <ac:spMkLst>
            <pc:docMk/>
            <pc:sldMk cId="2480163297" sldId="471"/>
            <ac:spMk id="5" creationId="{4D81A83F-0BBE-4432-977A-D0A60AB65207}"/>
          </ac:spMkLst>
        </pc:spChg>
      </pc:sldChg>
      <pc:sldChg chg="modSp">
        <pc:chgData name="Daya Spindler" userId="S::daya.spindler@g.austincc.edu::d47267c9-b69c-4d84-8d8d-9eb6067b7650" providerId="AD" clId="Web-{B3218557-03C0-971E-5373-A0A3AE568EDA}" dt="2021-12-27T17:35:43.236" v="700"/>
        <pc:sldMkLst>
          <pc:docMk/>
          <pc:sldMk cId="1364031589" sldId="472"/>
        </pc:sldMkLst>
        <pc:spChg chg="mod ord">
          <ac:chgData name="Daya Spindler" userId="S::daya.spindler@g.austincc.edu::d47267c9-b69c-4d84-8d8d-9eb6067b7650" providerId="AD" clId="Web-{B3218557-03C0-971E-5373-A0A3AE568EDA}" dt="2021-12-27T17:35:43.236" v="700"/>
          <ac:spMkLst>
            <pc:docMk/>
            <pc:sldMk cId="1364031589" sldId="472"/>
            <ac:spMk id="5" creationId="{F02852B1-9902-48E9-8646-D6EEF4F718EE}"/>
          </ac:spMkLst>
        </pc:spChg>
      </pc:sldChg>
      <pc:sldChg chg="modSp">
        <pc:chgData name="Daya Spindler" userId="S::daya.spindler@g.austincc.edu::d47267c9-b69c-4d84-8d8d-9eb6067b7650" providerId="AD" clId="Web-{B3218557-03C0-971E-5373-A0A3AE568EDA}" dt="2021-12-27T17:35:47.611" v="701"/>
        <pc:sldMkLst>
          <pc:docMk/>
          <pc:sldMk cId="269858541" sldId="473"/>
        </pc:sldMkLst>
        <pc:spChg chg="mod ord">
          <ac:chgData name="Daya Spindler" userId="S::daya.spindler@g.austincc.edu::d47267c9-b69c-4d84-8d8d-9eb6067b7650" providerId="AD" clId="Web-{B3218557-03C0-971E-5373-A0A3AE568EDA}" dt="2021-12-27T17:35:47.611" v="701"/>
          <ac:spMkLst>
            <pc:docMk/>
            <pc:sldMk cId="269858541" sldId="473"/>
            <ac:spMk id="5" creationId="{0E7ECF35-F453-435F-94BF-7D156F1801BE}"/>
          </ac:spMkLst>
        </pc:spChg>
      </pc:sldChg>
      <pc:sldChg chg="modSp">
        <pc:chgData name="Daya Spindler" userId="S::daya.spindler@g.austincc.edu::d47267c9-b69c-4d84-8d8d-9eb6067b7650" providerId="AD" clId="Web-{B3218557-03C0-971E-5373-A0A3AE568EDA}" dt="2021-12-27T17:35:49.220" v="702"/>
        <pc:sldMkLst>
          <pc:docMk/>
          <pc:sldMk cId="2081206195" sldId="474"/>
        </pc:sldMkLst>
        <pc:spChg chg="mod">
          <ac:chgData name="Daya Spindler" userId="S::daya.spindler@g.austincc.edu::d47267c9-b69c-4d84-8d8d-9eb6067b7650" providerId="AD" clId="Web-{B3218557-03C0-971E-5373-A0A3AE568EDA}" dt="2021-12-27T17:21:11.653" v="603" actId="20577"/>
          <ac:spMkLst>
            <pc:docMk/>
            <pc:sldMk cId="2081206195" sldId="474"/>
            <ac:spMk id="3" creationId="{5A0414C5-49B2-47F8-A33B-655EC80B912E}"/>
          </ac:spMkLst>
        </pc:spChg>
        <pc:spChg chg="mod ord">
          <ac:chgData name="Daya Spindler" userId="S::daya.spindler@g.austincc.edu::d47267c9-b69c-4d84-8d8d-9eb6067b7650" providerId="AD" clId="Web-{B3218557-03C0-971E-5373-A0A3AE568EDA}" dt="2021-12-27T17:35:49.220" v="702"/>
          <ac:spMkLst>
            <pc:docMk/>
            <pc:sldMk cId="2081206195" sldId="474"/>
            <ac:spMk id="5" creationId="{0FBFE915-5004-438B-BB22-BED41D639FA4}"/>
          </ac:spMkLst>
        </pc:spChg>
      </pc:sldChg>
      <pc:sldChg chg="modSp">
        <pc:chgData name="Daya Spindler" userId="S::daya.spindler@g.austincc.edu::d47267c9-b69c-4d84-8d8d-9eb6067b7650" providerId="AD" clId="Web-{B3218557-03C0-971E-5373-A0A3AE568EDA}" dt="2021-12-27T17:35:53.127" v="704"/>
        <pc:sldMkLst>
          <pc:docMk/>
          <pc:sldMk cId="1207710549" sldId="475"/>
        </pc:sldMkLst>
        <pc:spChg chg="mod">
          <ac:chgData name="Daya Spindler" userId="S::daya.spindler@g.austincc.edu::d47267c9-b69c-4d84-8d8d-9eb6067b7650" providerId="AD" clId="Web-{B3218557-03C0-971E-5373-A0A3AE568EDA}" dt="2021-12-27T17:25:55.232" v="680" actId="20577"/>
          <ac:spMkLst>
            <pc:docMk/>
            <pc:sldMk cId="1207710549" sldId="475"/>
            <ac:spMk id="3" creationId="{F440594A-4501-4289-B424-F591FA7BC7D8}"/>
          </ac:spMkLst>
        </pc:spChg>
        <pc:spChg chg="mod ord">
          <ac:chgData name="Daya Spindler" userId="S::daya.spindler@g.austincc.edu::d47267c9-b69c-4d84-8d8d-9eb6067b7650" providerId="AD" clId="Web-{B3218557-03C0-971E-5373-A0A3AE568EDA}" dt="2021-12-27T17:35:53.127" v="704"/>
          <ac:spMkLst>
            <pc:docMk/>
            <pc:sldMk cId="1207710549" sldId="475"/>
            <ac:spMk id="5" creationId="{6E9EA24B-3893-4651-849A-F6806A5038E8}"/>
          </ac:spMkLst>
        </pc:spChg>
      </pc:sldChg>
      <pc:sldChg chg="modSp">
        <pc:chgData name="Daya Spindler" userId="S::daya.spindler@g.austincc.edu::d47267c9-b69c-4d84-8d8d-9eb6067b7650" providerId="AD" clId="Web-{B3218557-03C0-971E-5373-A0A3AE568EDA}" dt="2021-12-27T17:35:51.377" v="703"/>
        <pc:sldMkLst>
          <pc:docMk/>
          <pc:sldMk cId="1561097050" sldId="476"/>
        </pc:sldMkLst>
        <pc:spChg chg="mod">
          <ac:chgData name="Daya Spindler" userId="S::daya.spindler@g.austincc.edu::d47267c9-b69c-4d84-8d8d-9eb6067b7650" providerId="AD" clId="Web-{B3218557-03C0-971E-5373-A0A3AE568EDA}" dt="2021-12-27T17:24:55.994" v="671" actId="20577"/>
          <ac:spMkLst>
            <pc:docMk/>
            <pc:sldMk cId="1561097050" sldId="476"/>
            <ac:spMk id="3" creationId="{5A0414C5-49B2-47F8-A33B-655EC80B912E}"/>
          </ac:spMkLst>
        </pc:spChg>
        <pc:spChg chg="mod ord">
          <ac:chgData name="Daya Spindler" userId="S::daya.spindler@g.austincc.edu::d47267c9-b69c-4d84-8d8d-9eb6067b7650" providerId="AD" clId="Web-{B3218557-03C0-971E-5373-A0A3AE568EDA}" dt="2021-12-27T17:35:51.377" v="703"/>
          <ac:spMkLst>
            <pc:docMk/>
            <pc:sldMk cId="1561097050" sldId="476"/>
            <ac:spMk id="5" creationId="{0FBFE915-5004-438B-BB22-BED41D639FA4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97E9286-5746-5A97-0F99-22BD37DAF17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2169622" y="0"/>
            <a:ext cx="4686791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en-US" dirty="0"/>
              <a:t>COOPER: Foundations and Adult Health Nursing, 9th Edition</a:t>
            </a:r>
          </a:p>
          <a:p>
            <a:r>
              <a:rPr lang="en-US" dirty="0"/>
              <a:t>Chapter 5 Student Handout 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6B2D465-9514-0B48-5B88-D00458945D3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18E5551-73D3-9DCC-34D0-803DF1FD5A8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030F08-C6F3-400F-B3F8-6697A16776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758832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457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Arial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94457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Arial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5222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94458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94458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Arial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94458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Arial" pitchFamily="34" charset="0"/>
                <a:ea typeface="ＭＳ Ｐゴシック" pitchFamily="34" charset="-128"/>
                <a:cs typeface="+mn-cs"/>
              </a:defRPr>
            </a:lvl1pPr>
          </a:lstStyle>
          <a:p>
            <a:pPr>
              <a:defRPr/>
            </a:pPr>
            <a:fld id="{5BF81156-E6AF-44C8-BBE8-65F3689151C1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19573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171450" indent="-171450" algn="l" rtl="0" eaLnBrk="0" fontAlgn="base" hangingPunct="0">
      <a:spcBef>
        <a:spcPct val="30000"/>
      </a:spcBef>
      <a:spcAft>
        <a:spcPct val="0"/>
      </a:spcAft>
      <a:buFont typeface="Arial" pitchFamily="34" charset="0"/>
      <a:buChar char="•"/>
      <a:defRPr sz="12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1pPr>
    <a:lvl2pPr marL="628650" indent="-171450" algn="l" rtl="0" eaLnBrk="0" fontAlgn="base" hangingPunct="0">
      <a:spcBef>
        <a:spcPct val="30000"/>
      </a:spcBef>
      <a:spcAft>
        <a:spcPct val="0"/>
      </a:spcAft>
      <a:buFont typeface="Arial" pitchFamily="34" charset="0"/>
      <a:buChar char="•"/>
      <a:defRPr sz="1200" kern="1200">
        <a:solidFill>
          <a:schemeClr val="tx1"/>
        </a:solidFill>
        <a:latin typeface="Arial" charset="0"/>
        <a:ea typeface="ＭＳ Ｐゴシック" charset="0"/>
        <a:cs typeface="+mn-cs"/>
      </a:defRPr>
    </a:lvl2pPr>
    <a:lvl3pPr marL="1085850" indent="-171450" algn="l" rtl="0" eaLnBrk="0" fontAlgn="base" hangingPunct="0">
      <a:spcBef>
        <a:spcPct val="30000"/>
      </a:spcBef>
      <a:spcAft>
        <a:spcPct val="0"/>
      </a:spcAft>
      <a:buFont typeface="Arial" pitchFamily="34" charset="0"/>
      <a:buChar char="•"/>
      <a:defRPr sz="1200" kern="1200">
        <a:solidFill>
          <a:schemeClr val="tx1"/>
        </a:solidFill>
        <a:latin typeface="Arial" charset="0"/>
        <a:ea typeface="ＭＳ Ｐゴシック" charset="0"/>
        <a:cs typeface="+mn-cs"/>
      </a:defRPr>
    </a:lvl3pPr>
    <a:lvl4pPr marL="1543050" indent="-171450" algn="l" rtl="0" eaLnBrk="0" fontAlgn="base" hangingPunct="0">
      <a:spcBef>
        <a:spcPct val="30000"/>
      </a:spcBef>
      <a:spcAft>
        <a:spcPct val="0"/>
      </a:spcAft>
      <a:buFont typeface="Arial" pitchFamily="34" charset="0"/>
      <a:buChar char="•"/>
      <a:defRPr sz="1200" kern="1200">
        <a:solidFill>
          <a:schemeClr val="tx1"/>
        </a:solidFill>
        <a:latin typeface="Arial" charset="0"/>
        <a:ea typeface="ＭＳ Ｐゴシック" charset="0"/>
        <a:cs typeface="+mn-cs"/>
      </a:defRPr>
    </a:lvl4pPr>
    <a:lvl5pPr marL="2000250" indent="-171450" algn="l" rtl="0" eaLnBrk="0" fontAlgn="base" hangingPunct="0">
      <a:spcBef>
        <a:spcPct val="30000"/>
      </a:spcBef>
      <a:spcAft>
        <a:spcPct val="0"/>
      </a:spcAft>
      <a:buFont typeface="Arial" pitchFamily="34" charset="0"/>
      <a:buChar char="•"/>
      <a:defRPr sz="1200" kern="1200">
        <a:solidFill>
          <a:schemeClr val="tx1"/>
        </a:solidFill>
        <a:latin typeface="Arial" charset="0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Rectangle 7"/>
          <p:cNvSpPr>
            <a:spLocks noGrp="1" noChangeArrowheads="1"/>
          </p:cNvSpPr>
          <p:nvPr>
            <p:ph type="sldNum" sz="quarter" idx="5"/>
          </p:nvPr>
        </p:nvSpPr>
        <p:spPr>
          <a:ln>
            <a:miter lim="800000"/>
            <a:headEnd/>
            <a:tailEnd/>
          </a:ln>
        </p:spPr>
        <p:txBody>
          <a:bodyPr/>
          <a:lstStyle/>
          <a:p>
            <a:pPr>
              <a:defRPr/>
            </a:pPr>
            <a:fld id="{1EC53791-3B67-456B-BE62-314E38E80534}" type="slidenum">
              <a:rPr lang="en-US" smtClean="0">
                <a:latin typeface="Arial" charset="0"/>
                <a:ea typeface="ＭＳ Ｐゴシック" charset="-128"/>
              </a:rPr>
              <a:pPr>
                <a:defRPr/>
              </a:pPr>
              <a:t>2</a:t>
            </a:fld>
            <a:endParaRPr lang="en-US" dirty="0">
              <a:latin typeface="Arial" charset="0"/>
              <a:ea typeface="ＭＳ Ｐゴシック" charset="-128"/>
            </a:endParaRPr>
          </a:p>
        </p:txBody>
      </p:sp>
      <p:sp>
        <p:nvSpPr>
          <p:cNvPr id="634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63492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pPr marL="228600" indent="-228600">
              <a:buFont typeface="+mj-lt"/>
              <a:buNone/>
            </a:pPr>
            <a:endParaRPr lang="en-US" dirty="0">
              <a:ea typeface="ＭＳ Ｐゴシック" pitchFamily="34" charset="-128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Rectangle 7"/>
          <p:cNvSpPr>
            <a:spLocks noGrp="1" noChangeArrowheads="1"/>
          </p:cNvSpPr>
          <p:nvPr>
            <p:ph type="sldNum" sz="quarter" idx="5"/>
          </p:nvPr>
        </p:nvSpPr>
        <p:spPr>
          <a:ln>
            <a:miter lim="800000"/>
            <a:headEnd/>
            <a:tailEnd/>
          </a:ln>
        </p:spPr>
        <p:txBody>
          <a:bodyPr/>
          <a:lstStyle/>
          <a:p>
            <a:pPr>
              <a:defRPr/>
            </a:pPr>
            <a:fld id="{1EC53791-3B67-456B-BE62-314E38E80534}" type="slidenum">
              <a:rPr lang="en-US" smtClean="0">
                <a:latin typeface="Arial" charset="0"/>
                <a:ea typeface="ＭＳ Ｐゴシック" charset="-128"/>
              </a:rPr>
              <a:pPr>
                <a:defRPr/>
              </a:pPr>
              <a:t>3</a:t>
            </a:fld>
            <a:endParaRPr lang="en-US" dirty="0">
              <a:latin typeface="Arial" charset="0"/>
              <a:ea typeface="ＭＳ Ｐゴシック" charset="-128"/>
            </a:endParaRPr>
          </a:p>
        </p:txBody>
      </p:sp>
      <p:sp>
        <p:nvSpPr>
          <p:cNvPr id="634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63492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pPr marL="228600" indent="-228600">
              <a:buFont typeface="+mj-lt"/>
              <a:buNone/>
            </a:pPr>
            <a:endParaRPr lang="en-US" dirty="0">
              <a:ea typeface="ＭＳ Ｐゴシック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95349847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Rectangle 7"/>
          <p:cNvSpPr>
            <a:spLocks noGrp="1" noChangeArrowheads="1"/>
          </p:cNvSpPr>
          <p:nvPr>
            <p:ph type="sldNum" sz="quarter" idx="5"/>
          </p:nvPr>
        </p:nvSpPr>
        <p:spPr>
          <a:ln>
            <a:miter lim="800000"/>
            <a:headEnd/>
            <a:tailEnd/>
          </a:ln>
        </p:spPr>
        <p:txBody>
          <a:bodyPr/>
          <a:lstStyle/>
          <a:p>
            <a:pPr>
              <a:defRPr/>
            </a:pPr>
            <a:fld id="{1EC53791-3B67-456B-BE62-314E38E80534}" type="slidenum">
              <a:rPr lang="en-US" smtClean="0">
                <a:latin typeface="Arial" charset="0"/>
                <a:ea typeface="ＭＳ Ｐゴシック" charset="-128"/>
              </a:rPr>
              <a:pPr>
                <a:defRPr/>
              </a:pPr>
              <a:t>4</a:t>
            </a:fld>
            <a:endParaRPr lang="en-US" dirty="0">
              <a:latin typeface="Arial" charset="0"/>
              <a:ea typeface="ＭＳ Ｐゴシック" charset="-128"/>
            </a:endParaRPr>
          </a:p>
        </p:txBody>
      </p:sp>
      <p:sp>
        <p:nvSpPr>
          <p:cNvPr id="634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63492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pPr marL="228600" indent="-228600">
              <a:buFont typeface="+mj-lt"/>
              <a:buNone/>
            </a:pPr>
            <a:endParaRPr lang="en-US" dirty="0">
              <a:ea typeface="ＭＳ Ｐゴシック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08456005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BF81156-E6AF-44C8-BBE8-65F3689151C1}" type="slidenum">
              <a:rPr lang="en-US" smtClean="0"/>
              <a:pPr>
                <a:defRPr/>
              </a:pPr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38291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BF81156-E6AF-44C8-BBE8-65F3689151C1}" type="slidenum">
              <a:rPr lang="en-US" smtClean="0"/>
              <a:pPr>
                <a:defRPr/>
              </a:pPr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618614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 dirty="0">
                <a:latin typeface="Arial" panose="020B0604020202020204" pitchFamily="34" charset="0"/>
              </a:rPr>
              <a:t>How might a nurse record subjective data?</a:t>
            </a:r>
          </a:p>
          <a:p>
            <a:r>
              <a:rPr lang="en-US" altLang="en-US" dirty="0">
                <a:latin typeface="Arial" panose="020B0604020202020204" pitchFamily="34" charset="0"/>
              </a:rPr>
              <a:t>How might a nurse record objective data? </a:t>
            </a:r>
          </a:p>
          <a:p>
            <a:r>
              <a:rPr lang="en-US" altLang="en-US" dirty="0">
                <a:latin typeface="Arial" panose="020B0604020202020204" pitchFamily="34" charset="0"/>
              </a:rPr>
              <a:t>What type of sources are secondary sources?</a:t>
            </a:r>
          </a:p>
          <a:p>
            <a:r>
              <a:rPr lang="en-US" altLang="en-US" dirty="0">
                <a:latin typeface="Arial" panose="020B0604020202020204" pitchFamily="34" charset="0"/>
              </a:rPr>
              <a:t>In what circumstances would the nurse be required to utilize secondary sources?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BF81156-E6AF-44C8-BBE8-65F3689151C1}" type="slidenum">
              <a:rPr lang="en-US" smtClean="0"/>
              <a:pPr>
                <a:defRPr/>
              </a:pPr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425976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 dirty="0">
                <a:latin typeface="Arial" panose="020B0604020202020204" pitchFamily="34" charset="0"/>
              </a:rPr>
              <a:t>What are collaborative problems?</a:t>
            </a:r>
          </a:p>
          <a:p>
            <a:r>
              <a:rPr lang="en-US" altLang="en-US" dirty="0">
                <a:latin typeface="Arial" panose="020B0604020202020204" pitchFamily="34" charset="0"/>
              </a:rPr>
              <a:t>How is medical diagnosis different from nursing diagnosis?</a:t>
            </a:r>
          </a:p>
          <a:p>
            <a:r>
              <a:rPr lang="en-US" altLang="en-US" dirty="0">
                <a:latin typeface="Arial" panose="020B0604020202020204" pitchFamily="34" charset="0"/>
              </a:rPr>
              <a:t>Discuss examples of how a nursing diagnosis can change or be revised.</a:t>
            </a:r>
          </a:p>
          <a:p>
            <a:r>
              <a:rPr lang="en-US" altLang="en-US" dirty="0">
                <a:latin typeface="Arial" panose="020B0604020202020204" pitchFamily="34" charset="0"/>
              </a:rPr>
              <a:t>What are ways that medical and nursing diagnoses can get confused?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BF81156-E6AF-44C8-BBE8-65F3689151C1}" type="slidenum">
              <a:rPr lang="en-US" smtClean="0"/>
              <a:pPr>
                <a:defRPr/>
              </a:pPr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069498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lang="en-US" altLang="en-US" dirty="0">
                <a:latin typeface="Arial" panose="020B0604020202020204" pitchFamily="34" charset="0"/>
              </a:rPr>
              <a:t>Discuss different goals that a patient may be given to achieve.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BF81156-E6AF-44C8-BBE8-65F3689151C1}" type="slidenum">
              <a:rPr lang="en-US" smtClean="0"/>
              <a:pPr>
                <a:defRPr/>
              </a:pPr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526824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 dirty="0">
                <a:latin typeface="Arial" panose="020B0604020202020204" pitchFamily="34" charset="0"/>
              </a:rPr>
              <a:t>How does the nurse develop a plan of care?</a:t>
            </a:r>
          </a:p>
          <a:p>
            <a:r>
              <a:rPr lang="en-US" altLang="en-US" dirty="0">
                <a:latin typeface="Arial" panose="020B0604020202020204" pitchFamily="34" charset="0"/>
              </a:rPr>
              <a:t>How does the nurse determine which nursing interventions to apply to a patient’s plan of care?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BF81156-E6AF-44C8-BBE8-65F3689151C1}" type="slidenum">
              <a:rPr lang="en-US" smtClean="0"/>
              <a:pPr>
                <a:defRPr/>
              </a:pPr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36562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 dirty="0">
                <a:latin typeface="Arial" panose="020B0604020202020204" pitchFamily="34" charset="0"/>
              </a:rPr>
              <a:t>Why is it important for nurses to prioritize their nursing diagnoses?</a:t>
            </a:r>
          </a:p>
          <a:p>
            <a:r>
              <a:rPr lang="en-US" altLang="en-US" dirty="0">
                <a:latin typeface="Arial" panose="020B0604020202020204" pitchFamily="34" charset="0"/>
              </a:rPr>
              <a:t>What are the nursing diagnoses in order? Rank them according to priority.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BF81156-E6AF-44C8-BBE8-65F3689151C1}" type="slidenum">
              <a:rPr lang="en-US" smtClean="0"/>
              <a:pPr>
                <a:defRPr/>
              </a:pPr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20360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 dirty="0">
                <a:latin typeface="Arial" panose="020B0604020202020204" pitchFamily="34" charset="0"/>
              </a:rPr>
              <a:t>Discuss the difference between nurse- and physician-prescribed interventions.</a:t>
            </a:r>
          </a:p>
          <a:p>
            <a:r>
              <a:rPr lang="en-US" altLang="en-US" dirty="0">
                <a:latin typeface="Arial" panose="020B0604020202020204" pitchFamily="34" charset="0"/>
              </a:rPr>
              <a:t>What situations would require physician-prescribed interventions?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BF81156-E6AF-44C8-BBE8-65F3689151C1}" type="slidenum">
              <a:rPr lang="en-US" smtClean="0"/>
              <a:pPr>
                <a:defRPr/>
              </a:pPr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032093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lang="en-US" altLang="en-US" dirty="0">
                <a:latin typeface="Arial" panose="020B0604020202020204" pitchFamily="34" charset="0"/>
              </a:rPr>
              <a:t>What are broad nursing interventions and nursing orders?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BF81156-E6AF-44C8-BBE8-65F3689151C1}" type="slidenum">
              <a:rPr lang="en-US" smtClean="0"/>
              <a:pPr>
                <a:defRPr/>
              </a:pPr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127112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 dirty="0">
                <a:latin typeface="Arial"/>
                <a:ea typeface="ＭＳ Ｐゴシック"/>
                <a:cs typeface="Arial"/>
              </a:rPr>
              <a:t>Why is it important for the nursing care plan to be communicated to other nursing staff?</a:t>
            </a:r>
            <a:endParaRPr lang="en-US" dirty="0">
              <a:latin typeface="Arial"/>
              <a:ea typeface="ＭＳ Ｐゴシック"/>
            </a:endParaRPr>
          </a:p>
          <a:p>
            <a:endParaRPr lang="en-US" dirty="0">
              <a:cs typeface="Arial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BF81156-E6AF-44C8-BBE8-65F3689151C1}" type="slidenum">
              <a:rPr lang="en-US" smtClean="0"/>
              <a:pPr>
                <a:defRPr/>
              </a:pPr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278356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 dirty="0">
                <a:latin typeface="Arial" panose="020B0604020202020204" pitchFamily="34" charset="0"/>
              </a:rPr>
              <a:t>Discuss the differences between the typical care plan and concept map.</a:t>
            </a:r>
          </a:p>
          <a:p>
            <a:r>
              <a:rPr lang="en-US" altLang="en-US" dirty="0">
                <a:latin typeface="Arial" panose="020B0604020202020204" pitchFamily="34" charset="0"/>
              </a:rPr>
              <a:t>Discuss advantages and disadvantages of both types of care plan formats.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BF81156-E6AF-44C8-BBE8-65F3689151C1}" type="slidenum">
              <a:rPr lang="en-US" smtClean="0"/>
              <a:pPr>
                <a:defRPr/>
              </a:pPr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976777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lang="en-US" altLang="en-US" dirty="0">
                <a:latin typeface="Arial" panose="020B0604020202020204" pitchFamily="34" charset="0"/>
              </a:rPr>
              <a:t>Discuss why is important for the implementation process to be evidence-based.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BF81156-E6AF-44C8-BBE8-65F3689151C1}" type="slidenum">
              <a:rPr lang="en-US" smtClean="0"/>
              <a:pPr>
                <a:defRPr/>
              </a:pPr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3954757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 dirty="0">
              <a:latin typeface="Arial" panose="020B0604020202020204" pitchFamily="34" charset="0"/>
              <a:cs typeface="Arial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BF81156-E6AF-44C8-BBE8-65F3689151C1}" type="slidenum">
              <a:rPr lang="en-US" smtClean="0"/>
              <a:pPr>
                <a:defRPr/>
              </a:pPr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600765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lang="en-US" altLang="en-US" dirty="0">
                <a:latin typeface="Arial" panose="020B0604020202020204" pitchFamily="34" charset="0"/>
              </a:rPr>
              <a:t>What are pros and cons to the LPN/LVN role in the nursing process?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BF81156-E6AF-44C8-BBE8-65F3689151C1}" type="slidenum">
              <a:rPr lang="en-US" smtClean="0"/>
              <a:pPr>
                <a:defRPr/>
              </a:pPr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438208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 dirty="0">
                <a:latin typeface="Arial" panose="020B0604020202020204" pitchFamily="34" charset="0"/>
              </a:rPr>
              <a:t>What is the LPN/LVN role in managed care systems?</a:t>
            </a:r>
          </a:p>
          <a:p>
            <a:r>
              <a:rPr lang="en-US" altLang="en-US" dirty="0">
                <a:latin typeface="Arial" panose="020B0604020202020204" pitchFamily="34" charset="0"/>
              </a:rPr>
              <a:t>What are the methods by which the LPN/LVN might assist the case management nurse in evaluating the patient’s services?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BF81156-E6AF-44C8-BBE8-65F3689151C1}" type="slidenum">
              <a:rPr lang="en-US" smtClean="0"/>
              <a:pPr>
                <a:defRPr/>
              </a:pPr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777012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BF81156-E6AF-44C8-BBE8-65F3689151C1}" type="slidenum">
              <a:rPr lang="en-US" smtClean="0"/>
              <a:pPr>
                <a:defRPr/>
              </a:pPr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007243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 dirty="0">
                <a:latin typeface="Arial" panose="020B0604020202020204" pitchFamily="34" charset="0"/>
              </a:rPr>
              <a:t>Discuss different attributes of a critical thinker.</a:t>
            </a:r>
          </a:p>
          <a:p>
            <a:r>
              <a:rPr lang="en-US" altLang="en-US" dirty="0">
                <a:latin typeface="Arial" panose="020B0604020202020204" pitchFamily="34" charset="0"/>
              </a:rPr>
              <a:t>Why is critical thinking important to the nurse in making decisions?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BF81156-E6AF-44C8-BBE8-65F3689151C1}" type="slidenum">
              <a:rPr lang="en-US" smtClean="0"/>
              <a:pPr>
                <a:defRPr/>
              </a:pPr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927667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 dirty="0">
                <a:latin typeface="Arial" panose="020B0604020202020204" pitchFamily="34" charset="0"/>
              </a:rPr>
              <a:t>Discuss what evidence-based practice is.</a:t>
            </a:r>
          </a:p>
          <a:p>
            <a:r>
              <a:rPr lang="en-US" altLang="en-US" dirty="0">
                <a:latin typeface="Arial" panose="020B0604020202020204" pitchFamily="34" charset="0"/>
              </a:rPr>
              <a:t>Discuss why evidence-based practice is important in health care and nursing.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BF81156-E6AF-44C8-BBE8-65F3689151C1}" type="slidenum">
              <a:rPr lang="en-US" smtClean="0"/>
              <a:pPr>
                <a:defRPr/>
              </a:pPr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37198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7BC70723-5CE8-499C-9971-E4BA18B80ED9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  <p:sp>
        <p:nvSpPr>
          <p:cNvPr id="7" name="Footer Placeholder 1">
            <a:extLst>
              <a:ext uri="{FF2B5EF4-FFF2-40B4-BE49-F238E27FC236}">
                <a16:creationId xmlns:a16="http://schemas.microsoft.com/office/drawing/2014/main" id="{3487AE73-3EFF-4555-9FC5-23593D6540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600" y="6359525"/>
            <a:ext cx="6343650" cy="381000"/>
          </a:xfrm>
          <a:prstGeom prst="rect">
            <a:avLst/>
          </a:prstGeom>
        </p:spPr>
        <p:txBody>
          <a:bodyPr/>
          <a:lstStyle>
            <a:lvl1pPr algn="ctr">
              <a:defRPr sz="900">
                <a:solidFill>
                  <a:schemeClr val="bg2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E234264E-8860-42A2-83C5-41782AA54ED9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  <p:sp>
        <p:nvSpPr>
          <p:cNvPr id="5" name="Footer Placeholder 1">
            <a:extLst>
              <a:ext uri="{FF2B5EF4-FFF2-40B4-BE49-F238E27FC236}">
                <a16:creationId xmlns:a16="http://schemas.microsoft.com/office/drawing/2014/main" id="{37759797-3D2C-4F47-AED4-0E8ADB4227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600" y="6359525"/>
            <a:ext cx="6343650" cy="381000"/>
          </a:xfrm>
          <a:prstGeom prst="rect">
            <a:avLst/>
          </a:prstGeom>
        </p:spPr>
        <p:txBody>
          <a:bodyPr/>
          <a:lstStyle>
            <a:lvl1pPr algn="ctr">
              <a:defRPr sz="900">
                <a:solidFill>
                  <a:schemeClr val="bg2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5AAB81D7-0106-4E41-AE2E-2E4047E24355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1641475"/>
            <a:ext cx="3810000" cy="44545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41475"/>
            <a:ext cx="3810000" cy="44545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A4177A3A-15AF-4BAA-AB48-4B3B002C0523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  <p:sp>
        <p:nvSpPr>
          <p:cNvPr id="6" name="Footer Placeholder 1">
            <a:extLst>
              <a:ext uri="{FF2B5EF4-FFF2-40B4-BE49-F238E27FC236}">
                <a16:creationId xmlns:a16="http://schemas.microsoft.com/office/drawing/2014/main" id="{C81CECAA-A39B-467B-A776-CD395CF9DC8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371600" y="6359525"/>
            <a:ext cx="6343650" cy="381000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bg2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265A3104-DFC4-492D-B3D0-C3C246A48F5B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71EFB42C-6A15-4A9A-871B-37380EDB6A26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1EFB42C-6A15-4A9A-871B-37380EDB6A26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FCA15E23-B403-4680-BAA9-DB5D51A8CFD2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D72A011B-01AE-4CD8-834B-21DB9583C27C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A7D6F96D-A6E5-45AB-8576-3F1772613DA6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15100" y="228600"/>
            <a:ext cx="1943100" cy="58674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28600"/>
            <a:ext cx="5676900" cy="58674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3E21C735-DADD-43D3-9408-D21FA5E14BBC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8D8B011C-2750-47E8-9990-D6261FE36FA6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C0F24A53-2415-4DAD-BD6A-1D9F5DDAF533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22078F67-8AE8-4E9C-AA54-76CE029A507A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1641475"/>
            <a:ext cx="3810000" cy="44545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41475"/>
            <a:ext cx="3810000" cy="44545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8B9D621F-A6F6-4120-BD22-05C76ECD157E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200D131F-949B-4E5B-BE81-7C14B29CC9F1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8EBBF4AC-9420-466C-AD9E-FD6592AADD28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97B28123-2912-48D2-AF42-C274BD8D6B10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C6C156E8-9280-4352-B33B-89F3740952CA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75BEE1B7-10AA-4C75-B080-000D6057ADAD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198644BA-AE6D-4C74-A6DD-E08DB08BD49A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15100" y="228600"/>
            <a:ext cx="1943100" cy="58674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28600"/>
            <a:ext cx="5676900" cy="58674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77F366DB-197B-47FE-868E-147B370B9598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85800" y="228600"/>
            <a:ext cx="7772400" cy="1219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2075" tIns="46038" rIns="92075" bIns="46038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GB" dirty="0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1641475"/>
            <a:ext cx="7772400" cy="4454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4109" name="Rectangle 13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715250" y="6359525"/>
            <a:ext cx="1327150" cy="4762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000" i="0" smtClean="0">
                <a:solidFill>
                  <a:schemeClr val="bg2"/>
                </a:solidFill>
                <a:ea typeface="ＭＳ Ｐゴシック" charset="-128"/>
                <a:cs typeface="Arial" charset="0"/>
              </a:defRPr>
            </a:lvl1pPr>
          </a:lstStyle>
          <a:p>
            <a:pPr>
              <a:defRPr/>
            </a:pPr>
            <a:r>
              <a:rPr lang="en-GB" dirty="0"/>
              <a:t> </a:t>
            </a:r>
            <a:fld id="{71EFB42C-6A15-4A9A-871B-37380EDB6A26}" type="slidenum">
              <a:rPr lang="en-GB" smtClean="0"/>
              <a:pPr>
                <a:defRPr/>
              </a:pPr>
              <a:t>‹#›</a:t>
            </a:fld>
            <a:endParaRPr lang="en-GB" dirty="0"/>
          </a:p>
          <a:p>
            <a:pPr>
              <a:defRPr/>
            </a:pPr>
            <a:endParaRPr lang="en-GB" dirty="0"/>
          </a:p>
        </p:txBody>
      </p:sp>
      <p:sp>
        <p:nvSpPr>
          <p:cNvPr id="6" name="Footer Placeholder 1">
            <a:extLst>
              <a:ext uri="{FF2B5EF4-FFF2-40B4-BE49-F238E27FC236}">
                <a16:creationId xmlns:a16="http://schemas.microsoft.com/office/drawing/2014/main" id="{EC67DEBA-1458-4D94-8AC0-2EE32DB11D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371600" y="6359525"/>
            <a:ext cx="6343650" cy="381000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bg2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102D84-08EF-263A-4074-2693FD501D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3068637" y="6427763"/>
            <a:ext cx="3006725" cy="244523"/>
          </a:xfrm>
          <a:prstGeom prst="rect">
            <a:avLst/>
          </a:prstGeom>
        </p:spPr>
      </p:pic>
    </p:spTree>
  </p:cSld>
  <p:clrMap bg1="dk2" tx1="lt1" bg2="dk1" tx2="lt2" accent1="accent1" accent2="accent2" accent3="accent3" accent4="accent4" accent5="accent5" accent6="accent6" hlink="hlink" folHlink="folHlink"/>
  <p:sldLayoutIdLst>
    <p:sldLayoutId id="2147483736" r:id="rId1"/>
    <p:sldLayoutId id="2147483737" r:id="rId2"/>
    <p:sldLayoutId id="2147483738" r:id="rId3"/>
    <p:sldLayoutId id="2147483739" r:id="rId4"/>
    <p:sldLayoutId id="2147483740" r:id="rId5"/>
    <p:sldLayoutId id="2147483741" r:id="rId6"/>
    <p:sldLayoutId id="2147483742" r:id="rId7"/>
    <p:sldLayoutId id="2147483743" r:id="rId8"/>
    <p:sldLayoutId id="2147483744" r:id="rId9"/>
    <p:sldLayoutId id="2147483745" r:id="rId10"/>
    <p:sldLayoutId id="2147483746" r:id="rId11"/>
  </p:sldLayoutIdLst>
  <p:hf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3600">
          <a:solidFill>
            <a:schemeClr val="bg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400">
          <a:solidFill>
            <a:schemeClr val="bg2"/>
          </a:solidFill>
          <a:latin typeface="ArialMT" pitchFamily="34" charset="0"/>
          <a:ea typeface="ＭＳ Ｐゴシック" charset="-128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400">
          <a:solidFill>
            <a:schemeClr val="bg2"/>
          </a:solidFill>
          <a:latin typeface="ArialMT" pitchFamily="34" charset="0"/>
          <a:ea typeface="ＭＳ Ｐゴシック" charset="-128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400">
          <a:solidFill>
            <a:schemeClr val="bg2"/>
          </a:solidFill>
          <a:latin typeface="ArialMT" pitchFamily="34" charset="0"/>
          <a:ea typeface="ＭＳ Ｐゴシック" charset="-128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400">
          <a:solidFill>
            <a:schemeClr val="bg2"/>
          </a:solidFill>
          <a:latin typeface="ArialMT" pitchFamily="34" charset="0"/>
          <a:ea typeface="ＭＳ Ｐゴシック" charset="-128"/>
        </a:defRPr>
      </a:lvl5pPr>
      <a:lvl6pPr marL="457200" algn="ctr" rtl="0" fontAlgn="base">
        <a:spcBef>
          <a:spcPct val="0"/>
        </a:spcBef>
        <a:spcAft>
          <a:spcPct val="0"/>
        </a:spcAft>
        <a:defRPr sz="4000">
          <a:solidFill>
            <a:schemeClr val="bg2"/>
          </a:solidFill>
          <a:latin typeface="ArialMT" pitchFamily="34" charset="0"/>
          <a:ea typeface="ＭＳ Ｐゴシック" charset="-128"/>
        </a:defRPr>
      </a:lvl6pPr>
      <a:lvl7pPr marL="914400" algn="ctr" rtl="0" fontAlgn="base">
        <a:spcBef>
          <a:spcPct val="0"/>
        </a:spcBef>
        <a:spcAft>
          <a:spcPct val="0"/>
        </a:spcAft>
        <a:defRPr sz="4000">
          <a:solidFill>
            <a:schemeClr val="bg2"/>
          </a:solidFill>
          <a:latin typeface="ArialMT" pitchFamily="34" charset="0"/>
          <a:ea typeface="ＭＳ Ｐゴシック" charset="-128"/>
        </a:defRPr>
      </a:lvl7pPr>
      <a:lvl8pPr marL="1371600" algn="ctr" rtl="0" fontAlgn="base">
        <a:spcBef>
          <a:spcPct val="0"/>
        </a:spcBef>
        <a:spcAft>
          <a:spcPct val="0"/>
        </a:spcAft>
        <a:defRPr sz="4000">
          <a:solidFill>
            <a:schemeClr val="bg2"/>
          </a:solidFill>
          <a:latin typeface="ArialMT" pitchFamily="34" charset="0"/>
          <a:ea typeface="ＭＳ Ｐゴシック" charset="-128"/>
        </a:defRPr>
      </a:lvl8pPr>
      <a:lvl9pPr marL="1828800" algn="ctr" rtl="0" fontAlgn="base">
        <a:spcBef>
          <a:spcPct val="0"/>
        </a:spcBef>
        <a:spcAft>
          <a:spcPct val="0"/>
        </a:spcAft>
        <a:defRPr sz="4000">
          <a:solidFill>
            <a:schemeClr val="bg2"/>
          </a:solidFill>
          <a:latin typeface="ArialMT" pitchFamily="34" charset="0"/>
          <a:ea typeface="ＭＳ Ｐゴシック" charset="-128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bg1"/>
        </a:buClr>
        <a:buSzPct val="70000"/>
        <a:buFont typeface="Wingdings 2" pitchFamily="18" charset="2"/>
        <a:buChar char=""/>
        <a:defRPr sz="2800">
          <a:solidFill>
            <a:schemeClr val="bg2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chemeClr val="bg1"/>
        </a:buClr>
        <a:buSzPct val="70000"/>
        <a:buFont typeface="Wingdings" pitchFamily="2" charset="2"/>
        <a:buChar char="Ø"/>
        <a:defRPr sz="2400">
          <a:solidFill>
            <a:schemeClr val="bg2"/>
          </a:solidFill>
          <a:latin typeface="+mn-lt"/>
          <a:ea typeface="+mn-ea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bg1"/>
        </a:buClr>
        <a:buSzPct val="70000"/>
        <a:buChar char="•"/>
        <a:defRPr sz="2000">
          <a:solidFill>
            <a:schemeClr val="bg2"/>
          </a:solidFill>
          <a:latin typeface="+mn-lt"/>
          <a:ea typeface="+mn-ea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chemeClr val="bg1"/>
        </a:buClr>
        <a:buSzPct val="70000"/>
        <a:buFont typeface="Wingdings 3" pitchFamily="18" charset="2"/>
        <a:buChar char=""/>
        <a:defRPr>
          <a:solidFill>
            <a:schemeClr val="bg2"/>
          </a:solidFill>
          <a:latin typeface="+mn-lt"/>
          <a:ea typeface="+mn-ea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bg1"/>
        </a:buClr>
        <a:buSzPct val="70000"/>
        <a:buFont typeface="Times New Roman" pitchFamily="18" charset="0"/>
        <a:buChar char="–"/>
        <a:defRPr sz="1600">
          <a:solidFill>
            <a:schemeClr val="bg2"/>
          </a:solidFill>
          <a:latin typeface="+mn-lt"/>
          <a:ea typeface="+mn-ea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bg1"/>
        </a:buClr>
        <a:buFont typeface="Times New Roman" pitchFamily="18" charset="0"/>
        <a:buChar char="–"/>
        <a:defRPr sz="1600">
          <a:solidFill>
            <a:schemeClr val="bg2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bg1"/>
        </a:buClr>
        <a:buFont typeface="Times New Roman" pitchFamily="18" charset="0"/>
        <a:buChar char="–"/>
        <a:defRPr sz="1600">
          <a:solidFill>
            <a:schemeClr val="bg2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bg1"/>
        </a:buClr>
        <a:buFont typeface="Times New Roman" pitchFamily="18" charset="0"/>
        <a:buChar char="–"/>
        <a:defRPr sz="1600">
          <a:solidFill>
            <a:schemeClr val="bg2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bg1"/>
        </a:buClr>
        <a:buFont typeface="Times New Roman" pitchFamily="18" charset="0"/>
        <a:buChar char="–"/>
        <a:defRPr sz="1600">
          <a:solidFill>
            <a:schemeClr val="bg2"/>
          </a:solidFill>
          <a:latin typeface="+mn-lt"/>
          <a:ea typeface="+mn-ea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85800" y="228600"/>
            <a:ext cx="7772400" cy="1219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2075" tIns="46038" rIns="92075" bIns="46038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GB"/>
              <a:t>Click to edit Master title style</a:t>
            </a:r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1641475"/>
            <a:ext cx="7772400" cy="4454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109" name="Rectangle 13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908800" y="6359525"/>
            <a:ext cx="2133600" cy="4762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800" smtClean="0">
                <a:solidFill>
                  <a:schemeClr val="bg2"/>
                </a:solidFill>
                <a:ea typeface="ＭＳ Ｐゴシック" charset="-128"/>
                <a:cs typeface="Arial" charset="0"/>
              </a:defRPr>
            </a:lvl1pPr>
          </a:lstStyle>
          <a:p>
            <a:pPr>
              <a:defRPr/>
            </a:pPr>
            <a:r>
              <a:rPr lang="en-GB" dirty="0"/>
              <a:t> </a:t>
            </a:r>
            <a:fld id="{0FB175F7-DCBF-4C4E-B2DF-5E10268F084F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BAC8A83-863F-1C6C-5733-1457514ADD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3068637" y="6427763"/>
            <a:ext cx="3006725" cy="244523"/>
          </a:xfrm>
          <a:prstGeom prst="rect">
            <a:avLst/>
          </a:prstGeom>
        </p:spPr>
      </p:pic>
    </p:spTree>
  </p:cSld>
  <p:clrMap bg1="dk2" tx1="lt1" bg2="dk1" tx2="lt2" accent1="accent1" accent2="accent2" accent3="accent3" accent4="accent4" accent5="accent5" accent6="accent6" hlink="hlink" folHlink="folHlink"/>
  <p:sldLayoutIdLst>
    <p:sldLayoutId id="2147483747" r:id="rId1"/>
    <p:sldLayoutId id="2147483748" r:id="rId2"/>
    <p:sldLayoutId id="2147483749" r:id="rId3"/>
    <p:sldLayoutId id="2147483750" r:id="rId4"/>
    <p:sldLayoutId id="2147483751" r:id="rId5"/>
    <p:sldLayoutId id="2147483752" r:id="rId6"/>
    <p:sldLayoutId id="2147483753" r:id="rId7"/>
    <p:sldLayoutId id="2147483754" r:id="rId8"/>
    <p:sldLayoutId id="2147483755" r:id="rId9"/>
    <p:sldLayoutId id="2147483756" r:id="rId10"/>
    <p:sldLayoutId id="2147483757" r:id="rId11"/>
  </p:sldLayoutIdLst>
  <p:hf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bg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bg2"/>
          </a:solidFill>
          <a:latin typeface="Arial" charset="0"/>
          <a:ea typeface="ＭＳ Ｐゴシック" charset="-128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bg2"/>
          </a:solidFill>
          <a:latin typeface="Arial" charset="0"/>
          <a:ea typeface="ＭＳ Ｐゴシック" charset="-128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bg2"/>
          </a:solidFill>
          <a:latin typeface="Arial" charset="0"/>
          <a:ea typeface="ＭＳ Ｐゴシック" charset="-128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bg2"/>
          </a:solidFill>
          <a:latin typeface="Arial" charset="0"/>
          <a:ea typeface="ＭＳ Ｐゴシック" charset="-128"/>
        </a:defRPr>
      </a:lvl5pPr>
      <a:lvl6pPr marL="457200"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bg2"/>
          </a:solidFill>
          <a:latin typeface="Arial" charset="0"/>
          <a:ea typeface="ＭＳ Ｐゴシック" charset="-128"/>
        </a:defRPr>
      </a:lvl6pPr>
      <a:lvl7pPr marL="914400"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bg2"/>
          </a:solidFill>
          <a:latin typeface="Arial" charset="0"/>
          <a:ea typeface="ＭＳ Ｐゴシック" charset="-128"/>
        </a:defRPr>
      </a:lvl7pPr>
      <a:lvl8pPr marL="1371600"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bg2"/>
          </a:solidFill>
          <a:latin typeface="Arial" charset="0"/>
          <a:ea typeface="ＭＳ Ｐゴシック" charset="-128"/>
        </a:defRPr>
      </a:lvl8pPr>
      <a:lvl9pPr marL="1828800"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bg2"/>
          </a:solidFill>
          <a:latin typeface="Arial" charset="0"/>
          <a:ea typeface="ＭＳ Ｐゴシック" charset="-128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SzPct val="60000"/>
        <a:buFont typeface="Wingdings 2" pitchFamily="18" charset="2"/>
        <a:buChar char=""/>
        <a:defRPr sz="2800">
          <a:solidFill>
            <a:schemeClr val="bg2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Ø"/>
        <a:defRPr sz="2400">
          <a:solidFill>
            <a:schemeClr val="bg2"/>
          </a:solidFill>
          <a:latin typeface="+mn-lt"/>
          <a:ea typeface="+mn-ea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SzPct val="115000"/>
        <a:buChar char="•"/>
        <a:defRPr sz="2000">
          <a:solidFill>
            <a:schemeClr val="bg2"/>
          </a:solidFill>
          <a:latin typeface="+mn-lt"/>
          <a:ea typeface="+mn-ea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SzPct val="75000"/>
        <a:buFont typeface="Wingdings 3" pitchFamily="18" charset="2"/>
        <a:buChar char=""/>
        <a:defRPr>
          <a:solidFill>
            <a:schemeClr val="bg2"/>
          </a:solidFill>
          <a:latin typeface="+mn-lt"/>
          <a:ea typeface="+mn-ea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Times New Roman" pitchFamily="18" charset="0"/>
        <a:buChar char="–"/>
        <a:defRPr sz="1600">
          <a:solidFill>
            <a:schemeClr val="bg2"/>
          </a:solidFill>
          <a:latin typeface="+mn-lt"/>
          <a:ea typeface="+mn-ea"/>
        </a:defRPr>
      </a:lvl5pPr>
      <a:lvl6pPr marL="25146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Times New Roman" pitchFamily="18" charset="0"/>
        <a:buChar char="–"/>
        <a:defRPr sz="1600">
          <a:solidFill>
            <a:schemeClr val="bg2"/>
          </a:solidFill>
          <a:latin typeface="+mn-lt"/>
          <a:ea typeface="+mn-ea"/>
        </a:defRPr>
      </a:lvl6pPr>
      <a:lvl7pPr marL="29718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Times New Roman" pitchFamily="18" charset="0"/>
        <a:buChar char="–"/>
        <a:defRPr sz="1600">
          <a:solidFill>
            <a:schemeClr val="bg2"/>
          </a:solidFill>
          <a:latin typeface="+mn-lt"/>
          <a:ea typeface="+mn-ea"/>
        </a:defRPr>
      </a:lvl7pPr>
      <a:lvl8pPr marL="34290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Times New Roman" pitchFamily="18" charset="0"/>
        <a:buChar char="–"/>
        <a:defRPr sz="1600">
          <a:solidFill>
            <a:schemeClr val="bg2"/>
          </a:solidFill>
          <a:latin typeface="+mn-lt"/>
          <a:ea typeface="+mn-ea"/>
        </a:defRPr>
      </a:lvl8pPr>
      <a:lvl9pPr marL="38862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Times New Roman" pitchFamily="18" charset="0"/>
        <a:buChar char="–"/>
        <a:defRPr sz="1600">
          <a:solidFill>
            <a:schemeClr val="bg2"/>
          </a:solidFill>
          <a:latin typeface="+mn-lt"/>
          <a:ea typeface="+mn-ea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4000" dirty="0"/>
              <a:t>Chapter 5  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en-US" sz="3200" dirty="0"/>
              <a:t>Nursing Process and Critical Thinking</a:t>
            </a:r>
          </a:p>
        </p:txBody>
      </p:sp>
    </p:spTree>
    <p:extLst>
      <p:ext uri="{BB962C8B-B14F-4D97-AF65-F5344CB8AC3E}">
        <p14:creationId xmlns:p14="http://schemas.microsoft.com/office/powerpoint/2010/main" val="41492213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3014" name="Rectangle 6"/>
          <p:cNvSpPr>
            <a:spLocks noGrp="1" noChangeArrowheads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3400" dirty="0"/>
              <a:t>Lesson 5.1: Nursing Process and Critical Thinking</a:t>
            </a:r>
            <a:br>
              <a:rPr lang="en-US" sz="3400" dirty="0"/>
            </a:br>
            <a:r>
              <a:rPr lang="en-US" sz="1600" dirty="0"/>
              <a:t>(Slide 1 of 3)</a:t>
            </a:r>
          </a:p>
        </p:txBody>
      </p:sp>
      <p:sp>
        <p:nvSpPr>
          <p:cNvPr id="1963015" name="Rectangle 7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lvl="0" indent="-514350">
              <a:buFont typeface="+mj-lt"/>
              <a:buAutoNum type="arabicPeriod"/>
            </a:pPr>
            <a:r>
              <a:rPr lang="en-US" dirty="0"/>
              <a:t>Explain the use of each of the six phases of the nursing process.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US" dirty="0"/>
              <a:t>List the elements of each of the six phases of the nursing process.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US" dirty="0"/>
              <a:t>Describe the establishment of the database.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US" dirty="0"/>
              <a:t>Discuss the components of a patient problem statement.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Differentiate between types of health problems.</a:t>
            </a:r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>
            <a:miter lim="800000"/>
            <a:headEnd/>
            <a:tailEnd/>
          </a:ln>
        </p:spPr>
        <p:txBody>
          <a:bodyPr/>
          <a:lstStyle/>
          <a:p>
            <a:r>
              <a:rPr lang="en-GB" sz="1000" dirty="0">
                <a:ea typeface="ＭＳ Ｐゴシック" pitchFamily="34" charset="-128"/>
              </a:rPr>
              <a:t> </a:t>
            </a:r>
            <a:fld id="{B2E7F25F-EFA4-4863-9136-A9152A78A8BC}" type="slidenum">
              <a:rPr lang="en-GB" sz="1000">
                <a:ea typeface="ＭＳ Ｐゴシック" pitchFamily="34" charset="-128"/>
              </a:rPr>
              <a:pPr/>
              <a:t>2</a:t>
            </a:fld>
            <a:endParaRPr lang="en-GB" sz="1000" dirty="0">
              <a:ea typeface="ＭＳ Ｐゴシック" pitchFamily="34" charset="-128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3014" name="Rectangle 6"/>
          <p:cNvSpPr>
            <a:spLocks noGrp="1" noChangeArrowheads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3400" dirty="0"/>
              <a:t>Lesson 5.1: Nursing Process and Critical Thinking</a:t>
            </a:r>
            <a:br>
              <a:rPr lang="en-US" sz="3400" dirty="0"/>
            </a:br>
            <a:r>
              <a:rPr lang="en-US" sz="1600" dirty="0"/>
              <a:t>(Slide 2 of 3)</a:t>
            </a:r>
          </a:p>
        </p:txBody>
      </p:sp>
      <p:sp>
        <p:nvSpPr>
          <p:cNvPr id="1963015" name="Rectangle 7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marL="514350" lvl="0" indent="-514350">
              <a:buFont typeface="+mj-lt"/>
              <a:buAutoNum type="arabicPeriod" startAt="6"/>
            </a:pPr>
            <a:r>
              <a:rPr lang="en-US" dirty="0"/>
              <a:t>Describe the development of patient-centered goals.</a:t>
            </a:r>
          </a:p>
          <a:p>
            <a:pPr marL="514350" lvl="0" indent="-514350">
              <a:buFont typeface="+mj-lt"/>
              <a:buAutoNum type="arabicPeriod" startAt="6"/>
            </a:pPr>
            <a:r>
              <a:rPr lang="en-US" dirty="0"/>
              <a:t>Discuss the creation of nursing orders.</a:t>
            </a:r>
          </a:p>
          <a:p>
            <a:pPr marL="514350" lvl="0" indent="-514350">
              <a:buFont typeface="+mj-lt"/>
              <a:buAutoNum type="arabicPeriod" startAt="6"/>
            </a:pPr>
            <a:r>
              <a:rPr lang="en-US" dirty="0"/>
              <a:t>Explain the evaluation of a nursing care plan.</a:t>
            </a:r>
          </a:p>
          <a:p>
            <a:pPr marL="514350" lvl="0" indent="-514350">
              <a:buFont typeface="+mj-lt"/>
              <a:buAutoNum type="arabicPeriod" startAt="6"/>
            </a:pPr>
            <a:r>
              <a:rPr lang="en-US" dirty="0"/>
              <a:t>Demonstrate the nursing process by preparing a nursing care plan.</a:t>
            </a:r>
          </a:p>
          <a:p>
            <a:pPr marL="514350" indent="-514350">
              <a:buFont typeface="+mj-lt"/>
              <a:buAutoNum type="arabicPeriod" startAt="6"/>
            </a:pPr>
            <a:r>
              <a:rPr lang="en-US" dirty="0"/>
              <a:t>Explain North American Nursing Diagnosis Association International (NANDA-I), </a:t>
            </a:r>
            <a:r>
              <a:rPr lang="en-US" i="1" dirty="0"/>
              <a:t>Nursing Interventions Classification (NIC)</a:t>
            </a:r>
            <a:r>
              <a:rPr lang="en-US" dirty="0"/>
              <a:t>, and </a:t>
            </a:r>
            <a:r>
              <a:rPr lang="en-US" i="1" dirty="0"/>
              <a:t>Nursing Outcomes Classification (NOC)</a:t>
            </a:r>
            <a:r>
              <a:rPr lang="en-US" dirty="0"/>
              <a:t>.</a:t>
            </a:r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>
            <a:miter lim="800000"/>
            <a:headEnd/>
            <a:tailEnd/>
          </a:ln>
        </p:spPr>
        <p:txBody>
          <a:bodyPr/>
          <a:lstStyle/>
          <a:p>
            <a:r>
              <a:rPr lang="en-GB" sz="1000" dirty="0">
                <a:ea typeface="ＭＳ Ｐゴシック" pitchFamily="34" charset="-128"/>
              </a:rPr>
              <a:t> </a:t>
            </a:r>
            <a:fld id="{B2E7F25F-EFA4-4863-9136-A9152A78A8BC}" type="slidenum">
              <a:rPr lang="en-GB" sz="1000">
                <a:ea typeface="ＭＳ Ｐゴシック" pitchFamily="34" charset="-128"/>
              </a:rPr>
              <a:pPr/>
              <a:t>3</a:t>
            </a:fld>
            <a:endParaRPr lang="en-GB" sz="1000" dirty="0">
              <a:ea typeface="ＭＳ Ｐゴシック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573166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3014" name="Rectangle 6"/>
          <p:cNvSpPr>
            <a:spLocks noGrp="1" noChangeArrowheads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3400" dirty="0"/>
              <a:t>Lesson 5.1: Nursing Process and Critical Thinking</a:t>
            </a:r>
            <a:br>
              <a:rPr lang="en-US" sz="3400" dirty="0"/>
            </a:br>
            <a:r>
              <a:rPr lang="en-US" sz="1600" dirty="0"/>
              <a:t>(Slide 3 of 3)</a:t>
            </a:r>
          </a:p>
        </p:txBody>
      </p:sp>
      <p:sp>
        <p:nvSpPr>
          <p:cNvPr id="1963015" name="Rectangle 7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lvl="0" indent="-514350">
              <a:buFont typeface="+mj-lt"/>
              <a:buAutoNum type="arabicPeriod" startAt="11"/>
            </a:pPr>
            <a:r>
              <a:rPr lang="en-US" dirty="0"/>
              <a:t>Describe the use of clinical pathways in managed care.</a:t>
            </a:r>
          </a:p>
          <a:p>
            <a:pPr marL="514350" lvl="0" indent="-514350">
              <a:buFont typeface="+mj-lt"/>
              <a:buAutoNum type="arabicPeriod" startAt="11"/>
            </a:pPr>
            <a:r>
              <a:rPr lang="en-US" dirty="0"/>
              <a:t>Discuss critical thinking in nursing.</a:t>
            </a:r>
          </a:p>
          <a:p>
            <a:pPr marL="514350" indent="-514350">
              <a:buFont typeface="+mj-lt"/>
              <a:buAutoNum type="arabicPeriod" startAt="11"/>
            </a:pPr>
            <a:r>
              <a:rPr lang="en-US" dirty="0"/>
              <a:t>Define evidence-based practice.</a:t>
            </a:r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>
            <a:miter lim="800000"/>
            <a:headEnd/>
            <a:tailEnd/>
          </a:ln>
        </p:spPr>
        <p:txBody>
          <a:bodyPr/>
          <a:lstStyle/>
          <a:p>
            <a:r>
              <a:rPr lang="en-GB" sz="1000" dirty="0">
                <a:ea typeface="ＭＳ Ｐゴシック" pitchFamily="34" charset="-128"/>
              </a:rPr>
              <a:t> </a:t>
            </a:r>
            <a:fld id="{B2E7F25F-EFA4-4863-9136-A9152A78A8BC}" type="slidenum">
              <a:rPr lang="en-GB" sz="1000">
                <a:ea typeface="ＭＳ Ｐゴシック" pitchFamily="34" charset="-128"/>
              </a:rPr>
              <a:pPr/>
              <a:t>4</a:t>
            </a:fld>
            <a:endParaRPr lang="en-GB" sz="1000" dirty="0">
              <a:ea typeface="ＭＳ Ｐゴシック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8142826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167424-9D7D-46D8-A1C6-30360E5715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FB5B60-4843-4B8D-A19C-2152D3420F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 dirty="0"/>
              <a:t>Nursing defined</a:t>
            </a:r>
          </a:p>
          <a:p>
            <a:r>
              <a:rPr lang="en-US" altLang="en-US" dirty="0"/>
              <a:t>Nursing process</a:t>
            </a:r>
          </a:p>
          <a:p>
            <a:pPr lvl="1"/>
            <a:r>
              <a:rPr lang="en-US" altLang="en-US" dirty="0"/>
              <a:t>Systematic method by which nurses plan and provide care for patients</a:t>
            </a:r>
          </a:p>
          <a:p>
            <a:pPr lvl="1"/>
            <a:r>
              <a:rPr lang="en-US" altLang="en-US" dirty="0"/>
              <a:t>Problem solving</a:t>
            </a:r>
          </a:p>
          <a:p>
            <a:pPr lvl="1"/>
            <a:r>
              <a:rPr lang="en-US" altLang="en-US" dirty="0"/>
              <a:t>Six phases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8AF405-8040-414D-8207-30417952F83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 </a:t>
            </a:r>
            <a:fld id="{E234264E-8860-42A2-83C5-41782AA54ED9}" type="slidenum">
              <a:rPr lang="en-GB" smtClean="0"/>
              <a:pPr>
                <a:defRPr/>
              </a:pPr>
              <a:t>5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531702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6FCE30-16D4-438A-97DD-25ED53713A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Six Phases of the Nursing Process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5D4785-73FF-4CD3-AEE8-083B610886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 dirty="0"/>
              <a:t>Assessment</a:t>
            </a:r>
          </a:p>
          <a:p>
            <a:r>
              <a:rPr lang="en-US" altLang="en-US" dirty="0"/>
              <a:t>Diagnosis</a:t>
            </a:r>
          </a:p>
          <a:p>
            <a:r>
              <a:rPr lang="en-US" altLang="en-US" dirty="0"/>
              <a:t>Outcomes identification</a:t>
            </a:r>
          </a:p>
          <a:p>
            <a:r>
              <a:rPr lang="en-US" altLang="en-US" dirty="0"/>
              <a:t>Planning</a:t>
            </a:r>
          </a:p>
          <a:p>
            <a:r>
              <a:rPr lang="en-US" altLang="en-US" dirty="0"/>
              <a:t>Implementation</a:t>
            </a:r>
          </a:p>
          <a:p>
            <a:r>
              <a:rPr lang="en-US" altLang="en-US" dirty="0"/>
              <a:t>Evaluation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506DAE-55FC-40F5-86CA-E71B53E365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 </a:t>
            </a:r>
            <a:fld id="{E234264E-8860-42A2-83C5-41782AA54ED9}" type="slidenum">
              <a:rPr lang="en-GB" smtClean="0"/>
              <a:pPr>
                <a:defRPr/>
              </a:pPr>
              <a:t>6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860868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E84E53-81A7-4BEB-AA32-0465599FFB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Assessment Data</a:t>
            </a:r>
            <a:endParaRPr lang="en-US" sz="1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01AF6D-D273-410A-8407-F3D15005CB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defRPr/>
            </a:pPr>
            <a:r>
              <a:rPr lang="en-US" dirty="0"/>
              <a:t>Types of data</a:t>
            </a:r>
          </a:p>
          <a:p>
            <a:pPr lvl="1">
              <a:defRPr/>
            </a:pPr>
            <a:r>
              <a:rPr lang="en-US" dirty="0"/>
              <a:t>Cue</a:t>
            </a:r>
          </a:p>
          <a:p>
            <a:pPr lvl="1">
              <a:defRPr/>
            </a:pPr>
            <a:r>
              <a:rPr lang="en-US" dirty="0"/>
              <a:t>Subjective</a:t>
            </a:r>
          </a:p>
          <a:p>
            <a:pPr lvl="1">
              <a:defRPr/>
            </a:pPr>
            <a:r>
              <a:rPr lang="en-US" dirty="0"/>
              <a:t>Objective</a:t>
            </a:r>
          </a:p>
          <a:p>
            <a:pPr>
              <a:defRPr/>
            </a:pPr>
            <a:r>
              <a:rPr lang="en-US" dirty="0"/>
              <a:t>Sources of data </a:t>
            </a:r>
            <a:endParaRPr lang="en-US" sz="3600" b="1" dirty="0"/>
          </a:p>
          <a:p>
            <a:pPr lvl="1">
              <a:defRPr/>
            </a:pPr>
            <a:r>
              <a:rPr lang="en-US" dirty="0"/>
              <a:t>Primary source</a:t>
            </a:r>
          </a:p>
          <a:p>
            <a:pPr lvl="1">
              <a:defRPr/>
            </a:pPr>
            <a:r>
              <a:rPr lang="en-US" dirty="0"/>
              <a:t>Secondary sources</a:t>
            </a:r>
          </a:p>
          <a:p>
            <a:pPr>
              <a:defRPr/>
            </a:pPr>
            <a:r>
              <a:rPr lang="en-US" altLang="en-US" dirty="0"/>
              <a:t>Methods of Data Collection </a:t>
            </a:r>
            <a:endParaRPr lang="en-US" altLang="en-US" b="1" dirty="0"/>
          </a:p>
          <a:p>
            <a:pPr lvl="1">
              <a:defRPr/>
            </a:pPr>
            <a:r>
              <a:rPr lang="en-US" altLang="en-US" dirty="0"/>
              <a:t>Interview</a:t>
            </a:r>
          </a:p>
          <a:p>
            <a:pPr lvl="1">
              <a:defRPr/>
            </a:pPr>
            <a:r>
              <a:rPr lang="en-US" altLang="en-US" dirty="0"/>
              <a:t>Physical exams</a:t>
            </a:r>
          </a:p>
          <a:p>
            <a:pPr lvl="1">
              <a:defRPr/>
            </a:pPr>
            <a:endParaRPr lang="en-US" dirty="0"/>
          </a:p>
          <a:p>
            <a:pPr lvl="1">
              <a:defRPr/>
            </a:pP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E4CDBE-9B00-4AF6-BC50-D6E829C25D0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 </a:t>
            </a:r>
            <a:fld id="{E234264E-8860-42A2-83C5-41782AA54ED9}" type="slidenum">
              <a:rPr lang="en-GB" smtClean="0"/>
              <a:pPr>
                <a:defRPr/>
              </a:pPr>
              <a:t>7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592997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41F9B-3C69-4903-AB98-272F9ADA1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Patient Problem Statement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9A4773-DB2A-4DDB-B63F-34689919F2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nursing diagnosis/patient problem statement is a type of health problem that can be identified by the nurse </a:t>
            </a:r>
          </a:p>
          <a:p>
            <a:pPr lvl="1"/>
            <a:r>
              <a:rPr lang="en-US" dirty="0"/>
              <a:t>NANDA International </a:t>
            </a:r>
          </a:p>
          <a:p>
            <a:pPr lvl="1"/>
            <a:r>
              <a:rPr lang="en-US" dirty="0"/>
              <a:t>Components</a:t>
            </a:r>
          </a:p>
          <a:p>
            <a:pPr lvl="2"/>
            <a:r>
              <a:rPr lang="en-US" dirty="0"/>
              <a:t>Patient’s presenting signs and symptoms</a:t>
            </a:r>
          </a:p>
          <a:p>
            <a:pPr lvl="2"/>
            <a:r>
              <a:rPr lang="en-US" dirty="0"/>
              <a:t>Contributing, etiologic (causative), and related factors</a:t>
            </a:r>
          </a:p>
          <a:p>
            <a:pPr lvl="2"/>
            <a:r>
              <a:rPr lang="en-US" dirty="0"/>
              <a:t>Defining characteristics </a:t>
            </a:r>
          </a:p>
          <a:p>
            <a:pPr lvl="1"/>
            <a:r>
              <a:rPr lang="en-US" dirty="0"/>
              <a:t>Patient problems may be actual or potential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0ADA70-D0D6-465A-8BF8-04B850F7637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en-GB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1393126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665333-71FA-4AE4-8954-2B93C65E75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Other Types of Health Problems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7A95A6-34BA-4E17-872D-2F44D2CC1B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 dirty="0"/>
              <a:t>Collaborative problems</a:t>
            </a:r>
          </a:p>
          <a:p>
            <a:r>
              <a:rPr lang="en-US" altLang="en-US" dirty="0"/>
              <a:t>Medical diagnosis</a:t>
            </a:r>
          </a:p>
          <a:p>
            <a:r>
              <a:rPr lang="en-US" altLang="en-US" dirty="0"/>
              <a:t>Differentiating medical and nursing diagnoses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B4BF81-AC16-46E8-A0DF-4048B090DF0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 </a:t>
            </a:r>
            <a:fld id="{E234264E-8860-42A2-83C5-41782AA54ED9}" type="slidenum">
              <a:rPr lang="en-GB" smtClean="0"/>
              <a:pPr>
                <a:defRPr/>
              </a:pPr>
              <a:t>9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653671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08D892-7D13-4965-B610-CC6E755F1F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 Identification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63AD8B-96FF-4127-A95A-A7332E5B02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 sz="2400" dirty="0"/>
              <a:t>A goal statement indicates the degree of wellness desired, expected, or possible for the patient to achieve</a:t>
            </a:r>
          </a:p>
          <a:p>
            <a:r>
              <a:rPr lang="en-US" altLang="en-US" sz="2400" dirty="0"/>
              <a:t>Provides a description of the specific, measurable behavior the patient will exhibit in a given time frame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349773-0FE0-4392-89E3-943542E1E3D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 </a:t>
            </a:r>
            <a:fld id="{E234264E-8860-42A2-83C5-41782AA54ED9}" type="slidenum">
              <a:rPr lang="en-GB" smtClean="0"/>
              <a:pPr>
                <a:defRPr/>
              </a:pPr>
              <a:t>10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226922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FC847F-435C-45BD-93B6-A275ABE8E9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Planning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169AB3-0997-41A6-9291-D1D807B8FB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 dirty="0"/>
              <a:t>The nurse establishes priorities of care and nursing interventions are chosen that will best address the nursing diagnosis</a:t>
            </a:r>
          </a:p>
          <a:p>
            <a:r>
              <a:rPr lang="en-US" altLang="en-US" dirty="0"/>
              <a:t>Information is communicated through care plan so that all health care personnel will be directly involved in the care of the patient</a:t>
            </a:r>
          </a:p>
          <a:p>
            <a:r>
              <a:rPr lang="en-US" altLang="en-US" dirty="0"/>
              <a:t>The nurse decides what interventions will be effective after working with the patient and significant others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3B2C88-F3C1-4F86-A221-11BB771634C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 </a:t>
            </a:r>
            <a:fld id="{E234264E-8860-42A2-83C5-41782AA54ED9}" type="slidenum">
              <a:rPr lang="en-GB" smtClean="0"/>
              <a:pPr>
                <a:defRPr/>
              </a:pPr>
              <a:t>11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535915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11FCF0-4E6D-45C7-9F7F-EC5023EDE0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Priority Setting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CA1191-5D45-4A41-82F1-CD01C91C2F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en-US" sz="2400" dirty="0"/>
              <a:t>The RN must prioritize the patient problem statements according to the patient's current health status</a:t>
            </a:r>
          </a:p>
          <a:p>
            <a:r>
              <a:rPr lang="en-US" altLang="en-US" sz="2400" dirty="0"/>
              <a:t>Physiologic needs come before safety and security</a:t>
            </a:r>
          </a:p>
          <a:p>
            <a:r>
              <a:rPr lang="en-US" altLang="en-US" sz="2400" dirty="0"/>
              <a:t>Safety and security needs come before love and belonging needs</a:t>
            </a:r>
          </a:p>
          <a:p>
            <a:r>
              <a:rPr lang="en-US" altLang="en-US" sz="2400" dirty="0"/>
              <a:t>Life- and health-threatening problems are ranked before other types of problems</a:t>
            </a:r>
          </a:p>
          <a:p>
            <a:r>
              <a:rPr lang="en-US" altLang="en-US" sz="2400" dirty="0"/>
              <a:t>Actual problems may be ranked before risk problems</a:t>
            </a:r>
          </a:p>
          <a:p>
            <a:r>
              <a:rPr lang="en-US" altLang="en-US" sz="2400" dirty="0"/>
              <a:t>Priorities change as the patient progresses in the hospitalization; as some problems are resolved, new ones can be addressed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6F21AC-66FA-462E-B459-824423F218F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 </a:t>
            </a:r>
            <a:fld id="{E234264E-8860-42A2-83C5-41782AA54ED9}" type="slidenum">
              <a:rPr lang="en-GB" smtClean="0"/>
              <a:pPr>
                <a:defRPr/>
              </a:pPr>
              <a:t>12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468429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80E2F6-D609-41DE-A3FE-E796C14006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Selecting Nursing Interventions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41F184-932D-4515-BF2A-10BCFDC2F8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en-US" dirty="0"/>
              <a:t>Nursing interventions</a:t>
            </a:r>
          </a:p>
          <a:p>
            <a:pPr lvl="1"/>
            <a:r>
              <a:rPr lang="en-US" altLang="en-US" dirty="0"/>
              <a:t>Activities that promote the achievement of the desired patient outcome</a:t>
            </a:r>
          </a:p>
          <a:p>
            <a:pPr lvl="1"/>
            <a:r>
              <a:rPr lang="en-US" altLang="en-US" dirty="0"/>
              <a:t>Classified as physician-prescribed or nurse-prescribed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63F8CD-ACDD-447A-AA81-9B2D7E5D545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 </a:t>
            </a:r>
            <a:fld id="{E234264E-8860-42A2-83C5-41782AA54ED9}" type="slidenum">
              <a:rPr lang="en-GB" smtClean="0"/>
              <a:pPr>
                <a:defRPr/>
              </a:pPr>
              <a:t>13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443774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CF550E-1B52-4B6D-8038-57473BF31A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Writing Nursing Interventions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F41881-2951-47C9-9BFA-12CB4FC24E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 dirty="0"/>
              <a:t>Because nursing interventions in manuals and textbooks are often broad, general statements, it is often necessary to convert these into more specific, instructional statements</a:t>
            </a:r>
          </a:p>
          <a:p>
            <a:r>
              <a:rPr lang="en-US" altLang="en-US" dirty="0"/>
              <a:t>Nursing interventions must be written to reduce the likelihood of misinterpretation</a:t>
            </a:r>
          </a:p>
          <a:p>
            <a:r>
              <a:rPr lang="en-US" altLang="en-US" dirty="0"/>
              <a:t>Should include the subject, action verb, and qualifying details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C8CCEC-D7AB-4766-A0C0-43B6C2EE292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 </a:t>
            </a:r>
            <a:fld id="{E234264E-8860-42A2-83C5-41782AA54ED9}" type="slidenum">
              <a:rPr lang="en-GB" smtClean="0"/>
              <a:pPr>
                <a:defRPr/>
              </a:pPr>
              <a:t>14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3414158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F1B2C8-4170-4A40-938E-F28989F288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Communicating the Nursing Care Plan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1BB271-1254-456C-91AF-EEBA568E4B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 dirty="0"/>
              <a:t>Written nursing care plan is the product of the nursing process</a:t>
            </a:r>
          </a:p>
          <a:p>
            <a:r>
              <a:rPr lang="en-US" altLang="en-US" dirty="0"/>
              <a:t>It is important to have written guidelines to promote the continuity of patient care</a:t>
            </a:r>
          </a:p>
          <a:p>
            <a:r>
              <a:rPr lang="en-US" altLang="en-US" dirty="0"/>
              <a:t>Nursing care plans may be written specifically for a patient, or a nurse may use a standardized care plan for a patient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660DF4-542B-4F5F-B0CD-CC667C53506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 </a:t>
            </a:r>
            <a:fld id="{E234264E-8860-42A2-83C5-41782AA54ED9}" type="slidenum">
              <a:rPr lang="en-GB" smtClean="0"/>
              <a:pPr>
                <a:defRPr/>
              </a:pPr>
              <a:t>15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117677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344BBD-F903-4FAB-994C-C29DCCA105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Linear Care Plans Versus Concept Maps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B3A492-B497-4074-9D89-E32E8A43FB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altLang="en-US" dirty="0"/>
              <a:t>Common components in the educational setting</a:t>
            </a:r>
          </a:p>
          <a:p>
            <a:pPr lvl="1"/>
            <a:r>
              <a:rPr lang="en-US" altLang="en-US" dirty="0"/>
              <a:t>NANDA-I diagnostic labels</a:t>
            </a:r>
          </a:p>
          <a:p>
            <a:pPr lvl="1"/>
            <a:r>
              <a:rPr lang="en-US" altLang="en-US" dirty="0"/>
              <a:t>Patient-centered goals and desired patient outcomes</a:t>
            </a:r>
          </a:p>
          <a:p>
            <a:pPr lvl="1"/>
            <a:r>
              <a:rPr lang="en-US" altLang="en-US" dirty="0"/>
              <a:t>Nursing interventions</a:t>
            </a:r>
          </a:p>
          <a:p>
            <a:pPr lvl="1"/>
            <a:r>
              <a:rPr lang="en-US" altLang="en-US" dirty="0"/>
              <a:t>Orders</a:t>
            </a:r>
          </a:p>
          <a:p>
            <a:r>
              <a:rPr lang="en-US" altLang="en-US" dirty="0"/>
              <a:t>One of two types of care plans are noted in the educational setting</a:t>
            </a:r>
          </a:p>
          <a:p>
            <a:pPr lvl="1"/>
            <a:r>
              <a:rPr lang="en-US" altLang="en-US" dirty="0"/>
              <a:t>Care plan in a 4- or 5-column format</a:t>
            </a:r>
          </a:p>
          <a:p>
            <a:pPr lvl="1"/>
            <a:r>
              <a:rPr lang="en-US" altLang="en-US" dirty="0"/>
              <a:t>Concept map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A3880E-8C56-4D0B-8AAF-97259F4D5EB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 </a:t>
            </a:r>
            <a:fld id="{E234264E-8860-42A2-83C5-41782AA54ED9}" type="slidenum">
              <a:rPr lang="en-GB" smtClean="0"/>
              <a:pPr>
                <a:defRPr/>
              </a:pPr>
              <a:t>16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355866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6CE42D-BADC-4707-A792-B9A7872F8B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Implementation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C57AB7-4432-4B32-BA36-350DCA7DF4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 dirty="0"/>
              <a:t>Fifth phase of the nursing process</a:t>
            </a:r>
          </a:p>
          <a:p>
            <a:r>
              <a:rPr lang="en-US" altLang="en-US" dirty="0"/>
              <a:t>The nurse and other members of the team put the established plan into action to promote outcome achievement</a:t>
            </a:r>
          </a:p>
          <a:p>
            <a:r>
              <a:rPr lang="en-US" altLang="en-US" dirty="0"/>
              <a:t>Using evidence-based interventions, the plan is implemented in a timely and safe manner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4CA240-6C95-4DD2-AEAF-67BB4BE0BA2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 </a:t>
            </a:r>
            <a:fld id="{E234264E-8860-42A2-83C5-41782AA54ED9}" type="slidenum">
              <a:rPr lang="en-GB" smtClean="0"/>
              <a:pPr>
                <a:defRPr/>
              </a:pPr>
              <a:t>17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8282486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238892-1AB4-4678-9814-5EF8C324BC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Evaluation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5C468-B21F-466D-BF76-4E134103E8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en-US" dirty="0"/>
              <a:t>Determining the extent to which patient goals have been achieved</a:t>
            </a:r>
          </a:p>
          <a:p>
            <a:r>
              <a:rPr lang="en-US" altLang="en-US" dirty="0"/>
              <a:t>Nurse takes several steps:</a:t>
            </a:r>
          </a:p>
          <a:p>
            <a:pPr lvl="1">
              <a:buFont typeface="Wingdings" pitchFamily="18" charset="2"/>
              <a:buChar char="Ø"/>
            </a:pPr>
            <a:r>
              <a:rPr lang="en-US" sz="2200" dirty="0">
                <a:ea typeface="+mn-lt"/>
                <a:cs typeface="+mn-lt"/>
              </a:rPr>
              <a:t>Review patient goals/desired outcomes</a:t>
            </a:r>
          </a:p>
          <a:p>
            <a:pPr lvl="1">
              <a:buFont typeface="Wingdings" pitchFamily="18" charset="2"/>
              <a:buChar char="Ø"/>
            </a:pPr>
            <a:r>
              <a:rPr lang="en-US" sz="2200" dirty="0">
                <a:ea typeface="+mn-lt"/>
                <a:cs typeface="+mn-lt"/>
              </a:rPr>
              <a:t>Reassess the patient for actual response to nursing interventions</a:t>
            </a:r>
          </a:p>
          <a:p>
            <a:pPr lvl="1">
              <a:buFont typeface="Wingdings" pitchFamily="18" charset="2"/>
              <a:buChar char="Ø"/>
            </a:pPr>
            <a:r>
              <a:rPr lang="en-US" sz="2200" dirty="0">
                <a:ea typeface="+mn-lt"/>
                <a:cs typeface="+mn-lt"/>
              </a:rPr>
              <a:t>Compare actual outcome with desired outcome and make critical judgement</a:t>
            </a:r>
            <a:endParaRPr lang="en-US" sz="2200" dirty="0"/>
          </a:p>
          <a:p>
            <a:r>
              <a:rPr lang="en-US" altLang="en-US" dirty="0"/>
              <a:t>Three possible conclusions: goal was achieved, goal was not achieved, or goal was partially achieved</a:t>
            </a:r>
          </a:p>
          <a:p>
            <a:pPr marL="457200" lvl="1" indent="0">
              <a:buNone/>
            </a:pPr>
            <a:endParaRPr lang="en-US" altLang="en-US" dirty="0"/>
          </a:p>
          <a:p>
            <a:pPr lvl="1"/>
            <a:endParaRPr lang="en-US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6D5A5E-D388-4867-93CD-D4483FC18A3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 </a:t>
            </a:r>
            <a:fld id="{E234264E-8860-42A2-83C5-41782AA54ED9}" type="slidenum">
              <a:rPr lang="en-GB" smtClean="0"/>
              <a:pPr>
                <a:defRPr/>
              </a:pPr>
              <a:t>18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8016329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7D6DF2-99CC-4E18-B9D8-2359FF1229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NANDA-I, </a:t>
            </a:r>
            <a:r>
              <a:rPr lang="en-US" altLang="en-US" i="1" dirty="0"/>
              <a:t>NIC, NOC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E02B28-4B6D-4E8E-A353-5885B0F610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 dirty="0"/>
              <a:t>The NANDA-I has formed a relationship with two other groups</a:t>
            </a:r>
          </a:p>
          <a:p>
            <a:pPr lvl="1"/>
            <a:r>
              <a:rPr lang="en-US" altLang="en-US" dirty="0"/>
              <a:t>Nursing Intervention Classification (NIC) is a research group working at the University of Iowa to standardize the language used to organize and describe interventions</a:t>
            </a:r>
          </a:p>
          <a:p>
            <a:pPr lvl="1"/>
            <a:r>
              <a:rPr lang="en-US" altLang="en-US" dirty="0"/>
              <a:t>Nursing Sensitive Outcome Classification (NOC) is a research group working at the University of Iowa that has developed a standardized system to name and measure the results of patient outcomes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637950-68BD-4C6D-B36C-1D2D715708B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 </a:t>
            </a:r>
            <a:fld id="{E234264E-8860-42A2-83C5-41782AA54ED9}" type="slidenum">
              <a:rPr lang="en-GB" smtClean="0"/>
              <a:pPr>
                <a:defRPr/>
              </a:pPr>
              <a:t>19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6403158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6C6E6C-7D76-44FE-B1CA-5D93D06CF5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Role of the Licensed Practical/Vocational Nurse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D44593-4EA8-48DD-BB00-EE96BD8592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 dirty="0"/>
              <a:t>The nursing process may vary from state to state; review the state’s nurse practice act</a:t>
            </a:r>
          </a:p>
          <a:p>
            <a:r>
              <a:rPr lang="en-US" altLang="en-US" dirty="0"/>
              <a:t>Provide direct bedside nursing care</a:t>
            </a:r>
          </a:p>
          <a:p>
            <a:r>
              <a:rPr lang="en-US" altLang="en-US" dirty="0"/>
              <a:t>This direct care position allows the LPN/LVN to closely observe, prioritize, intervene, and evaluate the care provided to and for the patient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C2100F-2397-474B-8239-469AAF54748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 </a:t>
            </a:r>
            <a:fld id="{E234264E-8860-42A2-83C5-41782AA54ED9}" type="slidenum">
              <a:rPr lang="en-GB" smtClean="0"/>
              <a:pPr>
                <a:defRPr/>
              </a:pPr>
              <a:t>20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985854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C2E060-3507-4E49-B47A-E3C7F6897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Clinical Pathways</a:t>
            </a:r>
            <a:br>
              <a:rPr lang="en-US" altLang="en-US" dirty="0"/>
            </a:br>
            <a:r>
              <a:rPr lang="en-US" altLang="en-US" sz="1600" dirty="0"/>
              <a:t>(Slide 1 of 2)</a:t>
            </a:r>
            <a:endParaRPr lang="en-US" sz="1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0414C5-49B2-47F8-A33B-655EC80B91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en-US" dirty="0"/>
              <a:t>Managed care</a:t>
            </a:r>
          </a:p>
          <a:p>
            <a:pPr lvl="1"/>
            <a:r>
              <a:rPr lang="en-US" altLang="en-US" dirty="0"/>
              <a:t>A health care system that has control over primary health care services and attempts to trim down health care costs by reducing unnecessary or overlapping services</a:t>
            </a:r>
          </a:p>
          <a:p>
            <a:r>
              <a:rPr lang="en-US" altLang="en-US" dirty="0"/>
              <a:t>Case management</a:t>
            </a:r>
          </a:p>
          <a:p>
            <a:pPr lvl="1"/>
            <a:r>
              <a:rPr lang="en-US" altLang="en-US" dirty="0"/>
              <a:t>Encompasses planning, coordination of care, and patient advocacy in providing quality, cost-effective outcomes for the patient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22F6FE-F2DB-46DB-85EF-B9078F860D9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 </a:t>
            </a:r>
            <a:fld id="{E234264E-8860-42A2-83C5-41782AA54ED9}" type="slidenum">
              <a:rPr lang="en-GB" smtClean="0"/>
              <a:pPr>
                <a:defRPr/>
              </a:pPr>
              <a:t>21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8120619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C2E060-3507-4E49-B47A-E3C7F6897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Clinical Pathways</a:t>
            </a:r>
            <a:br>
              <a:rPr lang="en-US" altLang="en-US" dirty="0"/>
            </a:br>
            <a:r>
              <a:rPr lang="en-US" altLang="en-US" sz="1600" dirty="0"/>
              <a:t>(Slide 2 of 2)</a:t>
            </a:r>
            <a:endParaRPr lang="en-US" sz="1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0414C5-49B2-47F8-A33B-655EC80B91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en-US" dirty="0"/>
              <a:t>Multidisciplinary plan that incorporates evidence-based practice guidelines for high-risk, high-volume, high-cost types of cases</a:t>
            </a:r>
          </a:p>
          <a:p>
            <a:r>
              <a:rPr lang="en-US" altLang="en-US" dirty="0"/>
              <a:t>Guides care with coordination of actions from all disciplines in a health care facility</a:t>
            </a:r>
          </a:p>
          <a:p>
            <a:r>
              <a:rPr lang="en-US" altLang="en-US" dirty="0"/>
              <a:t>Variance</a:t>
            </a:r>
          </a:p>
          <a:p>
            <a:pPr lvl="1"/>
            <a:r>
              <a:rPr lang="en-US" altLang="en-US" dirty="0"/>
              <a:t>Patient does not achieve the projected outcome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22F6FE-F2DB-46DB-85EF-B9078F860D9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 </a:t>
            </a:r>
            <a:fld id="{E234264E-8860-42A2-83C5-41782AA54ED9}" type="slidenum">
              <a:rPr lang="en-GB" smtClean="0"/>
              <a:pPr>
                <a:defRPr/>
              </a:pPr>
              <a:t>22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6109705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DBD3BB-7D76-4707-8D76-009E808ECC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Critical Thinking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40594A-4501-4289-B424-F591FA7BC7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altLang="en-US" dirty="0"/>
              <a:t>Critical thinkers think with a purpose</a:t>
            </a:r>
          </a:p>
          <a:p>
            <a:r>
              <a:rPr lang="en-US" altLang="en-US" dirty="0"/>
              <a:t>They question information, conclusions, and points of view</a:t>
            </a:r>
          </a:p>
          <a:p>
            <a:r>
              <a:rPr lang="en-US" altLang="en-US" dirty="0"/>
              <a:t>They are logical and fair in their thinking</a:t>
            </a:r>
          </a:p>
          <a:p>
            <a:r>
              <a:rPr lang="en-US" altLang="en-US" dirty="0"/>
              <a:t>Critical thinking is a complex process, and no single simple definition explains all aspects of critical thinking</a:t>
            </a:r>
          </a:p>
          <a:p>
            <a:r>
              <a:rPr lang="en-US" altLang="en-US" dirty="0"/>
              <a:t>The nurse must be able not only to perform skills, but also think about what he or she is doing</a:t>
            </a:r>
          </a:p>
          <a:p>
            <a:r>
              <a:rPr lang="en-US" altLang="en-US" dirty="0"/>
              <a:t>Nurses use a knowledge base to make decisions, generate new ideas, and solve problems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CCB70A-FFD1-4DFA-AB08-EBFBDE2BE75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 </a:t>
            </a:r>
            <a:fld id="{E234264E-8860-42A2-83C5-41782AA54ED9}" type="slidenum">
              <a:rPr lang="en-GB" smtClean="0"/>
              <a:pPr>
                <a:defRPr/>
              </a:pPr>
              <a:t>23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0771054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AFA7A9-E6C8-40E2-9F24-CF786FE422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Evidence-Based Practice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B2D880-5D15-4B6E-B5A6-55864160AF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 dirty="0"/>
              <a:t>Nursing research is the basis for evidence-based practice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C40843-157F-4C29-BA88-D96DB55C98F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 </a:t>
            </a:r>
            <a:fld id="{E234264E-8860-42A2-83C5-41782AA54ED9}" type="slidenum">
              <a:rPr lang="en-GB" smtClean="0"/>
              <a:pPr>
                <a:defRPr/>
              </a:pPr>
              <a:t>24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27908442"/>
      </p:ext>
    </p:extLst>
  </p:cSld>
  <p:clrMapOvr>
    <a:masterClrMapping/>
  </p:clrMapOvr>
</p:sld>
</file>

<file path=ppt/theme/theme1.xml><?xml version="1.0" encoding="utf-8"?>
<a:theme xmlns:a="http://schemas.openxmlformats.org/drawingml/2006/main" name="2_Blue Diagonal">
  <a:themeElements>
    <a:clrScheme name="2_Blue Diagonal 1">
      <a:dk1>
        <a:srgbClr val="000000"/>
      </a:dk1>
      <a:lt1>
        <a:srgbClr val="FFFFFF"/>
      </a:lt1>
      <a:dk2>
        <a:srgbClr val="0066FF"/>
      </a:dk2>
      <a:lt2>
        <a:srgbClr val="FFFF00"/>
      </a:lt2>
      <a:accent1>
        <a:srgbClr val="00CCCC"/>
      </a:accent1>
      <a:accent2>
        <a:srgbClr val="FF33CC"/>
      </a:accent2>
      <a:accent3>
        <a:srgbClr val="AAB8FF"/>
      </a:accent3>
      <a:accent4>
        <a:srgbClr val="DADADA"/>
      </a:accent4>
      <a:accent5>
        <a:srgbClr val="AAE2E2"/>
      </a:accent5>
      <a:accent6>
        <a:srgbClr val="E72DB9"/>
      </a:accent6>
      <a:hlink>
        <a:srgbClr val="FF4568"/>
      </a:hlink>
      <a:folHlink>
        <a:srgbClr val="CCECFF"/>
      </a:folHlink>
    </a:clrScheme>
    <a:fontScheme name="2_Blue Diagonal">
      <a:majorFont>
        <a:latin typeface="ArialMT"/>
        <a:ea typeface="ＭＳ Ｐゴシック"/>
        <a:cs typeface=""/>
      </a:majorFont>
      <a:minorFont>
        <a:latin typeface="ArialMT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2_Blue Diagonal 1">
        <a:dk1>
          <a:srgbClr val="000000"/>
        </a:dk1>
        <a:lt1>
          <a:srgbClr val="FFFFFF"/>
        </a:lt1>
        <a:dk2>
          <a:srgbClr val="0066FF"/>
        </a:dk2>
        <a:lt2>
          <a:srgbClr val="FFFF00"/>
        </a:lt2>
        <a:accent1>
          <a:srgbClr val="00CCCC"/>
        </a:accent1>
        <a:accent2>
          <a:srgbClr val="FF33CC"/>
        </a:accent2>
        <a:accent3>
          <a:srgbClr val="AAB8FF"/>
        </a:accent3>
        <a:accent4>
          <a:srgbClr val="DADADA"/>
        </a:accent4>
        <a:accent5>
          <a:srgbClr val="AAE2E2"/>
        </a:accent5>
        <a:accent6>
          <a:srgbClr val="E72DB9"/>
        </a:accent6>
        <a:hlink>
          <a:srgbClr val="FF4568"/>
        </a:hlink>
        <a:folHlink>
          <a:srgbClr val="CCECFF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Blue Diagonal 2">
        <a:dk1>
          <a:srgbClr val="000000"/>
        </a:dk1>
        <a:lt1>
          <a:srgbClr val="9999FF"/>
        </a:lt1>
        <a:dk2>
          <a:srgbClr val="6600FF"/>
        </a:dk2>
        <a:lt2>
          <a:srgbClr val="FFFFFF"/>
        </a:lt2>
        <a:accent1>
          <a:srgbClr val="CCCCFF"/>
        </a:accent1>
        <a:accent2>
          <a:srgbClr val="FF99FF"/>
        </a:accent2>
        <a:accent3>
          <a:srgbClr val="CACAFF"/>
        </a:accent3>
        <a:accent4>
          <a:srgbClr val="000000"/>
        </a:accent4>
        <a:accent5>
          <a:srgbClr val="E2E2FF"/>
        </a:accent5>
        <a:accent6>
          <a:srgbClr val="E78AE7"/>
        </a:accent6>
        <a:hlink>
          <a:srgbClr val="00CC66"/>
        </a:hlink>
        <a:folHlink>
          <a:srgbClr val="CCEC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Blue Diagonal 3">
        <a:dk1>
          <a:srgbClr val="000000"/>
        </a:dk1>
        <a:lt1>
          <a:srgbClr val="FFFFFF"/>
        </a:lt1>
        <a:dk2>
          <a:srgbClr val="000000"/>
        </a:dk2>
        <a:lt2>
          <a:srgbClr val="CBCBCB"/>
        </a:lt2>
        <a:accent1>
          <a:srgbClr val="DDDDDD"/>
        </a:accent1>
        <a:accent2>
          <a:srgbClr val="B2B2B2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A1A1A1"/>
        </a:accent6>
        <a:hlink>
          <a:srgbClr val="4D4D4D"/>
        </a:hlink>
        <a:folHlink>
          <a:srgbClr val="777777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Blue Diagonal 4">
        <a:dk1>
          <a:srgbClr val="000000"/>
        </a:dk1>
        <a:lt1>
          <a:srgbClr val="FFFFFF"/>
        </a:lt1>
        <a:dk2>
          <a:srgbClr val="990066"/>
        </a:dk2>
        <a:lt2>
          <a:srgbClr val="FFFF00"/>
        </a:lt2>
        <a:accent1>
          <a:srgbClr val="996633"/>
        </a:accent1>
        <a:accent2>
          <a:srgbClr val="CC6600"/>
        </a:accent2>
        <a:accent3>
          <a:srgbClr val="CAAAB8"/>
        </a:accent3>
        <a:accent4>
          <a:srgbClr val="DADADA"/>
        </a:accent4>
        <a:accent5>
          <a:srgbClr val="CAB8AD"/>
        </a:accent5>
        <a:accent6>
          <a:srgbClr val="B95C00"/>
        </a:accent6>
        <a:hlink>
          <a:srgbClr val="999933"/>
        </a:hlink>
        <a:folHlink>
          <a:srgbClr val="CCCCFF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template" id="{05B35852-82C8-4380-BE3E-72E8A36B344E}" vid="{44BCCB53-EE29-414A-8F6C-89C65B68B0C1}"/>
    </a:ext>
  </a:extLst>
</a:theme>
</file>

<file path=ppt/theme/theme2.xml><?xml version="1.0" encoding="utf-8"?>
<a:theme xmlns:a="http://schemas.openxmlformats.org/drawingml/2006/main" name="3_Blue Diagonal">
  <a:themeElements>
    <a:clrScheme name="3_Blue Diagonal 1">
      <a:dk1>
        <a:srgbClr val="000000"/>
      </a:dk1>
      <a:lt1>
        <a:srgbClr val="FFFFFF"/>
      </a:lt1>
      <a:dk2>
        <a:srgbClr val="0066FF"/>
      </a:dk2>
      <a:lt2>
        <a:srgbClr val="FFFF00"/>
      </a:lt2>
      <a:accent1>
        <a:srgbClr val="00CCCC"/>
      </a:accent1>
      <a:accent2>
        <a:srgbClr val="FF33CC"/>
      </a:accent2>
      <a:accent3>
        <a:srgbClr val="AAB8FF"/>
      </a:accent3>
      <a:accent4>
        <a:srgbClr val="DADADA"/>
      </a:accent4>
      <a:accent5>
        <a:srgbClr val="AAE2E2"/>
      </a:accent5>
      <a:accent6>
        <a:srgbClr val="E72DB9"/>
      </a:accent6>
      <a:hlink>
        <a:srgbClr val="FF4568"/>
      </a:hlink>
      <a:folHlink>
        <a:srgbClr val="CCECFF"/>
      </a:folHlink>
    </a:clrScheme>
    <a:fontScheme name="3_Blue Diagonal">
      <a:majorFont>
        <a:latin typeface="Arial"/>
        <a:ea typeface="ＭＳ Ｐゴシック"/>
        <a:cs typeface=""/>
      </a:majorFont>
      <a:minorFont>
        <a:latin typeface="Arial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3_Blue Diagonal 1">
        <a:dk1>
          <a:srgbClr val="000000"/>
        </a:dk1>
        <a:lt1>
          <a:srgbClr val="FFFFFF"/>
        </a:lt1>
        <a:dk2>
          <a:srgbClr val="0066FF"/>
        </a:dk2>
        <a:lt2>
          <a:srgbClr val="FFFF00"/>
        </a:lt2>
        <a:accent1>
          <a:srgbClr val="00CCCC"/>
        </a:accent1>
        <a:accent2>
          <a:srgbClr val="FF33CC"/>
        </a:accent2>
        <a:accent3>
          <a:srgbClr val="AAB8FF"/>
        </a:accent3>
        <a:accent4>
          <a:srgbClr val="DADADA"/>
        </a:accent4>
        <a:accent5>
          <a:srgbClr val="AAE2E2"/>
        </a:accent5>
        <a:accent6>
          <a:srgbClr val="E72DB9"/>
        </a:accent6>
        <a:hlink>
          <a:srgbClr val="FF4568"/>
        </a:hlink>
        <a:folHlink>
          <a:srgbClr val="CCECFF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Blue Diagonal 2">
        <a:dk1>
          <a:srgbClr val="000000"/>
        </a:dk1>
        <a:lt1>
          <a:srgbClr val="9999FF"/>
        </a:lt1>
        <a:dk2>
          <a:srgbClr val="6600FF"/>
        </a:dk2>
        <a:lt2>
          <a:srgbClr val="FFFFFF"/>
        </a:lt2>
        <a:accent1>
          <a:srgbClr val="CCCCFF"/>
        </a:accent1>
        <a:accent2>
          <a:srgbClr val="FF99FF"/>
        </a:accent2>
        <a:accent3>
          <a:srgbClr val="CACAFF"/>
        </a:accent3>
        <a:accent4>
          <a:srgbClr val="000000"/>
        </a:accent4>
        <a:accent5>
          <a:srgbClr val="E2E2FF"/>
        </a:accent5>
        <a:accent6>
          <a:srgbClr val="E78AE7"/>
        </a:accent6>
        <a:hlink>
          <a:srgbClr val="00CC66"/>
        </a:hlink>
        <a:folHlink>
          <a:srgbClr val="CCEC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Blue Diagonal 3">
        <a:dk1>
          <a:srgbClr val="000000"/>
        </a:dk1>
        <a:lt1>
          <a:srgbClr val="FFFFFF"/>
        </a:lt1>
        <a:dk2>
          <a:srgbClr val="000000"/>
        </a:dk2>
        <a:lt2>
          <a:srgbClr val="CBCBCB"/>
        </a:lt2>
        <a:accent1>
          <a:srgbClr val="DDDDDD"/>
        </a:accent1>
        <a:accent2>
          <a:srgbClr val="B2B2B2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A1A1A1"/>
        </a:accent6>
        <a:hlink>
          <a:srgbClr val="4D4D4D"/>
        </a:hlink>
        <a:folHlink>
          <a:srgbClr val="777777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Blue Diagonal 4">
        <a:dk1>
          <a:srgbClr val="000000"/>
        </a:dk1>
        <a:lt1>
          <a:srgbClr val="FFFFFF"/>
        </a:lt1>
        <a:dk2>
          <a:srgbClr val="990066"/>
        </a:dk2>
        <a:lt2>
          <a:srgbClr val="FFFF00"/>
        </a:lt2>
        <a:accent1>
          <a:srgbClr val="996633"/>
        </a:accent1>
        <a:accent2>
          <a:srgbClr val="CC6600"/>
        </a:accent2>
        <a:accent3>
          <a:srgbClr val="CAAAB8"/>
        </a:accent3>
        <a:accent4>
          <a:srgbClr val="DADADA"/>
        </a:accent4>
        <a:accent5>
          <a:srgbClr val="CAB8AD"/>
        </a:accent5>
        <a:accent6>
          <a:srgbClr val="B95C00"/>
        </a:accent6>
        <a:hlink>
          <a:srgbClr val="999933"/>
        </a:hlink>
        <a:folHlink>
          <a:srgbClr val="CCCCFF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template" id="{05B35852-82C8-4380-BE3E-72E8A36B344E}" vid="{E7008CAA-0110-4942-A27F-B887E31738AC}"/>
    </a:ext>
  </a:extLst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6847</TotalTime>
  <Words>1436</Words>
  <Application>Microsoft Office PowerPoint</Application>
  <PresentationFormat>On-screen Show (4:3)</PresentationFormat>
  <Paragraphs>199</Paragraphs>
  <Slides>24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24</vt:i4>
      </vt:variant>
    </vt:vector>
  </HeadingPairs>
  <TitlesOfParts>
    <vt:vector size="32" baseType="lpstr">
      <vt:lpstr>Arial</vt:lpstr>
      <vt:lpstr>ArialMT</vt:lpstr>
      <vt:lpstr>Times New Roman</vt:lpstr>
      <vt:lpstr>Wingdings</vt:lpstr>
      <vt:lpstr>Wingdings 2</vt:lpstr>
      <vt:lpstr>Wingdings 3</vt:lpstr>
      <vt:lpstr>2_Blue Diagonal</vt:lpstr>
      <vt:lpstr>3_Blue Diagonal</vt:lpstr>
      <vt:lpstr>Chapter 5  </vt:lpstr>
      <vt:lpstr>Lesson 5.1: Nursing Process and Critical Thinking (Slide 1 of 3)</vt:lpstr>
      <vt:lpstr>Lesson 5.1: Nursing Process and Critical Thinking (Slide 2 of 3)</vt:lpstr>
      <vt:lpstr>Lesson 5.1: Nursing Process and Critical Thinking (Slide 3 of 3)</vt:lpstr>
      <vt:lpstr>Introduction</vt:lpstr>
      <vt:lpstr>Six Phases of the Nursing Process</vt:lpstr>
      <vt:lpstr>Assessment Data</vt:lpstr>
      <vt:lpstr>Patient Problem Statement</vt:lpstr>
      <vt:lpstr>Other Types of Health Problems </vt:lpstr>
      <vt:lpstr>Goal Identification</vt:lpstr>
      <vt:lpstr>Planning</vt:lpstr>
      <vt:lpstr>Priority Setting</vt:lpstr>
      <vt:lpstr>Selecting Nursing Interventions</vt:lpstr>
      <vt:lpstr>Writing Nursing Interventions</vt:lpstr>
      <vt:lpstr>Communicating the Nursing Care Plan</vt:lpstr>
      <vt:lpstr>Linear Care Plans Versus Concept Maps</vt:lpstr>
      <vt:lpstr>Implementation</vt:lpstr>
      <vt:lpstr>Evaluation</vt:lpstr>
      <vt:lpstr>NANDA-I, NIC, NOC</vt:lpstr>
      <vt:lpstr>Role of the Licensed Practical/Vocational Nurse</vt:lpstr>
      <vt:lpstr>Clinical Pathways (Slide 1 of 2)</vt:lpstr>
      <vt:lpstr>Clinical Pathways (Slide 2 of 2)</vt:lpstr>
      <vt:lpstr>Critical Thinking</vt:lpstr>
      <vt:lpstr>Evidence-Based Practice</vt:lpstr>
    </vt:vector>
  </TitlesOfParts>
  <Company>REED Elsevier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Chapter 7 Body Systems</dc:title>
  <dc:creator>Linda Honeycutt</dc:creator>
  <cp:lastModifiedBy>Jyoti Tyagi (IL-IN)</cp:lastModifiedBy>
  <cp:revision>810</cp:revision>
  <dcterms:created xsi:type="dcterms:W3CDTF">2005-01-16T17:28:53Z</dcterms:created>
  <dcterms:modified xsi:type="dcterms:W3CDTF">2022-07-06T06:38:28Z</dcterms:modified>
</cp:coreProperties>
</file>