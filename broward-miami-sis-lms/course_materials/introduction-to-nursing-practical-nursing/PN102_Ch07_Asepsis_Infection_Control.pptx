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4" r:id="rId1"/>
    <p:sldMasterId id="2147483735" r:id="rId2"/>
  </p:sldMasterIdLst>
  <p:notesMasterIdLst>
    <p:notesMasterId r:id="rId25"/>
  </p:notesMasterIdLst>
  <p:handoutMasterIdLst>
    <p:handoutMasterId r:id="rId26"/>
  </p:handoutMasterIdLst>
  <p:sldIdLst>
    <p:sldId id="454" r:id="rId3"/>
    <p:sldId id="372" r:id="rId4"/>
    <p:sldId id="455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56" r:id="rId17"/>
    <p:sldId id="468" r:id="rId18"/>
    <p:sldId id="469" r:id="rId19"/>
    <p:sldId id="470" r:id="rId20"/>
    <p:sldId id="471" r:id="rId21"/>
    <p:sldId id="472" r:id="rId22"/>
    <p:sldId id="473" r:id="rId23"/>
    <p:sldId id="474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2">
          <p15:clr>
            <a:srgbClr val="A4A3A4"/>
          </p15:clr>
        </p15:guide>
        <p15:guide id="3" pos="2880">
          <p15:clr>
            <a:srgbClr val="A4A3A4"/>
          </p15:clr>
        </p15:guide>
        <p15:guide id="4" pos="524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llen Kunkelmann" initials="AU" lastIdx="7" clrIdx="0"/>
  <p:cmAuthor id="1" name="Reed Elsevier" initials="RE" lastIdx="1" clrIdx="1"/>
  <p:cmAuthor id="2" name="Lisa" initials="L" lastIdx="1" clrIdx="2">
    <p:extLst>
      <p:ext uri="{19B8F6BF-5375-455C-9EA6-DF929625EA0E}">
        <p15:presenceInfo xmlns:p15="http://schemas.microsoft.com/office/powerpoint/2012/main" userId="L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2A17DA-3176-5267-D145-7735B59A20FD}" v="140" dt="2021-12-27T18:38:18.065"/>
    <p1510:client id="{D0467945-D760-0E73-54E2-7DD60919E9CF}" v="85" dt="2021-12-28T15:28:08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68" autoAdjust="0"/>
    <p:restoredTop sz="90175" autoAdjust="0"/>
  </p:normalViewPr>
  <p:slideViewPr>
    <p:cSldViewPr snapToGrid="0">
      <p:cViewPr varScale="1">
        <p:scale>
          <a:sx n="60" d="100"/>
          <a:sy n="60" d="100"/>
        </p:scale>
        <p:origin x="1220" y="48"/>
      </p:cViewPr>
      <p:guideLst>
        <p:guide orient="horz" pos="2160"/>
        <p:guide orient="horz" pos="1002"/>
        <p:guide pos="2880"/>
        <p:guide pos="52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856" y="45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ya Spindler" userId="S::daya.spindler@g.austincc.edu::d47267c9-b69c-4d84-8d8d-9eb6067b7650" providerId="AD" clId="Web-{752A17DA-3176-5267-D145-7735B59A20FD}"/>
    <pc:docChg chg="modSld">
      <pc:chgData name="Daya Spindler" userId="S::daya.spindler@g.austincc.edu::d47267c9-b69c-4d84-8d8d-9eb6067b7650" providerId="AD" clId="Web-{752A17DA-3176-5267-D145-7735B59A20FD}" dt="2021-12-27T18:38:18.065" v="148" actId="20577"/>
      <pc:docMkLst>
        <pc:docMk/>
      </pc:docMkLst>
      <pc:sldChg chg="modSp">
        <pc:chgData name="Daya Spindler" userId="S::daya.spindler@g.austincc.edu::d47267c9-b69c-4d84-8d8d-9eb6067b7650" providerId="AD" clId="Web-{752A17DA-3176-5267-D145-7735B59A20FD}" dt="2021-12-27T18:07:06.815" v="29" actId="20577"/>
        <pc:sldMkLst>
          <pc:docMk/>
          <pc:sldMk cId="0" sldId="372"/>
        </pc:sldMkLst>
        <pc:spChg chg="mod">
          <ac:chgData name="Daya Spindler" userId="S::daya.spindler@g.austincc.edu::d47267c9-b69c-4d84-8d8d-9eb6067b7650" providerId="AD" clId="Web-{752A17DA-3176-5267-D145-7735B59A20FD}" dt="2021-12-27T18:07:06.815" v="29" actId="20577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06:55.736" v="25" actId="20577"/>
        <pc:sldMkLst>
          <pc:docMk/>
          <pc:sldMk cId="4149221392" sldId="454"/>
        </pc:sldMkLst>
        <pc:spChg chg="mod">
          <ac:chgData name="Daya Spindler" userId="S::daya.spindler@g.austincc.edu::d47267c9-b69c-4d84-8d8d-9eb6067b7650" providerId="AD" clId="Web-{752A17DA-3176-5267-D145-7735B59A20FD}" dt="2021-12-27T18:06:55.736" v="25" actId="20577"/>
          <ac:spMkLst>
            <pc:docMk/>
            <pc:sldMk cId="4149221392" sldId="454"/>
            <ac:spMk id="3" creationId="{00000000-0000-0000-0000-000000000000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06:22.265" v="1" actId="20577"/>
          <ac:spMkLst>
            <pc:docMk/>
            <pc:sldMk cId="4149221392" sldId="454"/>
            <ac:spMk id="5" creationId="{768FB6F7-A481-41DF-934F-28DB4F80864F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08:00.303" v="31" actId="20577"/>
        <pc:sldMkLst>
          <pc:docMk/>
          <pc:sldMk cId="1979311178" sldId="455"/>
        </pc:sldMkLst>
        <pc:spChg chg="mod">
          <ac:chgData name="Daya Spindler" userId="S::daya.spindler@g.austincc.edu::d47267c9-b69c-4d84-8d8d-9eb6067b7650" providerId="AD" clId="Web-{752A17DA-3176-5267-D145-7735B59A20FD}" dt="2021-12-27T18:08:00.303" v="31" actId="20577"/>
          <ac:spMkLst>
            <pc:docMk/>
            <pc:sldMk cId="1979311178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08:32.698" v="33" actId="20577"/>
        <pc:sldMkLst>
          <pc:docMk/>
          <pc:sldMk cId="1754380647" sldId="456"/>
        </pc:sldMkLst>
        <pc:spChg chg="mod">
          <ac:chgData name="Daya Spindler" userId="S::daya.spindler@g.austincc.edu::d47267c9-b69c-4d84-8d8d-9eb6067b7650" providerId="AD" clId="Web-{752A17DA-3176-5267-D145-7735B59A20FD}" dt="2021-12-27T18:08:32.698" v="33" actId="20577"/>
          <ac:spMkLst>
            <pc:docMk/>
            <pc:sldMk cId="1754380647" sldId="456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13:13.888" v="39" actId="20577"/>
        <pc:sldMkLst>
          <pc:docMk/>
          <pc:sldMk cId="2732983791" sldId="457"/>
        </pc:sldMkLst>
        <pc:spChg chg="mod">
          <ac:chgData name="Daya Spindler" userId="S::daya.spindler@g.austincc.edu::d47267c9-b69c-4d84-8d8d-9eb6067b7650" providerId="AD" clId="Web-{752A17DA-3176-5267-D145-7735B59A20FD}" dt="2021-12-27T18:13:13.888" v="39" actId="20577"/>
          <ac:spMkLst>
            <pc:docMk/>
            <pc:sldMk cId="2732983791" sldId="457"/>
            <ac:spMk id="3" creationId="{E3521289-C1BF-48F6-A679-AD854CE15EA4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10:18.955" v="35" actId="20577"/>
          <ac:spMkLst>
            <pc:docMk/>
            <pc:sldMk cId="2732983791" sldId="457"/>
            <ac:spMk id="5" creationId="{9CD6ECBD-C4BD-4661-B537-1A36D71ADE40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13:58.532" v="58" actId="20577"/>
        <pc:sldMkLst>
          <pc:docMk/>
          <pc:sldMk cId="4272923522" sldId="458"/>
        </pc:sldMkLst>
        <pc:spChg chg="mod">
          <ac:chgData name="Daya Spindler" userId="S::daya.spindler@g.austincc.edu::d47267c9-b69c-4d84-8d8d-9eb6067b7650" providerId="AD" clId="Web-{752A17DA-3176-5267-D145-7735B59A20FD}" dt="2021-12-27T18:13:58.532" v="58" actId="20577"/>
          <ac:spMkLst>
            <pc:docMk/>
            <pc:sldMk cId="4272923522" sldId="458"/>
            <ac:spMk id="3" creationId="{093F58D0-A53A-4951-B788-99982149F465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13:20.092" v="41" actId="20577"/>
          <ac:spMkLst>
            <pc:docMk/>
            <pc:sldMk cId="4272923522" sldId="458"/>
            <ac:spMk id="5" creationId="{17021874-2FC2-4DF7-8963-33A667C08D27}"/>
          </ac:spMkLst>
        </pc:spChg>
      </pc:sldChg>
      <pc:sldChg chg="modSp modNotes">
        <pc:chgData name="Daya Spindler" userId="S::daya.spindler@g.austincc.edu::d47267c9-b69c-4d84-8d8d-9eb6067b7650" providerId="AD" clId="Web-{752A17DA-3176-5267-D145-7735B59A20FD}" dt="2021-12-27T18:17:08.794" v="72"/>
        <pc:sldMkLst>
          <pc:docMk/>
          <pc:sldMk cId="84253065" sldId="459"/>
        </pc:sldMkLst>
        <pc:spChg chg="mod">
          <ac:chgData name="Daya Spindler" userId="S::daya.spindler@g.austincc.edu::d47267c9-b69c-4d84-8d8d-9eb6067b7650" providerId="AD" clId="Web-{752A17DA-3176-5267-D145-7735B59A20FD}" dt="2021-12-27T18:15:28.163" v="71" actId="20577"/>
          <ac:spMkLst>
            <pc:docMk/>
            <pc:sldMk cId="84253065" sldId="459"/>
            <ac:spMk id="3" creationId="{E979D76F-1F00-48BA-A078-4C81268D1BBD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14:28.018" v="60" actId="20577"/>
          <ac:spMkLst>
            <pc:docMk/>
            <pc:sldMk cId="84253065" sldId="459"/>
            <ac:spMk id="5" creationId="{7D0F3B2A-B364-4D73-AC4C-1F33A13B947B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17:50.437" v="76" actId="20577"/>
        <pc:sldMkLst>
          <pc:docMk/>
          <pc:sldMk cId="271222959" sldId="460"/>
        </pc:sldMkLst>
        <pc:spChg chg="mod">
          <ac:chgData name="Daya Spindler" userId="S::daya.spindler@g.austincc.edu::d47267c9-b69c-4d84-8d8d-9eb6067b7650" providerId="AD" clId="Web-{752A17DA-3176-5267-D145-7735B59A20FD}" dt="2021-12-27T18:17:50.437" v="76" actId="20577"/>
          <ac:spMkLst>
            <pc:docMk/>
            <pc:sldMk cId="271222959" sldId="460"/>
            <ac:spMk id="3" creationId="{028AE83E-8928-4089-8F1C-07B4453A28D5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17:15.326" v="74" actId="20577"/>
          <ac:spMkLst>
            <pc:docMk/>
            <pc:sldMk cId="271222959" sldId="460"/>
            <ac:spMk id="5" creationId="{08BC2477-5E25-40C2-B4BB-E767D208E569}"/>
          </ac:spMkLst>
        </pc:spChg>
      </pc:sldChg>
      <pc:sldChg chg="modSp modNotes">
        <pc:chgData name="Daya Spindler" userId="S::daya.spindler@g.austincc.edu::d47267c9-b69c-4d84-8d8d-9eb6067b7650" providerId="AD" clId="Web-{752A17DA-3176-5267-D145-7735B59A20FD}" dt="2021-12-27T18:20:06.024" v="92" actId="20577"/>
        <pc:sldMkLst>
          <pc:docMk/>
          <pc:sldMk cId="2470276354" sldId="461"/>
        </pc:sldMkLst>
        <pc:spChg chg="mod">
          <ac:chgData name="Daya Spindler" userId="S::daya.spindler@g.austincc.edu::d47267c9-b69c-4d84-8d8d-9eb6067b7650" providerId="AD" clId="Web-{752A17DA-3176-5267-D145-7735B59A20FD}" dt="2021-12-27T18:20:06.024" v="92" actId="20577"/>
          <ac:spMkLst>
            <pc:docMk/>
            <pc:sldMk cId="2470276354" sldId="461"/>
            <ac:spMk id="5" creationId="{EC373CB3-E032-4FA4-A3CC-23BE57344F76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20:47.043" v="94" actId="20577"/>
        <pc:sldMkLst>
          <pc:docMk/>
          <pc:sldMk cId="1325822964" sldId="462"/>
        </pc:sldMkLst>
        <pc:spChg chg="mod">
          <ac:chgData name="Daya Spindler" userId="S::daya.spindler@g.austincc.edu::d47267c9-b69c-4d84-8d8d-9eb6067b7650" providerId="AD" clId="Web-{752A17DA-3176-5267-D145-7735B59A20FD}" dt="2021-12-27T18:20:47.043" v="94" actId="20577"/>
          <ac:spMkLst>
            <pc:docMk/>
            <pc:sldMk cId="1325822964" sldId="462"/>
            <ac:spMk id="5" creationId="{330FD9DA-D37E-4E64-930A-6E09941CAD27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21:11.139" v="96" actId="20577"/>
        <pc:sldMkLst>
          <pc:docMk/>
          <pc:sldMk cId="3756678827" sldId="463"/>
        </pc:sldMkLst>
        <pc:spChg chg="mod">
          <ac:chgData name="Daya Spindler" userId="S::daya.spindler@g.austincc.edu::d47267c9-b69c-4d84-8d8d-9eb6067b7650" providerId="AD" clId="Web-{752A17DA-3176-5267-D145-7735B59A20FD}" dt="2021-12-27T18:21:11.139" v="96" actId="20577"/>
          <ac:spMkLst>
            <pc:docMk/>
            <pc:sldMk cId="3756678827" sldId="463"/>
            <ac:spMk id="5" creationId="{46E15961-5A11-4048-A9CE-15C9CFED05FE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23:44.258" v="98" actId="20577"/>
        <pc:sldMkLst>
          <pc:docMk/>
          <pc:sldMk cId="4216179821" sldId="464"/>
        </pc:sldMkLst>
        <pc:spChg chg="mod">
          <ac:chgData name="Daya Spindler" userId="S::daya.spindler@g.austincc.edu::d47267c9-b69c-4d84-8d8d-9eb6067b7650" providerId="AD" clId="Web-{752A17DA-3176-5267-D145-7735B59A20FD}" dt="2021-12-27T18:23:44.258" v="98" actId="20577"/>
          <ac:spMkLst>
            <pc:docMk/>
            <pc:sldMk cId="4216179821" sldId="464"/>
            <ac:spMk id="5" creationId="{E4531E64-6C9F-40B3-8860-3B6A9526328B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30:52.208" v="102" actId="20577"/>
        <pc:sldMkLst>
          <pc:docMk/>
          <pc:sldMk cId="1587135165" sldId="465"/>
        </pc:sldMkLst>
        <pc:spChg chg="mod">
          <ac:chgData name="Daya Spindler" userId="S::daya.spindler@g.austincc.edu::d47267c9-b69c-4d84-8d8d-9eb6067b7650" providerId="AD" clId="Web-{752A17DA-3176-5267-D145-7735B59A20FD}" dt="2021-12-27T18:30:52.208" v="102" actId="20577"/>
          <ac:spMkLst>
            <pc:docMk/>
            <pc:sldMk cId="1587135165" sldId="465"/>
            <ac:spMk id="3" creationId="{49E29FCE-3B8A-464A-B4E3-B3821DAD4BE0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24:30.871" v="100" actId="20577"/>
          <ac:spMkLst>
            <pc:docMk/>
            <pc:sldMk cId="1587135165" sldId="465"/>
            <ac:spMk id="5" creationId="{BB353BA6-B223-424C-B859-B8E604ED308B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31:10.162" v="104" actId="20577"/>
        <pc:sldMkLst>
          <pc:docMk/>
          <pc:sldMk cId="813308727" sldId="466"/>
        </pc:sldMkLst>
        <pc:spChg chg="mod">
          <ac:chgData name="Daya Spindler" userId="S::daya.spindler@g.austincc.edu::d47267c9-b69c-4d84-8d8d-9eb6067b7650" providerId="AD" clId="Web-{752A17DA-3176-5267-D145-7735B59A20FD}" dt="2021-12-27T18:31:10.162" v="104" actId="20577"/>
          <ac:spMkLst>
            <pc:docMk/>
            <pc:sldMk cId="813308727" sldId="466"/>
            <ac:spMk id="5" creationId="{E16359A5-5E95-46CD-AECE-AC90215A0497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34:32.207" v="138" actId="20577"/>
        <pc:sldMkLst>
          <pc:docMk/>
          <pc:sldMk cId="1423028670" sldId="467"/>
        </pc:sldMkLst>
        <pc:spChg chg="mod">
          <ac:chgData name="Daya Spindler" userId="S::daya.spindler@g.austincc.edu::d47267c9-b69c-4d84-8d8d-9eb6067b7650" providerId="AD" clId="Web-{752A17DA-3176-5267-D145-7735B59A20FD}" dt="2021-12-27T18:34:32.207" v="138" actId="20577"/>
          <ac:spMkLst>
            <pc:docMk/>
            <pc:sldMk cId="1423028670" sldId="467"/>
            <ac:spMk id="3" creationId="{8951A8EC-2AA7-4B2C-9F86-D27630A7D816}"/>
          </ac:spMkLst>
        </pc:spChg>
        <pc:spChg chg="mod">
          <ac:chgData name="Daya Spindler" userId="S::daya.spindler@g.austincc.edu::d47267c9-b69c-4d84-8d8d-9eb6067b7650" providerId="AD" clId="Web-{752A17DA-3176-5267-D145-7735B59A20FD}" dt="2021-12-27T18:32:56.544" v="106" actId="20577"/>
          <ac:spMkLst>
            <pc:docMk/>
            <pc:sldMk cId="1423028670" sldId="467"/>
            <ac:spMk id="5" creationId="{9BCEA338-F073-4D14-B8BC-A245C1951F6B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34:50.317" v="142" actId="20577"/>
        <pc:sldMkLst>
          <pc:docMk/>
          <pc:sldMk cId="219616988" sldId="468"/>
        </pc:sldMkLst>
        <pc:spChg chg="mod">
          <ac:chgData name="Daya Spindler" userId="S::daya.spindler@g.austincc.edu::d47267c9-b69c-4d84-8d8d-9eb6067b7650" providerId="AD" clId="Web-{752A17DA-3176-5267-D145-7735B59A20FD}" dt="2021-12-27T18:34:50.317" v="142" actId="20577"/>
          <ac:spMkLst>
            <pc:docMk/>
            <pc:sldMk cId="219616988" sldId="468"/>
            <ac:spMk id="5" creationId="{D4B83E52-F799-42CF-99B3-AFF3E4D67961}"/>
          </ac:spMkLst>
        </pc:spChg>
      </pc:sldChg>
      <pc:sldChg chg="modSp modNotes">
        <pc:chgData name="Daya Spindler" userId="S::daya.spindler@g.austincc.edu::d47267c9-b69c-4d84-8d8d-9eb6067b7650" providerId="AD" clId="Web-{752A17DA-3176-5267-D145-7735B59A20FD}" dt="2021-12-27T18:38:09.955" v="146"/>
        <pc:sldMkLst>
          <pc:docMk/>
          <pc:sldMk cId="2947525629" sldId="469"/>
        </pc:sldMkLst>
        <pc:spChg chg="mod">
          <ac:chgData name="Daya Spindler" userId="S::daya.spindler@g.austincc.edu::d47267c9-b69c-4d84-8d8d-9eb6067b7650" providerId="AD" clId="Web-{752A17DA-3176-5267-D145-7735B59A20FD}" dt="2021-12-27T18:36:50.731" v="144" actId="20577"/>
          <ac:spMkLst>
            <pc:docMk/>
            <pc:sldMk cId="2947525629" sldId="469"/>
            <ac:spMk id="5" creationId="{E04C46F6-62A6-444A-92E4-C3CE0F81AC5A}"/>
          </ac:spMkLst>
        </pc:spChg>
      </pc:sldChg>
      <pc:sldChg chg="modSp">
        <pc:chgData name="Daya Spindler" userId="S::daya.spindler@g.austincc.edu::d47267c9-b69c-4d84-8d8d-9eb6067b7650" providerId="AD" clId="Web-{752A17DA-3176-5267-D145-7735B59A20FD}" dt="2021-12-27T18:38:18.065" v="148" actId="20577"/>
        <pc:sldMkLst>
          <pc:docMk/>
          <pc:sldMk cId="2457721907" sldId="470"/>
        </pc:sldMkLst>
        <pc:spChg chg="mod">
          <ac:chgData name="Daya Spindler" userId="S::daya.spindler@g.austincc.edu::d47267c9-b69c-4d84-8d8d-9eb6067b7650" providerId="AD" clId="Web-{752A17DA-3176-5267-D145-7735B59A20FD}" dt="2021-12-27T18:38:18.065" v="148" actId="20577"/>
          <ac:spMkLst>
            <pc:docMk/>
            <pc:sldMk cId="2457721907" sldId="470"/>
            <ac:spMk id="5" creationId="{1D998EB2-6C40-4813-8DF5-47FD9FCF927E}"/>
          </ac:spMkLst>
        </pc:spChg>
      </pc:sldChg>
    </pc:docChg>
  </pc:docChgLst>
  <pc:docChgLst>
    <pc:chgData name="Daya Spindler" userId="S::daya.spindler@g.austincc.edu::d47267c9-b69c-4d84-8d8d-9eb6067b7650" providerId="AD" clId="Web-{D0467945-D760-0E73-54E2-7DD60919E9CF}"/>
    <pc:docChg chg="modSld">
      <pc:chgData name="Daya Spindler" userId="S::daya.spindler@g.austincc.edu::d47267c9-b69c-4d84-8d8d-9eb6067b7650" providerId="AD" clId="Web-{D0467945-D760-0E73-54E2-7DD60919E9CF}" dt="2021-12-28T15:28:08.888" v="83"/>
      <pc:docMkLst>
        <pc:docMk/>
      </pc:docMkLst>
      <pc:sldChg chg="modSp">
        <pc:chgData name="Daya Spindler" userId="S::daya.spindler@g.austincc.edu::d47267c9-b69c-4d84-8d8d-9eb6067b7650" providerId="AD" clId="Web-{D0467945-D760-0E73-54E2-7DD60919E9CF}" dt="2021-12-28T15:27:21.807" v="63"/>
        <pc:sldMkLst>
          <pc:docMk/>
          <pc:sldMk cId="0" sldId="372"/>
        </pc:sldMkLst>
        <pc:spChg chg="ord">
          <ac:chgData name="Daya Spindler" userId="S::daya.spindler@g.austincc.edu::d47267c9-b69c-4d84-8d8d-9eb6067b7650" providerId="AD" clId="Web-{D0467945-D760-0E73-54E2-7DD60919E9CF}" dt="2021-12-28T15:27:21.807" v="63"/>
          <ac:spMkLst>
            <pc:docMk/>
            <pc:sldMk cId="0" sldId="372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23.932" v="64"/>
        <pc:sldMkLst>
          <pc:docMk/>
          <pc:sldMk cId="1979311178" sldId="455"/>
        </pc:sldMkLst>
        <pc:spChg chg="ord">
          <ac:chgData name="Daya Spindler" userId="S::daya.spindler@g.austincc.edu::d47267c9-b69c-4d84-8d8d-9eb6067b7650" providerId="AD" clId="Web-{D0467945-D760-0E73-54E2-7DD60919E9CF}" dt="2021-12-28T15:27:23.932" v="64"/>
          <ac:spMkLst>
            <pc:docMk/>
            <pc:sldMk cId="1979311178" sldId="455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50.277" v="76"/>
        <pc:sldMkLst>
          <pc:docMk/>
          <pc:sldMk cId="1754380647" sldId="456"/>
        </pc:sldMkLst>
        <pc:spChg chg="ord">
          <ac:chgData name="Daya Spindler" userId="S::daya.spindler@g.austincc.edu::d47267c9-b69c-4d84-8d8d-9eb6067b7650" providerId="AD" clId="Web-{D0467945-D760-0E73-54E2-7DD60919E9CF}" dt="2021-12-28T15:27:50.277" v="76"/>
          <ac:spMkLst>
            <pc:docMk/>
            <pc:sldMk cId="1754380647" sldId="456"/>
            <ac:spMk id="7" creationId="{02598B23-8599-4380-8CAC-73D86CAD3A51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26.073" v="65"/>
        <pc:sldMkLst>
          <pc:docMk/>
          <pc:sldMk cId="2732983791" sldId="457"/>
        </pc:sldMkLst>
        <pc:spChg chg="ord">
          <ac:chgData name="Daya Spindler" userId="S::daya.spindler@g.austincc.edu::d47267c9-b69c-4d84-8d8d-9eb6067b7650" providerId="AD" clId="Web-{D0467945-D760-0E73-54E2-7DD60919E9CF}" dt="2021-12-28T15:27:26.073" v="65"/>
          <ac:spMkLst>
            <pc:docMk/>
            <pc:sldMk cId="2732983791" sldId="457"/>
            <ac:spMk id="5" creationId="{9CD6ECBD-C4BD-4661-B537-1A36D71ADE40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28.589" v="66"/>
        <pc:sldMkLst>
          <pc:docMk/>
          <pc:sldMk cId="4272923522" sldId="458"/>
        </pc:sldMkLst>
        <pc:spChg chg="ord">
          <ac:chgData name="Daya Spindler" userId="S::daya.spindler@g.austincc.edu::d47267c9-b69c-4d84-8d8d-9eb6067b7650" providerId="AD" clId="Web-{D0467945-D760-0E73-54E2-7DD60919E9CF}" dt="2021-12-28T15:27:28.589" v="66"/>
          <ac:spMkLst>
            <pc:docMk/>
            <pc:sldMk cId="4272923522" sldId="458"/>
            <ac:spMk id="5" creationId="{17021874-2FC2-4DF7-8963-33A667C08D27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30.526" v="67"/>
        <pc:sldMkLst>
          <pc:docMk/>
          <pc:sldMk cId="84253065" sldId="459"/>
        </pc:sldMkLst>
        <pc:spChg chg="ord">
          <ac:chgData name="Daya Spindler" userId="S::daya.spindler@g.austincc.edu::d47267c9-b69c-4d84-8d8d-9eb6067b7650" providerId="AD" clId="Web-{D0467945-D760-0E73-54E2-7DD60919E9CF}" dt="2021-12-28T15:27:30.526" v="67"/>
          <ac:spMkLst>
            <pc:docMk/>
            <pc:sldMk cId="84253065" sldId="459"/>
            <ac:spMk id="5" creationId="{7D0F3B2A-B364-4D73-AC4C-1F33A13B947B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32.698" v="68"/>
        <pc:sldMkLst>
          <pc:docMk/>
          <pc:sldMk cId="271222959" sldId="460"/>
        </pc:sldMkLst>
        <pc:spChg chg="ord">
          <ac:chgData name="Daya Spindler" userId="S::daya.spindler@g.austincc.edu::d47267c9-b69c-4d84-8d8d-9eb6067b7650" providerId="AD" clId="Web-{D0467945-D760-0E73-54E2-7DD60919E9CF}" dt="2021-12-28T15:27:32.698" v="68"/>
          <ac:spMkLst>
            <pc:docMk/>
            <pc:sldMk cId="271222959" sldId="460"/>
            <ac:spMk id="5" creationId="{08BC2477-5E25-40C2-B4BB-E767D208E569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34.714" v="69"/>
        <pc:sldMkLst>
          <pc:docMk/>
          <pc:sldMk cId="2470276354" sldId="461"/>
        </pc:sldMkLst>
        <pc:spChg chg="ord">
          <ac:chgData name="Daya Spindler" userId="S::daya.spindler@g.austincc.edu::d47267c9-b69c-4d84-8d8d-9eb6067b7650" providerId="AD" clId="Web-{D0467945-D760-0E73-54E2-7DD60919E9CF}" dt="2021-12-28T15:27:34.714" v="69"/>
          <ac:spMkLst>
            <pc:docMk/>
            <pc:sldMk cId="2470276354" sldId="461"/>
            <ac:spMk id="5" creationId="{EC373CB3-E032-4FA4-A3CC-23BE57344F76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36.574" v="70"/>
        <pc:sldMkLst>
          <pc:docMk/>
          <pc:sldMk cId="1325822964" sldId="462"/>
        </pc:sldMkLst>
        <pc:spChg chg="ord">
          <ac:chgData name="Daya Spindler" userId="S::daya.spindler@g.austincc.edu::d47267c9-b69c-4d84-8d8d-9eb6067b7650" providerId="AD" clId="Web-{D0467945-D760-0E73-54E2-7DD60919E9CF}" dt="2021-12-28T15:27:36.574" v="70"/>
          <ac:spMkLst>
            <pc:docMk/>
            <pc:sldMk cId="1325822964" sldId="462"/>
            <ac:spMk id="5" creationId="{330FD9DA-D37E-4E64-930A-6E09941CAD27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38.417" v="71"/>
        <pc:sldMkLst>
          <pc:docMk/>
          <pc:sldMk cId="3756678827" sldId="463"/>
        </pc:sldMkLst>
        <pc:spChg chg="ord">
          <ac:chgData name="Daya Spindler" userId="S::daya.spindler@g.austincc.edu::d47267c9-b69c-4d84-8d8d-9eb6067b7650" providerId="AD" clId="Web-{D0467945-D760-0E73-54E2-7DD60919E9CF}" dt="2021-12-28T15:27:38.417" v="71"/>
          <ac:spMkLst>
            <pc:docMk/>
            <pc:sldMk cId="3756678827" sldId="463"/>
            <ac:spMk id="5" creationId="{46E15961-5A11-4048-A9CE-15C9CFED05FE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41.105" v="72"/>
        <pc:sldMkLst>
          <pc:docMk/>
          <pc:sldMk cId="4216179821" sldId="464"/>
        </pc:sldMkLst>
        <pc:spChg chg="ord">
          <ac:chgData name="Daya Spindler" userId="S::daya.spindler@g.austincc.edu::d47267c9-b69c-4d84-8d8d-9eb6067b7650" providerId="AD" clId="Web-{D0467945-D760-0E73-54E2-7DD60919E9CF}" dt="2021-12-28T15:27:41.105" v="72"/>
          <ac:spMkLst>
            <pc:docMk/>
            <pc:sldMk cId="4216179821" sldId="464"/>
            <ac:spMk id="5" creationId="{E4531E64-6C9F-40B3-8860-3B6A9526328B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43.324" v="73"/>
        <pc:sldMkLst>
          <pc:docMk/>
          <pc:sldMk cId="1587135165" sldId="465"/>
        </pc:sldMkLst>
        <pc:spChg chg="ord">
          <ac:chgData name="Daya Spindler" userId="S::daya.spindler@g.austincc.edu::d47267c9-b69c-4d84-8d8d-9eb6067b7650" providerId="AD" clId="Web-{D0467945-D760-0E73-54E2-7DD60919E9CF}" dt="2021-12-28T15:27:43.324" v="73"/>
          <ac:spMkLst>
            <pc:docMk/>
            <pc:sldMk cId="1587135165" sldId="465"/>
            <ac:spMk id="5" creationId="{BB353BA6-B223-424C-B859-B8E604ED308B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45.465" v="74"/>
        <pc:sldMkLst>
          <pc:docMk/>
          <pc:sldMk cId="813308727" sldId="466"/>
        </pc:sldMkLst>
        <pc:spChg chg="ord">
          <ac:chgData name="Daya Spindler" userId="S::daya.spindler@g.austincc.edu::d47267c9-b69c-4d84-8d8d-9eb6067b7650" providerId="AD" clId="Web-{D0467945-D760-0E73-54E2-7DD60919E9CF}" dt="2021-12-28T15:27:45.465" v="74"/>
          <ac:spMkLst>
            <pc:docMk/>
            <pc:sldMk cId="813308727" sldId="466"/>
            <ac:spMk id="5" creationId="{E16359A5-5E95-46CD-AECE-AC90215A0497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47.855" v="75"/>
        <pc:sldMkLst>
          <pc:docMk/>
          <pc:sldMk cId="1423028670" sldId="467"/>
        </pc:sldMkLst>
        <pc:spChg chg="ord">
          <ac:chgData name="Daya Spindler" userId="S::daya.spindler@g.austincc.edu::d47267c9-b69c-4d84-8d8d-9eb6067b7650" providerId="AD" clId="Web-{D0467945-D760-0E73-54E2-7DD60919E9CF}" dt="2021-12-28T15:27:47.855" v="75"/>
          <ac:spMkLst>
            <pc:docMk/>
            <pc:sldMk cId="1423028670" sldId="467"/>
            <ac:spMk id="5" creationId="{9BCEA338-F073-4D14-B8BC-A245C1951F6B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52.199" v="77"/>
        <pc:sldMkLst>
          <pc:docMk/>
          <pc:sldMk cId="219616988" sldId="468"/>
        </pc:sldMkLst>
        <pc:spChg chg="ord">
          <ac:chgData name="Daya Spindler" userId="S::daya.spindler@g.austincc.edu::d47267c9-b69c-4d84-8d8d-9eb6067b7650" providerId="AD" clId="Web-{D0467945-D760-0E73-54E2-7DD60919E9CF}" dt="2021-12-28T15:27:52.199" v="77"/>
          <ac:spMkLst>
            <pc:docMk/>
            <pc:sldMk cId="219616988" sldId="468"/>
            <ac:spMk id="5" creationId="{D4B83E52-F799-42CF-99B3-AFF3E4D67961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54.668" v="78"/>
        <pc:sldMkLst>
          <pc:docMk/>
          <pc:sldMk cId="2947525629" sldId="469"/>
        </pc:sldMkLst>
        <pc:spChg chg="ord">
          <ac:chgData name="Daya Spindler" userId="S::daya.spindler@g.austincc.edu::d47267c9-b69c-4d84-8d8d-9eb6067b7650" providerId="AD" clId="Web-{D0467945-D760-0E73-54E2-7DD60919E9CF}" dt="2021-12-28T15:27:54.668" v="78"/>
          <ac:spMkLst>
            <pc:docMk/>
            <pc:sldMk cId="2947525629" sldId="469"/>
            <ac:spMk id="5" creationId="{E04C46F6-62A6-444A-92E4-C3CE0F81AC5A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7:59.387" v="79"/>
        <pc:sldMkLst>
          <pc:docMk/>
          <pc:sldMk cId="2457721907" sldId="470"/>
        </pc:sldMkLst>
        <pc:spChg chg="mod">
          <ac:chgData name="Daya Spindler" userId="S::daya.spindler@g.austincc.edu::d47267c9-b69c-4d84-8d8d-9eb6067b7650" providerId="AD" clId="Web-{D0467945-D760-0E73-54E2-7DD60919E9CF}" dt="2021-12-28T15:15:14.217" v="34" actId="20577"/>
          <ac:spMkLst>
            <pc:docMk/>
            <pc:sldMk cId="2457721907" sldId="470"/>
            <ac:spMk id="3" creationId="{93F59B95-F788-4D49-B691-C21599470691}"/>
          </ac:spMkLst>
        </pc:spChg>
        <pc:spChg chg="ord">
          <ac:chgData name="Daya Spindler" userId="S::daya.spindler@g.austincc.edu::d47267c9-b69c-4d84-8d8d-9eb6067b7650" providerId="AD" clId="Web-{D0467945-D760-0E73-54E2-7DD60919E9CF}" dt="2021-12-28T15:27:59.387" v="79"/>
          <ac:spMkLst>
            <pc:docMk/>
            <pc:sldMk cId="2457721907" sldId="470"/>
            <ac:spMk id="5" creationId="{1D998EB2-6C40-4813-8DF5-47FD9FCF927E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8:01.341" v="80"/>
        <pc:sldMkLst>
          <pc:docMk/>
          <pc:sldMk cId="3198689349" sldId="471"/>
        </pc:sldMkLst>
        <pc:spChg chg="mod">
          <ac:chgData name="Daya Spindler" userId="S::daya.spindler@g.austincc.edu::d47267c9-b69c-4d84-8d8d-9eb6067b7650" providerId="AD" clId="Web-{D0467945-D760-0E73-54E2-7DD60919E9CF}" dt="2021-12-28T15:21:15.910" v="56" actId="20577"/>
          <ac:spMkLst>
            <pc:docMk/>
            <pc:sldMk cId="3198689349" sldId="471"/>
            <ac:spMk id="3" creationId="{D3A6208A-33E6-453A-9D81-0C0C461B054E}"/>
          </ac:spMkLst>
        </pc:spChg>
        <pc:spChg chg="mod ord">
          <ac:chgData name="Daya Spindler" userId="S::daya.spindler@g.austincc.edu::d47267c9-b69c-4d84-8d8d-9eb6067b7650" providerId="AD" clId="Web-{D0467945-D760-0E73-54E2-7DD60919E9CF}" dt="2021-12-28T15:28:01.341" v="80"/>
          <ac:spMkLst>
            <pc:docMk/>
            <pc:sldMk cId="3198689349" sldId="471"/>
            <ac:spMk id="5" creationId="{42182227-219E-4675-87AD-6CAF7B08DC80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8:04.388" v="81"/>
        <pc:sldMkLst>
          <pc:docMk/>
          <pc:sldMk cId="852755687" sldId="472"/>
        </pc:sldMkLst>
        <pc:spChg chg="mod ord">
          <ac:chgData name="Daya Spindler" userId="S::daya.spindler@g.austincc.edu::d47267c9-b69c-4d84-8d8d-9eb6067b7650" providerId="AD" clId="Web-{D0467945-D760-0E73-54E2-7DD60919E9CF}" dt="2021-12-28T15:28:04.388" v="81"/>
          <ac:spMkLst>
            <pc:docMk/>
            <pc:sldMk cId="852755687" sldId="472"/>
            <ac:spMk id="5" creationId="{F7B12FAC-8A92-4527-97E1-D7AECAF669F7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8:06.700" v="82"/>
        <pc:sldMkLst>
          <pc:docMk/>
          <pc:sldMk cId="1638341303" sldId="473"/>
        </pc:sldMkLst>
        <pc:spChg chg="mod ord">
          <ac:chgData name="Daya Spindler" userId="S::daya.spindler@g.austincc.edu::d47267c9-b69c-4d84-8d8d-9eb6067b7650" providerId="AD" clId="Web-{D0467945-D760-0E73-54E2-7DD60919E9CF}" dt="2021-12-28T15:28:06.700" v="82"/>
          <ac:spMkLst>
            <pc:docMk/>
            <pc:sldMk cId="1638341303" sldId="473"/>
            <ac:spMk id="5" creationId="{DE59299C-8DBF-494D-B6FF-A989B89A188B}"/>
          </ac:spMkLst>
        </pc:spChg>
      </pc:sldChg>
      <pc:sldChg chg="modSp">
        <pc:chgData name="Daya Spindler" userId="S::daya.spindler@g.austincc.edu::d47267c9-b69c-4d84-8d8d-9eb6067b7650" providerId="AD" clId="Web-{D0467945-D760-0E73-54E2-7DD60919E9CF}" dt="2021-12-28T15:28:08.888" v="83"/>
        <pc:sldMkLst>
          <pc:docMk/>
          <pc:sldMk cId="4182963936" sldId="474"/>
        </pc:sldMkLst>
        <pc:spChg chg="mod ord">
          <ac:chgData name="Daya Spindler" userId="S::daya.spindler@g.austincc.edu::d47267c9-b69c-4d84-8d8d-9eb6067b7650" providerId="AD" clId="Web-{D0467945-D760-0E73-54E2-7DD60919E9CF}" dt="2021-12-28T15:28:08.888" v="83"/>
          <ac:spMkLst>
            <pc:docMk/>
            <pc:sldMk cId="4182963936" sldId="474"/>
            <ac:spMk id="5" creationId="{EA82E9E3-46AA-422F-A64F-3987721F38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DFD4B-DC45-B29B-4BFE-6D3FE51DAA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385754" y="-16778"/>
            <a:ext cx="447066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 dirty="0"/>
              <a:t>COOPER: Foundations and Adult Health Nursing, 9th Edition</a:t>
            </a:r>
          </a:p>
          <a:p>
            <a:r>
              <a:rPr lang="en-US" dirty="0"/>
              <a:t>Chapter 7 Student Handout 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7B1316-0843-FE71-BBEA-0D35445681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4C357-C77F-2D77-A03A-A236144831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10690-3EEC-4C93-92EE-76CF0E3E8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992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94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94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ea typeface="ＭＳ Ｐゴシック" pitchFamily="34" charset="-128"/>
                <a:cs typeface="+mn-cs"/>
              </a:defRPr>
            </a:lvl1pPr>
          </a:lstStyle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957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286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0858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5430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00250" indent="-171450" algn="l" rtl="0" eaLnBrk="0" fontAlgn="base" hangingPunct="0">
      <a:spcBef>
        <a:spcPct val="30000"/>
      </a:spcBef>
      <a:spcAft>
        <a:spcPct val="0"/>
      </a:spcAft>
      <a:buFont typeface="Arial" pitchFamily="34" charset="0"/>
      <a:buChar char="•"/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2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3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7206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Why is it importance for nurses to be aware of infection control principles and practices?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229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How does the nurse practice asepsis in his or her environment?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the difference between clean and sterile technique?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739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en-US" dirty="0">
              <a:latin typeface="Arial" panose="020B0604020202020204" pitchFamily="34" charset="0"/>
              <a:cs typeface="Arial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708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Calibri"/>
                <a:ea typeface="ＭＳ Ｐゴシック"/>
                <a:cs typeface="Calibri"/>
              </a:rPr>
              <a:t>Refer to Table 7.2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78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the incubation period, prodromal stage, and acute stage (Box 7-3).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Give examples of localized and systemic infections.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20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examples that would cause the inflammatory response.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71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Give an example of a health care–associated infection.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What is the difference between a health care–associated infection and community-acquired infection?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21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guidelines that apply to blood, all body fluids, secretions, and excretions (except sweat) regardless of whether they contain visible blood; nonintact skin; and mucous membranes.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598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1EC53791-3B67-456B-BE62-314E38E80534}" type="slidenum">
              <a:rPr lang="en-US" smtClean="0">
                <a:latin typeface="Arial" charset="0"/>
                <a:ea typeface="ＭＳ Ｐゴシック" charset="-128"/>
              </a:rPr>
              <a:pPr>
                <a:defRPr/>
              </a:pPr>
              <a:t>15</a:t>
            </a:fld>
            <a:endParaRPr lang="en-US" dirty="0">
              <a:latin typeface="Arial" charset="0"/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228600" indent="-228600">
              <a:buFont typeface="+mj-lt"/>
              <a:buNone/>
            </a:pPr>
            <a:endParaRPr lang="en-US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31859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proper handwashing technique and if possible demonstrate hand hygiene.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076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teaching patient and family about rationale for wearing gloves.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the reaction to certain proteins found in natural rubber latex.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How are latex proteins able to enter the body through the skin and mucous membranes, intravascularly, and by inhalation?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When should gowns be worn when caring for patients?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/>
                <a:ea typeface="ＭＳ Ｐゴシック"/>
                <a:cs typeface="Arial"/>
              </a:rPr>
              <a:t>Give examples of isolation that may require masks.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88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basic principles of isolation techniques used.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using the HEPA respirator, negative-pressure room, and yearly TB tests.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269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Discuss when technique is used: operating room, labor and delivery, at bedside, major diagnostic and procedure units.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Explain to patient how the procedure is performed and how to avoid contaminating sterile items.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reasons it is important to maintain sterility of equipment used.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Discuss how to perform surgical hand scrub.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5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Explain the difference between aseptic (basic clean) and bacteriostatic (antiseptic solutions).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the methods used to destroy microorganisms and examples of each.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6603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Educate the patient about the nature of infection and techniques to plan for and control the spread.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6880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en-US" dirty="0">
                <a:latin typeface="Arial" panose="020B0604020202020204" pitchFamily="34" charset="0"/>
              </a:rPr>
              <a:t>Discuss each of the areas to educate patients in the home setting.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F81156-E6AF-44C8-BBE8-65F3689151C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658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BC70723-5CE8-499C-9971-E4BA18B80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Footer Placeholder 1">
            <a:extLst>
              <a:ext uri="{FF2B5EF4-FFF2-40B4-BE49-F238E27FC236}">
                <a16:creationId xmlns:a16="http://schemas.microsoft.com/office/drawing/2014/main" id="{3487AE73-3EFF-4555-9FC5-23593D65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E234264E-8860-42A2-83C5-41782AA54ED9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37759797-3D2C-4F47-AED4-0E8ADB422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9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5AAB81D7-0106-4E41-AE2E-2E4047E24355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4177A3A-15AF-4BAA-AB48-4B3B002C052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C81CECAA-A39B-467B-A776-CD395CF9D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65A3104-DFC4-492D-B3D0-C3C246A48F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FCA15E23-B403-4680-BAA9-DB5D51A8CFD2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D72A011B-01AE-4CD8-834B-21DB9583C27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A7D6F96D-A6E5-45AB-8576-3F1772613D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3E21C735-DADD-43D3-9408-D21FA5E14BBC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D8B011C-2750-47E8-9990-D6261FE36FA6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0F24A53-2415-4DAD-BD6A-1D9F5DDAF533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2078F67-8AE8-4E9C-AA54-76CE029A507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B9D621F-A6F6-4120-BD22-05C76ECD157E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200D131F-949B-4E5B-BE81-7C14B29CC9F1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8EBBF4AC-9420-466C-AD9E-FD6592AADD2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97B28123-2912-48D2-AF42-C274BD8D6B1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C6C156E8-9280-4352-B33B-89F3740952C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5BEE1B7-10AA-4C75-B080-000D6057ADA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198644BA-AE6D-4C74-A6DD-E08DB08BD49A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/>
              <a:t> </a:t>
            </a:r>
            <a:fld id="{77F366DB-197B-47FE-868E-147B370B9598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15250" y="6359525"/>
            <a:ext cx="132715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i="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71EFB42C-6A15-4A9A-871B-37380EDB6A26}" type="slidenum">
              <a:rPr lang="en-GB" smtClean="0"/>
              <a:pPr>
                <a:defRPr/>
              </a:pPr>
              <a:t>‹#›</a:t>
            </a:fld>
            <a:endParaRPr lang="en-GB" dirty="0"/>
          </a:p>
          <a:p>
            <a:pPr>
              <a:defRPr/>
            </a:pPr>
            <a:endParaRPr lang="en-GB" dirty="0"/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EC67DEBA-1458-4D94-8AC0-2EE32DB11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71600" y="6359525"/>
            <a:ext cx="6343650" cy="381000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8A4F26-EEF7-B20D-1C9E-B91F8BD04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400">
          <a:solidFill>
            <a:schemeClr val="bg2"/>
          </a:solidFill>
          <a:latin typeface="ArialMT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MT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70000"/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1475"/>
            <a:ext cx="777240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8800" y="63595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solidFill>
                  <a:schemeClr val="bg2"/>
                </a:solidFill>
                <a:ea typeface="ＭＳ Ｐゴシック" charset="-128"/>
                <a:cs typeface="Arial" charset="0"/>
              </a:defRPr>
            </a:lvl1pPr>
          </a:lstStyle>
          <a:p>
            <a:pPr>
              <a:defRPr/>
            </a:pPr>
            <a:r>
              <a:rPr lang="en-GB" dirty="0"/>
              <a:t> </a:t>
            </a:r>
            <a:fld id="{0FB175F7-DCBF-4C4E-B2DF-5E10268F084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DA9B12-C27F-2A29-71F8-9F97D8D27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068637" y="6427763"/>
            <a:ext cx="3006725" cy="24452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itchFamily="18" charset="2"/>
        <a:buChar char="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Ø"/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15000"/>
        <a:buChar char="•"/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 3" pitchFamily="18" charset="2"/>
        <a:buChar char="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 New Roman" pitchFamily="18" charset="0"/>
        <a:buChar char="–"/>
        <a:defRPr sz="16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Chapter 7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 dirty="0"/>
              <a:t>Asepsis and Infection Control</a:t>
            </a:r>
          </a:p>
        </p:txBody>
      </p:sp>
    </p:spTree>
    <p:extLst>
      <p:ext uri="{BB962C8B-B14F-4D97-AF65-F5344CB8AC3E}">
        <p14:creationId xmlns:p14="http://schemas.microsoft.com/office/powerpoint/2010/main" val="4149221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7.1: Asepsis and Infection Control</a:t>
            </a:r>
            <a:br>
              <a:rPr lang="en-US" sz="3400" dirty="0"/>
            </a:br>
            <a:r>
              <a:rPr lang="en-US" sz="1600" dirty="0"/>
              <a:t>(Slide 1 of 2)</a:t>
            </a:r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Explain the difference between medical and surgical asepsis.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Explain how each element of the chain of infection contributes to infection.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List five major classifications of pathogens.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the body’s normal defenses against infections.</a:t>
            </a:r>
          </a:p>
          <a:p>
            <a:pPr marL="514350" lvl="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2</a:t>
            </a:fld>
            <a:endParaRPr lang="en-GB" sz="1000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7.1: Asepsis and Infection Control</a:t>
            </a:r>
            <a:br>
              <a:rPr lang="en-US" sz="3400" dirty="0"/>
            </a:br>
            <a:r>
              <a:rPr lang="en-US" sz="1600" dirty="0"/>
              <a:t>(Slide 2 of 2)</a:t>
            </a:r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Discuss nursing interventions used to interrupt the chain of infection.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Describe the signs and symptoms of a localized infection and those of a systemic infection.</a:t>
            </a:r>
          </a:p>
          <a:p>
            <a:pPr marL="514350" lvl="0" indent="-514350">
              <a:buFont typeface="+mj-lt"/>
              <a:buAutoNum type="arabicPeriod" startAt="5"/>
            </a:pPr>
            <a:r>
              <a:rPr lang="en-US" dirty="0"/>
              <a:t>Discuss the events in the inflammatory response.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US" dirty="0"/>
              <a:t>Discuss standard precautions.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3</a:t>
            </a:fld>
            <a:endParaRPr lang="en-GB" sz="1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311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5777-644B-47DB-904E-902684AF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Asepsis</a:t>
            </a:r>
            <a:br>
              <a:rPr lang="en-US" altLang="en-US" dirty="0"/>
            </a:br>
            <a:r>
              <a:rPr lang="en-US" altLang="en-US" sz="1600" dirty="0"/>
              <a:t>(Slide 1 of 2)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1289-C1BF-48F6-A679-AD854CE15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Microorganisms </a:t>
            </a:r>
          </a:p>
          <a:p>
            <a:pPr lvl="1"/>
            <a:r>
              <a:rPr lang="en-US" altLang="en-US" dirty="0"/>
              <a:t>Tiny microscopic entities capable of carrying on living processes</a:t>
            </a:r>
          </a:p>
          <a:p>
            <a:pPr lvl="1"/>
            <a:r>
              <a:rPr lang="en-US" altLang="en-US" dirty="0"/>
              <a:t>Nonpathogenic – harmless, do not produce disease</a:t>
            </a:r>
          </a:p>
          <a:p>
            <a:pPr lvl="1"/>
            <a:r>
              <a:rPr lang="en-US" altLang="en-US" dirty="0"/>
              <a:t>Pathogenic – cause specific diseases or infections</a:t>
            </a:r>
          </a:p>
          <a:p>
            <a:r>
              <a:rPr lang="en-US" altLang="en-US" dirty="0"/>
              <a:t>Infection control and prevention</a:t>
            </a:r>
          </a:p>
          <a:p>
            <a:pPr lvl="1"/>
            <a:r>
              <a:rPr lang="en-US" altLang="en-US" dirty="0"/>
              <a:t>Minimizing spread of health care–associated infections or community-acquired infections to patients or staff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4BD69-5FB4-4556-B5C9-C3DA36160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2983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A26B-9F62-4F47-BC39-53EAD2C9B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Asepsis</a:t>
            </a:r>
            <a:br>
              <a:rPr lang="en-US" altLang="en-US" dirty="0"/>
            </a:br>
            <a:r>
              <a:rPr lang="en-US" altLang="en-US" sz="1600" dirty="0"/>
              <a:t>(Slide 2 of 2)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F58D0-A53A-4951-B788-99982149F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Asepsis</a:t>
            </a:r>
          </a:p>
          <a:p>
            <a:r>
              <a:rPr lang="en-US" altLang="en-US" dirty="0"/>
              <a:t>Two categories:</a:t>
            </a:r>
          </a:p>
          <a:p>
            <a:pPr lvl="1"/>
            <a:r>
              <a:rPr lang="en-US" altLang="en-US" dirty="0"/>
              <a:t>Medical asepsis</a:t>
            </a:r>
            <a:endParaRPr lang="en-US" dirty="0"/>
          </a:p>
          <a:p>
            <a:pPr lvl="1"/>
            <a:r>
              <a:rPr lang="en-US" altLang="en-US" dirty="0"/>
              <a:t>Surgical asepsis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75CD9-8F41-4679-9FA9-175C76B03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2923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23C1-16F5-4C4B-8138-59511792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9D76F-1F00-48BA-A078-4C81268D1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Chain of events take place for infection to develop</a:t>
            </a:r>
          </a:p>
          <a:p>
            <a:pPr lvl="1"/>
            <a:r>
              <a:rPr lang="en-US" altLang="en-US" dirty="0"/>
              <a:t>Infectious agent – pathogen</a:t>
            </a:r>
          </a:p>
          <a:p>
            <a:pPr lvl="1"/>
            <a:r>
              <a:rPr lang="en-US" altLang="en-US" dirty="0"/>
              <a:t>Reservoir – where pathogen grows</a:t>
            </a:r>
          </a:p>
          <a:p>
            <a:pPr lvl="1"/>
            <a:r>
              <a:rPr lang="en-US" altLang="en-US" dirty="0"/>
              <a:t>Portal of exit – exit route from reservoir</a:t>
            </a:r>
          </a:p>
          <a:p>
            <a:pPr lvl="1"/>
            <a:r>
              <a:rPr lang="en-US" altLang="en-US" dirty="0"/>
              <a:t>Mode of transmission – method or vehicle of transportation</a:t>
            </a:r>
          </a:p>
          <a:p>
            <a:pPr lvl="1"/>
            <a:r>
              <a:rPr lang="en-US" altLang="en-US" dirty="0"/>
              <a:t>Portal of entry – entrance through skin, mucous lining, or mouth</a:t>
            </a:r>
          </a:p>
          <a:p>
            <a:pPr lvl="1"/>
            <a:r>
              <a:rPr lang="en-US" altLang="en-US" dirty="0"/>
              <a:t>Host – person or animal susceptible to the pathogen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34887-CEC2-4E85-A2ED-9E9633F126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253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0F88D-8D0B-4403-AD06-D0306D3DB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Infectious Agents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AE83E-8928-4089-8F1C-07B4453A2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Bacteria</a:t>
            </a:r>
          </a:p>
          <a:p>
            <a:r>
              <a:rPr lang="en-US" altLang="en-US" dirty="0"/>
              <a:t>Viruses</a:t>
            </a:r>
          </a:p>
          <a:p>
            <a:r>
              <a:rPr lang="en-US" altLang="en-US" dirty="0"/>
              <a:t>Yeast </a:t>
            </a:r>
          </a:p>
          <a:p>
            <a:r>
              <a:rPr lang="en-US" altLang="en-US" dirty="0"/>
              <a:t>Fungi</a:t>
            </a:r>
          </a:p>
          <a:p>
            <a:r>
              <a:rPr lang="en-US" altLang="en-US" dirty="0"/>
              <a:t>Protozoa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640E9-E501-43FE-A796-3C500B3EA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22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5D42-CF78-4D02-B221-28024A15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Body’s Normal Defenses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A1793-1967-480A-8539-82194DDD1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Skin 	</a:t>
            </a:r>
          </a:p>
          <a:p>
            <a:r>
              <a:rPr lang="en-US" dirty="0"/>
              <a:t>Mouth 	</a:t>
            </a:r>
          </a:p>
          <a:p>
            <a:r>
              <a:rPr lang="en-US" dirty="0"/>
              <a:t>Respiratory tract 	</a:t>
            </a:r>
          </a:p>
          <a:p>
            <a:r>
              <a:rPr lang="en-US" dirty="0"/>
              <a:t>Urinary tract 	</a:t>
            </a:r>
          </a:p>
          <a:p>
            <a:r>
              <a:rPr lang="en-US" dirty="0"/>
              <a:t>Gastrointestinal tract 	</a:t>
            </a:r>
          </a:p>
          <a:p>
            <a:r>
              <a:rPr lang="en-US" dirty="0"/>
              <a:t>Vagina 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8B419-C6C1-4C19-A369-E2F47599E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27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9347-DF1A-4389-9103-4F4D2EE1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Nursing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692B6-DBE0-4FC1-AF12-C09DEB56E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each patient care activity, the nurse should ensure that infection prevention and control are routine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9A5FF-ACCA-4151-833F-1A9C03128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822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E3ED-7B0B-4866-A0D5-D58CB1B9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Infectious Process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5005E-C7DE-4E1C-9C33-68B5E70C2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Progressive stages</a:t>
            </a:r>
          </a:p>
          <a:p>
            <a:pPr lvl="1"/>
            <a:r>
              <a:rPr lang="en-US" altLang="en-US" dirty="0"/>
              <a:t>Incubation</a:t>
            </a:r>
          </a:p>
          <a:p>
            <a:pPr lvl="1"/>
            <a:r>
              <a:rPr lang="en-US" altLang="en-US" dirty="0"/>
              <a:t>Prodromal</a:t>
            </a:r>
          </a:p>
          <a:p>
            <a:pPr lvl="1"/>
            <a:r>
              <a:rPr lang="en-US" altLang="en-US" dirty="0"/>
              <a:t>Acute</a:t>
            </a:r>
          </a:p>
          <a:p>
            <a:r>
              <a:rPr lang="en-US" altLang="en-US" dirty="0"/>
              <a:t>Localized (superficial wound infection)</a:t>
            </a:r>
          </a:p>
          <a:p>
            <a:r>
              <a:rPr lang="en-US" altLang="en-US" dirty="0"/>
              <a:t>Systemic (infection affects entire body instead of single organ or part)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BE6A6-BEC7-4AA3-937F-F3B68E27A4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6678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061CB-366B-4CF7-B49C-2F29A43EB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Inflammatory Response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9979F-C5E9-4687-B314-E9B5A7857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Body’s response to injury or infection</a:t>
            </a:r>
          </a:p>
          <a:p>
            <a:r>
              <a:rPr lang="en-US" altLang="en-US" dirty="0"/>
              <a:t>Protective vascular reaction delivering fluid, blood, and nutrients to interstitial tissues in injured area</a:t>
            </a:r>
          </a:p>
          <a:p>
            <a:r>
              <a:rPr lang="en-US" altLang="en-US" dirty="0"/>
              <a:t>Neutralizes and eliminates pathogens or necrotic tissues and establishes a means of repairing body cells and tissues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ABC52-92CE-4BB2-ACEE-1CCBE2C1A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179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C427A-E8D1-4715-991E-193A1B63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Health Care–Associated Infections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29FCE-3B8A-464A-B4E3-B3821DAD4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Nosocomial infections</a:t>
            </a:r>
          </a:p>
          <a:p>
            <a:pPr lvl="1"/>
            <a:r>
              <a:rPr lang="en-US" altLang="en-US" dirty="0"/>
              <a:t>Infection acquired while in the hospital or other health care agency</a:t>
            </a:r>
          </a:p>
          <a:p>
            <a:pPr lvl="1"/>
            <a:r>
              <a:rPr lang="en-US" altLang="en-US" dirty="0"/>
              <a:t>Hospital setting harbors some virulent organisms, making it easier to acquire an infection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04422-FCD7-4136-B092-D506AC5F72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13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5BB1-BC8B-4FAB-814C-B59941F6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Infection Prevention and </a:t>
            </a:r>
            <a:br>
              <a:rPr lang="en-US" altLang="en-US" dirty="0"/>
            </a:br>
            <a:r>
              <a:rPr lang="en-US" altLang="en-US" dirty="0"/>
              <a:t>Control Team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51CEF-4BF3-4354-B227-12AB04C5A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Infection control nurse</a:t>
            </a:r>
          </a:p>
          <a:p>
            <a:pPr lvl="1"/>
            <a:r>
              <a:rPr lang="en-US" altLang="en-US" dirty="0"/>
              <a:t>Specialty professional in infection control and prevention</a:t>
            </a:r>
          </a:p>
          <a:p>
            <a:pPr lvl="1"/>
            <a:r>
              <a:rPr lang="en-US" altLang="en-US" dirty="0"/>
              <a:t>Duties</a:t>
            </a:r>
          </a:p>
          <a:p>
            <a:r>
              <a:rPr lang="en-US" altLang="en-US" dirty="0"/>
              <a:t>Occupational health service</a:t>
            </a:r>
          </a:p>
          <a:p>
            <a:pPr lvl="1"/>
            <a:r>
              <a:rPr lang="en-US" altLang="en-US" dirty="0"/>
              <a:t>Important in prevention or control of infection in health care by taking measures to protect health care workers and patients from certain infections.</a:t>
            </a:r>
          </a:p>
          <a:p>
            <a:pPr lvl="1"/>
            <a:r>
              <a:rPr lang="en-US" altLang="en-US" dirty="0"/>
              <a:t>Federal law requires making available hepatitis B vaccine and vaccination series to all employees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7D139-5363-43A4-A2FD-27F6D18FA0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330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220F-3012-466C-8916-488B836B8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Standard Precautions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1A8EC-2AA7-4B2C-9F86-D27630A7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Centers for Disease Control and Prevention (CDC) provides facilities and services for investigation, prevention, and control of the disease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5ABE3-9F66-4C44-8C3F-A386925BF1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028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/>
              <a:t>Lesson 7.2: Application of Asepsis and Infection Control</a:t>
            </a:r>
            <a:endParaRPr lang="en-US" sz="1600" dirty="0"/>
          </a:p>
        </p:txBody>
      </p:sp>
      <p:sp>
        <p:nvSpPr>
          <p:cNvPr id="196301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buFont typeface="+mj-lt"/>
              <a:buAutoNum type="arabicPeriod" startAt="9"/>
            </a:pPr>
            <a:r>
              <a:rPr lang="en-US" dirty="0"/>
              <a:t>Demonstrate the proper procedure for hand hygiene.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/>
              <a:t>Demonstrate technique for gowning and gloving.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/>
              <a:t>Identify principles of surgical asepsis.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Describe the accepted techniques of preparation for disinfection and sterilization.</a:t>
            </a:r>
          </a:p>
          <a:p>
            <a:pPr marL="514350" lvl="0" indent="-514350">
              <a:buFont typeface="+mj-lt"/>
              <a:buAutoNum type="arabicPeriod" startAt="9"/>
            </a:pPr>
            <a:r>
              <a:rPr lang="en-US" dirty="0"/>
              <a:t>Discuss patient teaching for infection prevention and control as an element of health promotion.</a:t>
            </a:r>
          </a:p>
          <a:p>
            <a:pPr marL="514350" indent="-514350">
              <a:buFont typeface="+mj-lt"/>
              <a:buAutoNum type="arabicPeriod" startAt="9"/>
            </a:pPr>
            <a:r>
              <a:rPr lang="en-US" dirty="0"/>
              <a:t>Discuss infection prevention and control measures in the home.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GB" sz="1000" dirty="0">
                <a:ea typeface="ＭＳ Ｐゴシック" pitchFamily="34" charset="-128"/>
              </a:rPr>
              <a:t> </a:t>
            </a:r>
            <a:fld id="{B2E7F25F-EFA4-4863-9136-A9152A78A8BC}" type="slidenum">
              <a:rPr lang="en-GB" sz="1000">
                <a:ea typeface="ＭＳ Ｐゴシック" pitchFamily="34" charset="-128"/>
              </a:rPr>
              <a:pPr/>
              <a:t>15</a:t>
            </a:fld>
            <a:endParaRPr lang="en-GB" sz="1000" dirty="0"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38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E74FF-045F-44A1-B02C-6D8AC0DB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Hand Hygiene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461E8-897E-4066-A010-7D8475FAD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Single most important and basic preventive technique used to interrupt the infectious process</a:t>
            </a:r>
          </a:p>
          <a:p>
            <a:r>
              <a:rPr lang="en-US" altLang="en-US" dirty="0"/>
              <a:t>Wash hands before and after patient care; touching body fluids, secretions, excretions, and contaminated equipment; between patient contact; and immediately after removing gloves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A24C-3715-4D09-9434-6A63AE2CC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16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5E27-A9DD-4FCB-AE26-23061931C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Gowning and Gloving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A9DFC-0605-4643-98C3-B699758EF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Gloving</a:t>
            </a:r>
          </a:p>
          <a:p>
            <a:pPr lvl="1"/>
            <a:r>
              <a:rPr lang="en-US" altLang="en-US" dirty="0"/>
              <a:t>Latex allergy</a:t>
            </a:r>
          </a:p>
          <a:p>
            <a:r>
              <a:rPr lang="en-US" altLang="en-US" dirty="0"/>
              <a:t>Gowning</a:t>
            </a:r>
          </a:p>
          <a:p>
            <a:r>
              <a:rPr lang="en-US" altLang="en-US" dirty="0"/>
              <a:t>Mask and protective eyewear</a:t>
            </a:r>
          </a:p>
          <a:p>
            <a:pPr lvl="1"/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26555-7422-40CC-ADA5-0B1EE90817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7525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8573F-EF68-4B19-9360-4B06F278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Isolation Technique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59B95-F788-4D49-B691-C21599470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CDC's isolation guidelines</a:t>
            </a:r>
          </a:p>
          <a:p>
            <a:pPr lvl="1"/>
            <a:r>
              <a:rPr lang="en-US" altLang="en-US" dirty="0"/>
              <a:t>First tier is called </a:t>
            </a:r>
            <a:r>
              <a:rPr lang="en-US" altLang="en-US" i="1" dirty="0"/>
              <a:t>standard precautions</a:t>
            </a:r>
          </a:p>
          <a:p>
            <a:pPr lvl="1"/>
            <a:r>
              <a:rPr lang="en-US" altLang="en-US" dirty="0"/>
              <a:t>Second-tier is disease-specific isolation</a:t>
            </a:r>
          </a:p>
          <a:p>
            <a:pPr lvl="2"/>
            <a:r>
              <a:rPr lang="en-US" altLang="en-US" dirty="0"/>
              <a:t>Transmission categories: airborne, droplet, and contact precautions</a:t>
            </a:r>
          </a:p>
          <a:p>
            <a:r>
              <a:rPr lang="en-US" altLang="en-US" dirty="0"/>
              <a:t>Isolation considerations</a:t>
            </a:r>
          </a:p>
          <a:p>
            <a:pPr lvl="1"/>
            <a:r>
              <a:rPr lang="en-US" altLang="en-US" dirty="0"/>
              <a:t>Psychological/emotional deprivation</a:t>
            </a:r>
          </a:p>
          <a:p>
            <a:r>
              <a:rPr lang="en-US" altLang="en-US" dirty="0"/>
              <a:t>Specific diseases</a:t>
            </a:r>
          </a:p>
          <a:p>
            <a:pPr lvl="1"/>
            <a:r>
              <a:rPr lang="en-US" altLang="en-US" dirty="0"/>
              <a:t>Pulmonary tuberculosis (TB)</a:t>
            </a:r>
          </a:p>
          <a:p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79C83-8A2D-48E2-8F73-07446EF87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7721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C848-D9E8-402B-A769-F20D8A897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Surgical Asepsis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6208A-33E6-453A-9D81-0C0C461B0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Complete removal of all microorganisms including spores</a:t>
            </a:r>
          </a:p>
          <a:p>
            <a:r>
              <a:rPr lang="en-US" altLang="en-US" dirty="0"/>
              <a:t>Technique and use</a:t>
            </a:r>
          </a:p>
          <a:p>
            <a:r>
              <a:rPr lang="en-US" altLang="en-US" dirty="0"/>
              <a:t>Teaching patients</a:t>
            </a:r>
          </a:p>
          <a:p>
            <a:r>
              <a:rPr lang="en-US" altLang="en-US" dirty="0"/>
              <a:t>Principle of sterile technique</a:t>
            </a:r>
          </a:p>
          <a:p>
            <a:r>
              <a:rPr lang="en-US" altLang="en-US" dirty="0"/>
              <a:t>Purpose of surgical hand scrub</a:t>
            </a:r>
          </a:p>
          <a:p>
            <a:r>
              <a:rPr lang="en-US" altLang="en-US" dirty="0"/>
              <a:t>Managing sterile packages</a:t>
            </a:r>
          </a:p>
          <a:p>
            <a:r>
              <a:rPr lang="en-US" altLang="en-US" dirty="0"/>
              <a:t>Preparing a sterile field</a:t>
            </a:r>
          </a:p>
          <a:p>
            <a:r>
              <a:rPr lang="en-US" altLang="en-US" dirty="0"/>
              <a:t>Pouring sterile solutions</a:t>
            </a:r>
          </a:p>
          <a:p>
            <a:r>
              <a:rPr lang="en-US" altLang="en-US" dirty="0"/>
              <a:t>Donning sterile gown and gloves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F51A9-C1C7-4DC7-BAE1-4EB8A3D25E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689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1AF4-0FE2-4139-849D-113301BE1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Cleaning, Disinfection, and Sterilization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F106D-F405-49A1-8665-E7F3B98E5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Aseptic and bacteriostatic</a:t>
            </a:r>
          </a:p>
          <a:p>
            <a:r>
              <a:rPr lang="en-US" altLang="en-US" dirty="0"/>
              <a:t>Cleaning</a:t>
            </a:r>
          </a:p>
          <a:p>
            <a:pPr lvl="1"/>
            <a:r>
              <a:rPr lang="en-US" altLang="en-US" dirty="0"/>
              <a:t>Removing foreign materials</a:t>
            </a:r>
          </a:p>
          <a:p>
            <a:r>
              <a:rPr lang="en-US" altLang="en-US" dirty="0"/>
              <a:t>Disinfection</a:t>
            </a:r>
          </a:p>
          <a:p>
            <a:pPr lvl="1"/>
            <a:r>
              <a:rPr lang="en-US" altLang="en-US" dirty="0"/>
              <a:t>Used to destroy microorganisms</a:t>
            </a:r>
          </a:p>
          <a:p>
            <a:r>
              <a:rPr lang="en-US" altLang="en-US" dirty="0"/>
              <a:t>Sterilization</a:t>
            </a:r>
          </a:p>
          <a:p>
            <a:pPr lvl="1"/>
            <a:r>
              <a:rPr lang="en-US" altLang="en-US" dirty="0"/>
              <a:t> Method of killing all microorganisms including spores</a:t>
            </a:r>
          </a:p>
          <a:p>
            <a:pPr lvl="1"/>
            <a:r>
              <a:rPr lang="en-US" altLang="en-US" dirty="0"/>
              <a:t>Two types: physical and chemical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4E2E9-B16D-4307-8328-B87F81FFF2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755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229F-9B4B-4288-88A3-1F0C7AF59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Patient Teaching for Infection Prevention and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15E3B-B065-4DDF-AC52-14E7CDEF8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Patients and families have to learn to use infection prevention and control practices at home</a:t>
            </a:r>
          </a:p>
          <a:p>
            <a:r>
              <a:rPr lang="en-US" altLang="en-US" dirty="0"/>
              <a:t>Need to be aware of how infection is spread and ways to prevent transmission</a:t>
            </a:r>
          </a:p>
          <a:p>
            <a:r>
              <a:rPr lang="en-US" altLang="en-US" dirty="0"/>
              <a:t>Educate about techniques used to control spread of infection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7F670-1FB7-40EC-9FE8-48849EC72C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3413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2EFAD-18FF-472F-99EE-1862FED5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Infection Prevention and Control for Home and Hospice Settings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160AE-DE3B-4F64-9FFD-328D2EF64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Home settings</a:t>
            </a:r>
          </a:p>
          <a:p>
            <a:pPr lvl="1"/>
            <a:r>
              <a:rPr lang="en-US" altLang="en-US" dirty="0"/>
              <a:t>Basic principles of hygiene</a:t>
            </a:r>
          </a:p>
          <a:p>
            <a:pPr lvl="1"/>
            <a:r>
              <a:rPr lang="en-US" altLang="en-US" dirty="0"/>
              <a:t>Educate about hand hygiene, food preparation, tube feedings, linens, waste containers, body fluid spills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B5A66-3683-4D9C-978E-14E2FE494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 </a:t>
            </a:r>
            <a:fld id="{E234264E-8860-42A2-83C5-41782AA54ED9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2963936"/>
      </p:ext>
    </p:extLst>
  </p:cSld>
  <p:clrMapOvr>
    <a:masterClrMapping/>
  </p:clrMapOvr>
</p:sld>
</file>

<file path=ppt/theme/theme1.xml><?xml version="1.0" encoding="utf-8"?>
<a:theme xmlns:a="http://schemas.openxmlformats.org/drawingml/2006/main" name="2_Blue Diagonal">
  <a:themeElements>
    <a:clrScheme name="2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2_Blue Diagonal">
      <a:majorFont>
        <a:latin typeface="ArialMT"/>
        <a:ea typeface="ＭＳ Ｐゴシック"/>
        <a:cs typeface=""/>
      </a:majorFont>
      <a:minorFont>
        <a:latin typeface="ArialMT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44BCCB53-EE29-414A-8F6C-89C65B68B0C1}"/>
    </a:ext>
  </a:extLst>
</a:theme>
</file>

<file path=ppt/theme/theme2.xml><?xml version="1.0" encoding="utf-8"?>
<a:theme xmlns:a="http://schemas.openxmlformats.org/drawingml/2006/main" name="3_Blue Diagonal">
  <a:themeElements>
    <a:clrScheme name="3_Blue Diagonal 1">
      <a:dk1>
        <a:srgbClr val="000000"/>
      </a:dk1>
      <a:lt1>
        <a:srgbClr val="FFFFFF"/>
      </a:lt1>
      <a:dk2>
        <a:srgbClr val="0066FF"/>
      </a:dk2>
      <a:lt2>
        <a:srgbClr val="FFFF00"/>
      </a:lt2>
      <a:accent1>
        <a:srgbClr val="00CCCC"/>
      </a:accent1>
      <a:accent2>
        <a:srgbClr val="FF33CC"/>
      </a:accent2>
      <a:accent3>
        <a:srgbClr val="AAB8FF"/>
      </a:accent3>
      <a:accent4>
        <a:srgbClr val="DADADA"/>
      </a:accent4>
      <a:accent5>
        <a:srgbClr val="AAE2E2"/>
      </a:accent5>
      <a:accent6>
        <a:srgbClr val="E72DB9"/>
      </a:accent6>
      <a:hlink>
        <a:srgbClr val="FF4568"/>
      </a:hlink>
      <a:folHlink>
        <a:srgbClr val="CCECFF"/>
      </a:folHlink>
    </a:clrScheme>
    <a:fontScheme name="3_Blue Diagonal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Blue Diagonal 1">
        <a:dk1>
          <a:srgbClr val="000000"/>
        </a:dk1>
        <a:lt1>
          <a:srgbClr val="FFFFFF"/>
        </a:lt1>
        <a:dk2>
          <a:srgbClr val="0066FF"/>
        </a:dk2>
        <a:lt2>
          <a:srgbClr val="FFFF00"/>
        </a:lt2>
        <a:accent1>
          <a:srgbClr val="00CCCC"/>
        </a:accent1>
        <a:accent2>
          <a:srgbClr val="FF33CC"/>
        </a:accent2>
        <a:accent3>
          <a:srgbClr val="AAB8FF"/>
        </a:accent3>
        <a:accent4>
          <a:srgbClr val="DADADA"/>
        </a:accent4>
        <a:accent5>
          <a:srgbClr val="AAE2E2"/>
        </a:accent5>
        <a:accent6>
          <a:srgbClr val="E72DB9"/>
        </a:accent6>
        <a:hlink>
          <a:srgbClr val="FF4568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ue Diagonal 2">
        <a:dk1>
          <a:srgbClr val="000000"/>
        </a:dk1>
        <a:lt1>
          <a:srgbClr val="9999FF"/>
        </a:lt1>
        <a:dk2>
          <a:srgbClr val="6600FF"/>
        </a:dk2>
        <a:lt2>
          <a:srgbClr val="FFFFFF"/>
        </a:lt2>
        <a:accent1>
          <a:srgbClr val="CCCCFF"/>
        </a:accent1>
        <a:accent2>
          <a:srgbClr val="FF99FF"/>
        </a:accent2>
        <a:accent3>
          <a:srgbClr val="CACAFF"/>
        </a:accent3>
        <a:accent4>
          <a:srgbClr val="000000"/>
        </a:accent4>
        <a:accent5>
          <a:srgbClr val="E2E2FF"/>
        </a:accent5>
        <a:accent6>
          <a:srgbClr val="E78AE7"/>
        </a:accent6>
        <a:hlink>
          <a:srgbClr val="00CC66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ue Diagonal 4">
        <a:dk1>
          <a:srgbClr val="000000"/>
        </a:dk1>
        <a:lt1>
          <a:srgbClr val="FFFFFF"/>
        </a:lt1>
        <a:dk2>
          <a:srgbClr val="990066"/>
        </a:dk2>
        <a:lt2>
          <a:srgbClr val="FFFF00"/>
        </a:lt2>
        <a:accent1>
          <a:srgbClr val="996633"/>
        </a:accent1>
        <a:accent2>
          <a:srgbClr val="CC6600"/>
        </a:accent2>
        <a:accent3>
          <a:srgbClr val="CAAAB8"/>
        </a:accent3>
        <a:accent4>
          <a:srgbClr val="DADADA"/>
        </a:accent4>
        <a:accent5>
          <a:srgbClr val="CAB8AD"/>
        </a:accent5>
        <a:accent6>
          <a:srgbClr val="B95C00"/>
        </a:accent6>
        <a:hlink>
          <a:srgbClr val="999933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" id="{05B35852-82C8-4380-BE3E-72E8A36B344E}" vid="{E7008CAA-0110-4942-A27F-B887E31738AC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6896</TotalTime>
  <Words>1181</Words>
  <Application>Microsoft Office PowerPoint</Application>
  <PresentationFormat>On-screen Show (4:3)</PresentationFormat>
  <Paragraphs>188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ArialMT</vt:lpstr>
      <vt:lpstr>Calibri</vt:lpstr>
      <vt:lpstr>Times New Roman</vt:lpstr>
      <vt:lpstr>Wingdings</vt:lpstr>
      <vt:lpstr>Wingdings 2</vt:lpstr>
      <vt:lpstr>Wingdings 3</vt:lpstr>
      <vt:lpstr>2_Blue Diagonal</vt:lpstr>
      <vt:lpstr>3_Blue Diagonal</vt:lpstr>
      <vt:lpstr>Chapter 7  </vt:lpstr>
      <vt:lpstr>Lesson 7.1: Asepsis and Infection Control (Slide 1 of 2)</vt:lpstr>
      <vt:lpstr>Lesson 7.1: Asepsis and Infection Control (Slide 2 of 2)</vt:lpstr>
      <vt:lpstr>Asepsis (Slide 1 of 2)</vt:lpstr>
      <vt:lpstr>Asepsis (Slide 2 of 2)</vt:lpstr>
      <vt:lpstr>Infection</vt:lpstr>
      <vt:lpstr>Infectious Agents</vt:lpstr>
      <vt:lpstr>Body’s Normal Defenses</vt:lpstr>
      <vt:lpstr>Nursing Interventions</vt:lpstr>
      <vt:lpstr>Infectious Process</vt:lpstr>
      <vt:lpstr>Inflammatory Response</vt:lpstr>
      <vt:lpstr>Health Care–Associated Infections</vt:lpstr>
      <vt:lpstr>Infection Prevention and  Control Team</vt:lpstr>
      <vt:lpstr>Standard Precautions</vt:lpstr>
      <vt:lpstr>Lesson 7.2: Application of Asepsis and Infection Control</vt:lpstr>
      <vt:lpstr>Hand Hygiene</vt:lpstr>
      <vt:lpstr>Gowning and Gloving</vt:lpstr>
      <vt:lpstr>Isolation Technique </vt:lpstr>
      <vt:lpstr>Surgical Asepsis</vt:lpstr>
      <vt:lpstr>Cleaning, Disinfection, and Sterilization</vt:lpstr>
      <vt:lpstr>Patient Teaching for Infection Prevention and Control</vt:lpstr>
      <vt:lpstr>Infection Prevention and Control for Home and Hospice Settings</vt:lpstr>
    </vt:vector>
  </TitlesOfParts>
  <Company>REED Elsevier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 Body Systems</dc:title>
  <dc:creator>Linda Honeycutt</dc:creator>
  <cp:lastModifiedBy>Jyoti Tyagi (IL-IN)</cp:lastModifiedBy>
  <cp:revision>759</cp:revision>
  <dcterms:created xsi:type="dcterms:W3CDTF">2005-01-16T17:28:53Z</dcterms:created>
  <dcterms:modified xsi:type="dcterms:W3CDTF">2022-07-06T06:36:55Z</dcterms:modified>
</cp:coreProperties>
</file>