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Vessels and Circulation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Vessels, blood pressure, exchange, and the circulatory pathways.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0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contrast the anatomical structure of arteries, arterioles, capillaries, venules, and veins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describe the forces that account for capillary exchange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major factors affecting blood flow, blood pressure, and resistance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blood flow, blood pressure, and resistance interrelate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how the neural and endocrine mechanisms maintain homeostasis within the blood vessels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interaction of the cardiovascular system with other body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2222515"/>
            <a:ext cx="4370832" cy="3016473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20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304811"/>
            <a:ext cx="4206240" cy="285188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pulmonary and systemic circuits.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and Function of Blood Vessels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arteries, veins, and capillaries.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Artery vs. Vein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3140" y="1289304"/>
            <a:ext cx="3517240" cy="4736592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436" y="1371600"/>
            <a:ext cx="335264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walls of an artery and a vein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three wall layers (tunics)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Arteries have thick muscular walls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are thinner, with valves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keep venous blood moving up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Capillaries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7425" y="1289304"/>
            <a:ext cx="963239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721" y="1371600"/>
            <a:ext cx="946779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types of capillaries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vessels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just one cell thick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fenestrated, sinusoid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of all exchange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Capillary Bed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02570" y="1289304"/>
            <a:ext cx="620210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866" y="1371600"/>
            <a:ext cx="603750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flow through a capillary bed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Capillaries form branching beds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arterioles to venules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Precapillary sphincters control flow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blood where it's needed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Flow, Blood Pressure, and Resistance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flow, blood pressure, and resistance.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Pressure Across the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is highest in the arteries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sharply in the arterioles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 the veins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drives blood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09385"/>
            <a:ext cx="6382512" cy="449643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0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91681"/>
            <a:ext cx="6217920" cy="43318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throughout the circulation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5850" y="1289304"/>
            <a:ext cx="3131820" cy="4736592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146" y="1371600"/>
            <a:ext cx="296722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points of the body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= artery expanding with each beat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where arteries are near the surface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sites: radial, carotid, femoral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assess rate and rhythm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Blood Pressure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57698" y="1289304"/>
            <a:ext cx="589184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994" y="1371600"/>
            <a:ext cx="572725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arterial blood pressure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a cuff (sphygmomanometer)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over diastolic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about 120/80 mmHg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vital sign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Skeletal Muscle Pump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need help returning blood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muscles squeeze veins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keep blood moving up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venous return to the heart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1752" y="1335024"/>
            <a:ext cx="528721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0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4048" y="1417320"/>
            <a:ext cx="512262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skeletal muscle pump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Capillary Exchange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Capillary exchange — where blood serves the tissues.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Capillary Exchange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5013" y="1289304"/>
            <a:ext cx="781721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309" y="1371600"/>
            <a:ext cx="765262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exchange at the capillary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cross the thin capillary wall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pushes fluid out (filtration)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 pulls fluid back (reabsorption)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nutrients, removes wastes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Circulatory Pathways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arteries, veins, and circulatory pathways.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Pulmonary &amp; Systemic Circuits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2153" y="1289304"/>
            <a:ext cx="636293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4449" y="1371600"/>
            <a:ext cx="619834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pulmonary and systemic circuits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circuits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Pulmonary: heart ↔ lungs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Systemic: heart ↔ body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series through the heart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Arteries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59688" y="1289304"/>
            <a:ext cx="2984144" cy="4736592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984" y="1371600"/>
            <a:ext cx="281955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arteries of the body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Arteries carry blood from the heart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aorta is the largest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supply every region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carry oxygen-rich blood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Veins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return blood to the heart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venae cavae are the largest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every body region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carry oxygen-poor blood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45844" y="1335024"/>
            <a:ext cx="509903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0/img/img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8140" y="1417320"/>
            <a:ext cx="493444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veins of the body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Hepatic Portal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55410" y="1289304"/>
            <a:ext cx="569641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0/img/img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706" y="1371600"/>
            <a:ext cx="553182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hepatic portal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detour through the liver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the digestive organs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nutrient-rich blood to the liver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processes it before circulation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Blood Vessels and Fetal Circulation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circulation before birth.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Fetal Circulation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fetus gets oxygen from the placenta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are bypassed before birth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Shortcuts: ductus arteriosus, foramen ovale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close at birth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6346" y="1335024"/>
            <a:ext cx="4478027" cy="4645152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0/img/img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642" y="1417320"/>
            <a:ext cx="431343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circulation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Arteries carry blood from the heart, veins return it, and capillaries are where exchange occurs.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is highest in the arteries and drives flow through the circuit.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Capillary exchange delivers nutrients and removes wastes; imbalance causes edema.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systemic and pulmonary circuits carry blood to the body and the lungs.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circulation bypasses the lungs through shunts that close at birth.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20 — Blood Vessels and Circulation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Blood Vessels Matter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high blood pressure damages vessels and organs.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Atherosclerosis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plaque narrows vessels and raises clot risk.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&amp; BP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vital signs reflecting cardiovascular status.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Edema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leaking from capillaries causes tissue swelling.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Varicose Veins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venous valves let blood pool in the legs.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veins are used for fluids, medications, and blood draws.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2026-06-23T21:44:30Z</dcterms:created>
  <dcterms:modified xsi:type="dcterms:W3CDTF">2026-06-23T21:44:30Z</dcterms:modified>
</cp:coreProperties>
</file>