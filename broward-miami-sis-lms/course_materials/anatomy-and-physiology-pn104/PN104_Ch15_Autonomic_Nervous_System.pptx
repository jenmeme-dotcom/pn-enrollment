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25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3232" y="1783080"/>
            <a:ext cx="6858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Autonomic Nervous System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49808" y="38862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Involuntary control of the body's organs and internal balance.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5806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&amp; Physiology  ·  Broward-Miami Health Institute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6144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EDITION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35824" y="2537732"/>
            <a:ext cx="4096512" cy="1965416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8" name="Image 0" descr="/home/claude/all/ch15/img/img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620028"/>
            <a:ext cx="3931920" cy="18008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studying this chapter, students will be able to: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1645920"/>
            <a:ext cx="5943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components of the autonomic nervous system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50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5568" y="2432304"/>
            <a:ext cx="5943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between the structures of the sympathetic and parasympathetic divisions in the autonomic nervous system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369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15568" y="3218688"/>
            <a:ext cx="5943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components of a visceral reflex specific to the autonomic division to which it belongs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15568" y="4005072"/>
            <a:ext cx="5943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response of a target effector to autonomic input on the basis of the released signaling molecule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91516" y="1545336"/>
            <a:ext cx="3019367" cy="4370832"/>
          </a:xfrm>
          <a:prstGeom prst="roundRect">
            <a:avLst>
              <a:gd name="adj" fmla="val 1817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18" name="Image 0" descr="/home/claude/all/ch15/img/img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3812" y="1627632"/>
            <a:ext cx="2854775" cy="42062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498080" y="59436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autonomic nervous system: involuntary control.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15 — The Autonomic Nervous System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15.1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Divisions of the Autonomic Nervous System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sympathetic and parasympathetic divisions of the autonomic system.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15.1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Sympathetic Division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7956" y="1289304"/>
            <a:ext cx="3267608" cy="4736592"/>
          </a:xfrm>
          <a:prstGeom prst="roundRect">
            <a:avLst>
              <a:gd name="adj" fmla="val 1679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5/img/img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252" y="1371600"/>
            <a:ext cx="3103016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sympathetic division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"fight-or-flight" system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Prepares the body for action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heart rate and breathing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Arises from the thoracolumbar cord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15 — The Autonomic Nervous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15.1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Parasympathetic Division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3564" y="1289304"/>
            <a:ext cx="3136392" cy="4736592"/>
          </a:xfrm>
          <a:prstGeom prst="roundRect">
            <a:avLst>
              <a:gd name="adj" fmla="val 1749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5/img/img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860" y="1371600"/>
            <a:ext cx="297180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parasympathetic division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"rest-and-digest" system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Conserves energy at rest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Slows the heart, aids digestion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Arises from cranial and sacral regions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15 — The Autonomic Nervous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15.1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Autonomic Neurotransmitters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61755" y="1289304"/>
            <a:ext cx="8483730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5/img/img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4051" y="1371600"/>
            <a:ext cx="8319138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Neurotransmitters of the autonomic system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two-neuron pathway to the target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Acetylcholine and norepinephrine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Receptor type determines the effect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basis of many drug actions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15 — The Autonomic Nervous System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15.2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Autonomic Reflexes and Homeostasis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autonomic reflexes keep internal conditions stable.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15.2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Dual Innervation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organs get both divisions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usually oppose each other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fine-tunes organ activity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homeostasis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04104" y="1394955"/>
            <a:ext cx="6382512" cy="4525291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15/img/img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477251"/>
            <a:ext cx="6217920" cy="43606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Sympathetic and parasympathetic effects on organs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15 — The Autonomic Nervous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15.2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Autonomic Reflexes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responses to stimuli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Sensory input → CNS → autonomic output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heart rate, BP, digestion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without awareness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89222" y="1335024"/>
            <a:ext cx="4812277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15/img/img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1518" y="1417320"/>
            <a:ext cx="4647685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and short autonomic reflexes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15 — The Autonomic Nervous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15.3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 Control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brain oversees the autonomic nervous system.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15.3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 Control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hypothalamus is the main controller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autonomic and endocrine output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Brainstem centers run vital reflexes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emotion and stress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09103" y="1335024"/>
            <a:ext cx="5172514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15/img/img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1399" y="1417320"/>
            <a:ext cx="5007922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control of the autonomic system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15 — The Autonomic Nervous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15.4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Drugs that Affect the Autonomic System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drugs act on the autonomic system to treat disease.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15.4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Autonomic Drug Targets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 mimic or block autonomic signals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 the heart, vessels, lungs, eyes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Beta-blockers slow the heart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common medications act here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24196" y="1335024"/>
            <a:ext cx="5342327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15/img/img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6492" y="1417320"/>
            <a:ext cx="5177735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Autonomic control of the heart — a drug target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15 — The Autonomic Nervous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15.4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Drug Effects on the Pupil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97465" y="1289304"/>
            <a:ext cx="10412309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5/img/img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761" y="1371600"/>
            <a:ext cx="10247717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Autonomic drug effects on the pupil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Autonomic drugs change pupil size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Sympathetic action dilates (mydriasis)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Parasympathetic action constricts (miosis)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eye exams and diagnosis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15 — The Autonomic Nervous System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19656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373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autonomic nervous system controls involuntary functions of organs, glands, and vessels.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23744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sympathetic division drives "fight-or-flight"; the parasympathetic handles "rest-and-digest."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392424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31012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two-neuron pathway uses acetylcholine and norepinephrine, with receptor type setting the effect.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4178808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096512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organs receive both divisions, whose balance maintains homeostasis.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4965192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882896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hypothalamus and brainstem control the system, a major target for drugs.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15 — The Autonomic Nervous System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CONNECTIONS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Autonomic System Matters in Practical Nursing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110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Blood Pressure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Autonomic reflexes regulate BP and are altered by many drugs.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9110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Beta-Blockers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sympathetic signals to slow the heart and lower BP.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4655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Fight-or-Flight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8404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stress response explains symptoms of anxiety and shock.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33756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4655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Pupil Assessment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38404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Pupil size and reactivity reveal autonomic and brain function.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0200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Bladder &amp; Bowel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53949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Autonomic control underlies continence and digestion.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89204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50200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Atropine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53949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parasympathetic effects to speed the heart and dry secretions.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2026-06-23T21:03:36Z</dcterms:created>
  <dcterms:modified xsi:type="dcterms:W3CDTF">2026-06-23T21:03:36Z</dcterms:modified>
</cp:coreProperties>
</file>