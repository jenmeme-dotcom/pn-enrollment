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Introduction to the Human Body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40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Anatomy, physiology, levels of organization, homeostasis,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language of the body.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7649"/>
            <a:ext cx="4096512" cy="1965581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1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9945"/>
            <a:ext cx="3931920" cy="18009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anatomy and physiology, and identify several branches of each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of the body, from simplest to most complex, in terms of the six levels of organization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functional characteristics of human life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requirements for human survival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homeostasis and explain its importance to normal human functioning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appropriate anatomical terminology to identify key body structures, body regions, and directions in the body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99696" y="1517904"/>
            <a:ext cx="3803008" cy="4462272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01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992" y="1600200"/>
            <a:ext cx="3638416" cy="42976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levels of organization — the roadmap for this chapter.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 Anatomy and Physiology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4114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the body's structure and how its parts function — and why the two are inseparable.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&amp; Physiology in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= structure; physiology = function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and function are always linked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(macroscopic) vs. microscopic anatomy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blood-pressure reading is physiology at the bedside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2151266"/>
            <a:ext cx="6382512" cy="3012668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233562"/>
            <a:ext cx="6217920" cy="28480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blood pressure — physiology you assess every shift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Organization of the Human Body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4114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atoms to the whole organism — six levels of increasing complexity, and the eleven organ systems.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Levels of Organization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4136" y="1289304"/>
            <a:ext cx="4035247" cy="4736592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1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32" y="1371600"/>
            <a:ext cx="387065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levels of structural organization in the body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→ cellular → tissue → organ → system → organism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builds on the one below it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is the smallest unit of life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rises from atom to whole person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 Systems of the Body (I)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7120" y="1289304"/>
            <a:ext cx="2929280" cy="4736592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1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416" y="1371600"/>
            <a:ext cx="276468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systems and their major organs (part 1)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Integumentary, skeletal, and muscular systems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and endocrine — the body's control systems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system transports blood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has distinct organs and roles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 Systems of the Body (II)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7120" y="1289304"/>
            <a:ext cx="2929280" cy="4736592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1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416" y="1371600"/>
            <a:ext cx="276468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systems and their major organs (part 2)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Lymphatic/immune and respiratory systems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Digestive and urinary systems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and female reproductive systems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eleven systems work interdependently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of Human Life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4114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processes that distinguish the living human body — organization, metabolism, responsiveness, and more.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of Human Life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Organization, metabolism, responsiveness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Movement, development, and reproduction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= catabolism + anabolism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Catabolism releases energy; anabolism builds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65194" y="1335024"/>
            <a:ext cx="5260333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7490" y="1417320"/>
            <a:ext cx="509574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Metabolism: catabolism releases energy, anabolism uses it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for Human Life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4114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Oxygen, nutrients, water, and narrow ranges of temperature and atmospheric pressure.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for Human Survival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Oxygen, nutrients, and water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ranges of temperature and pressure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rises sharply during activity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depends on meeting all of these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502664"/>
            <a:ext cx="6382512" cy="4309872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84960"/>
            <a:ext cx="6217920" cy="4145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demands climb steeply with activity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Homeostasis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4114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maintains a stable internal environment through feedback.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Homeostasis &amp; Negative Feedback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Homeostasis = a stable internal environment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reverses a change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→ sensor → control center → effector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temperature regulation by sweating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60907" y="1335024"/>
            <a:ext cx="626890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203" y="1417320"/>
            <a:ext cx="610431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negative-feedback loop and body-temperature control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Feedback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a change rather than reversing it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rapid, self-limiting events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oxytocin during labor and childbirth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drives the blood-clotting cascade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89446" y="1335024"/>
            <a:ext cx="4811829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1742" y="1417320"/>
            <a:ext cx="464723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feedback: oxytocin intensifies labor contractions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Anatomical Terminology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4114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standardized language of position, direction, planes, cavities, and regions.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Anatomical Position &amp; Body Regions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position is the reference posture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Standing, facing forward, palms forward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terms name specific body areas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language prevents miscommunication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65418" y="1335024"/>
            <a:ext cx="525988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7714" y="1417320"/>
            <a:ext cx="509529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position with regional terms (anterior and posterior)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Directional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0624" y="1393519"/>
            <a:ext cx="4462272" cy="452816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1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75815"/>
            <a:ext cx="4297680" cy="43635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terms used to relate body structures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Superior/inferior, anterior/posterior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Medial/lateral, proximal/distal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Superficial/deep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described from anatomical position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Planes of Section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 plane divides left and right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(coronal) divides front and back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divides superior and inferior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studies are read in these planes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27447" y="1335024"/>
            <a:ext cx="4535826" cy="4645152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743" y="1417320"/>
            <a:ext cx="437123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sagittal, frontal, and transverse planes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Cavities &amp; Membranes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41945" y="1289304"/>
            <a:ext cx="632335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1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4241" y="1371600"/>
            <a:ext cx="615875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dorsal and ventral body cavities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Dorsal cavity: cranial and vertebral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Ventral cavity: thoracic and abdominopelvic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diaphragm separates thorax and abdomen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Cavities protect and organize the organs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Abdominal Regions &amp; Quadrants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5715" y="1289304"/>
            <a:ext cx="707581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1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8011" y="1371600"/>
            <a:ext cx="691121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abdominal regions and four quadrants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quadrants: RUQ, LUQ, RLQ, LLQ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regions allow finer localization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describe pain and organ location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RLQ pain → think appendicitis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Serous Membranes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cavities and cover the organs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Parietal layer lines the wall; visceral covers the organ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Serous fluid reduces friction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pericardium, pleura, peritoneum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2050781"/>
            <a:ext cx="6382512" cy="3213638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133077"/>
            <a:ext cx="6217920" cy="30490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Serous membrane structure (balloon-and-fist analogy)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Imaging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4114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inside the living body — radiography, CT, MRI, PET, and ultrasound.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Imaging — Radiography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3392" y="1289304"/>
            <a:ext cx="4056736" cy="4736592"/>
          </a:xfrm>
          <a:prstGeom prst="roundRect">
            <a:avLst>
              <a:gd name="adj" fmla="val 13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1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688" y="1371600"/>
            <a:ext cx="389214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radiograph (X-ray) of the hand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 show dense structures like bone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inexpensive, and widely available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soft-tissue detail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for suspected fractures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Imaging Modalities Compared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cross-sectional X-ray, excellent for trauma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magnetic, superb soft-tissue detail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PET: shows metabolic activity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Ultrasound: safe, real-time, no radiation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29490" y="1335024"/>
            <a:ext cx="513174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1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786" y="1417320"/>
            <a:ext cx="496714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imaging modalities and their uses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is structure and physiology is function — the two are inseparable.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871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organized in six levels, from the chemical level to the organism.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369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organ systems work together to keep the body alive.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867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Homeostasis, maintained mainly by negative feedback, keeps internal conditions stable.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1888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736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terminology gives a precise, shared language for safe practice.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 — An Introduction to the Human Body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Basics Matter in Practical Nursing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Vital Signs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BP, HR, and RR are homeostasis you measure every shift.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Language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terms and quadrants make documentation precise and safe.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Abdominal Assessment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Quadrants and regions localize pain to the underlying organs.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Loops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blood-glucose, and BP control all follow feedback mechanisms.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Imaging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planes and modalities helps you interpret and explain studies.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Whole-Person Care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are interdependent — one failing system affects the rest.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2026-06-23T19:53:39Z</dcterms:created>
  <dcterms:modified xsi:type="dcterms:W3CDTF">2026-06-23T19:53:39Z</dcterms:modified>
</cp:coreProperties>
</file>