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bones connect — and how the body moves.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9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both functional and structural classifications for body joints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characteristic features for fibrous, cartilaginous, and synovial joints and give examples of each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identify the different body movements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structure of specific body joints and the movements allowed by each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59746" y="1545336"/>
            <a:ext cx="3882908" cy="4370832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18" name="Image 0" descr="/home/claude/all/ch09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2042" y="1627632"/>
            <a:ext cx="3718316" cy="42062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synovial joint — the body's most movable joint.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Fibrous Joints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held by fibrous connective tissue — mostly immovable.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Fibrous Joints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62677" y="1289304"/>
            <a:ext cx="828188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973" y="1371600"/>
            <a:ext cx="811729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fibrous joints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joined by fibrous tissue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movement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Sutures join the skull bones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Gomphoses anchor the teeth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Cartilaginous Joints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united by cartilage — slightly movable or immovable.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Cartilaginous Joints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59560" y="1289304"/>
            <a:ext cx="768812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856" y="1371600"/>
            <a:ext cx="752352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cartilaginous joints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joined by cartilage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movable or immovable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Pubic symphysis allows give in birth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Intervertebral discs cushion the spine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Synovial Joints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 movable joints with a fluid-filled cavity — the most common type.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of a Synovial Joint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9304"/>
            <a:ext cx="4206240" cy="4736592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371600"/>
            <a:ext cx="404164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synovial joint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fluid-filled joint cavity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cartilage caps the bone ends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Synovial membrane secretes fluid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and ligaments stabilize it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Synovial Joints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1053" y="1289304"/>
            <a:ext cx="4001414" cy="4736592"/>
          </a:xfrm>
          <a:prstGeom prst="roundRect">
            <a:avLst>
              <a:gd name="adj" fmla="val 13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371600"/>
            <a:ext cx="383682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types of synovial joints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shapes allow different motions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(elbow), pivot (neck)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Ball-and-socket (hip, shoulder)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Saddle, plane, and condyloid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Body Movements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Flexion, extension, rotation, and the other movements joints allow.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Movements — Angular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9304"/>
            <a:ext cx="4023360" cy="4736592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371600"/>
            <a:ext cx="385876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movements at synovial joints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Flexion decreases a joint angle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increases it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 moves away from midline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Adduction moves toward it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Movements — Rotational &amp; Special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2628" y="1289304"/>
            <a:ext cx="4398264" cy="4736592"/>
          </a:xfrm>
          <a:prstGeom prst="roundRect">
            <a:avLst>
              <a:gd name="adj" fmla="val 124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1371600"/>
            <a:ext cx="423367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and special movements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turns a bone on its axis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Pronation and supination of the forearm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and eversion of the foot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movements at specific joints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Selected Synovial Joints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the shoulder, hip, and knee.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Shoulder Joint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ball-and-socket joint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mobile joint in the body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socket = least stable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Rotator cuff provides support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48809" y="1335024"/>
            <a:ext cx="629310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9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1105" y="1417320"/>
            <a:ext cx="612851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shoulder (glenohumeral) joint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Hip Joint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5880" y="1289304"/>
            <a:ext cx="2651760" cy="4736592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1371600"/>
            <a:ext cx="248716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hip joint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ball-and-socket joint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socket = very stable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Bears the body's weight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ligaments reinforce it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Knee Joint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largest, most complex joint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modified hinge joint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Cruciate ligaments provide stability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Menisci cushion the joint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20331" y="1335024"/>
            <a:ext cx="575005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9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2627" y="1417320"/>
            <a:ext cx="558546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joint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Knee Injuries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039658" y="1289304"/>
            <a:ext cx="612792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9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954" y="1371600"/>
            <a:ext cx="596333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 ACL and meniscus of the knee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is prone to injury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tears from twisting forces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Meniscus tears with rotation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sports and falls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Joints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joints form before birth, as the skeleton develops.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Joints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form as the skeleton develops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Fibrous fontanelles in the infant skull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skull molding and brain growth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into sutures over 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97817"/>
            <a:ext cx="6382512" cy="4319567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9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80113"/>
            <a:ext cx="6217920" cy="4154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Fontanelles of the developing skull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Joints are classified by structure (fibrous, cartilaginous, synovial) and by how much they move.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Fibrous and cartilaginous joints allow little movement but provide strength and shock absorption.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Synovial joints are freely movable, with a fluid-filled cavity and six structural types.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movements — flexion, extension, rotation, and more — describe how joints move.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shoulder, hip, and knee illustrate the trade-off between mobility and stability.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9 — Joints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Joints Matter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 of Motion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terms describe and document joint function and limitations.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Arthritis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Cartilage breakdown causes pain and stiffness — a leading cause of disability.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Injuries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Sprains, dislocations, and ACL or meniscus tears are common.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Replacement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hips and knees are often replaced surgically.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Rehabilitation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joint movement is central to recovery and mobility.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Synovial Fluid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joint fluid can signal infection or inflammation.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2026-06-23T20:31:45Z</dcterms:created>
  <dcterms:modified xsi:type="dcterms:W3CDTF">2026-06-23T20:31:45Z</dcterms:modified>
</cp:coreProperties>
</file>