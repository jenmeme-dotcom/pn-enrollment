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325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713232" y="1783080"/>
            <a:ext cx="685800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Neurological Exam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749808" y="388620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bedside assessment of nervous system function.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49808" y="5806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Anatomy &amp; Physiology  ·  Broward-Miami Health Institute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49808" y="614476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EDITION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735824" y="2765031"/>
            <a:ext cx="4096512" cy="1510817"/>
          </a:xfrm>
          <a:prstGeom prst="roundRect">
            <a:avLst>
              <a:gd name="adj" fmla="val 363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8" name="Image 0" descr="/home/claude/all/ch16/img/img0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18120" y="2847327"/>
            <a:ext cx="3931920" cy="134622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studying this chapter, students will be able to: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64208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6420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115568" y="1645920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Describe the major sections of the neurological exam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450592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505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15568" y="2432304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 the benefits of rapidly assessing neurological function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236976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23697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115568" y="3218688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 anatomical structures of the nervous system to specific functions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384048" cy="384048"/>
          </a:xfrm>
          <a:prstGeom prst="ellipse">
            <a:avLst/>
          </a:prstGeom>
          <a:solidFill>
            <a:srgbClr val="0F4C5C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02336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115568" y="4005072"/>
            <a:ext cx="5943600" cy="78638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the connections of the nervous system to the musculature and integument involved in primary sensorimotor responses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757962" y="1545336"/>
            <a:ext cx="3686477" cy="4370832"/>
          </a:xfrm>
          <a:prstGeom prst="roundRect">
            <a:avLst>
              <a:gd name="adj" fmla="val 1488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18" name="Image 0" descr="/home/claude/all/ch16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40258" y="1627632"/>
            <a:ext cx="3521885" cy="42062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7498080" y="594360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parts of the neurological exam.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16.1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Overview of the Neurological Exam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neurological exam as a structured tool to localize problems.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Neurological Exam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5396" y="1289304"/>
            <a:ext cx="3992728" cy="4736592"/>
          </a:xfrm>
          <a:prstGeom prst="roundRect">
            <a:avLst>
              <a:gd name="adj" fmla="val 1374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6/img/img0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7692" y="1371600"/>
            <a:ext cx="3828136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components of the neurological exam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bedside assessment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major components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tests different brain regions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localize the problem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16.2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Mental Status Exam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higher functions of the cerebral cortex.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Cortical Functional Areas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65715" y="1289304"/>
            <a:ext cx="7075810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6/img/img0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48011" y="1371600"/>
            <a:ext cx="6911218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 areas of the cerebral cortex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cortex has specialized regions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Motor, sensory, visual, auditory areas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areas integrate information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gives specific deficits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Language Areas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key language centers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Broca's area — speech production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Wernicke's area — comprehension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causes aphasia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04104" y="1467249"/>
            <a:ext cx="6382512" cy="4380703"/>
          </a:xfrm>
          <a:prstGeom prst="roundRect">
            <a:avLst>
              <a:gd name="adj" fmla="val 1252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6/img/img06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549545"/>
            <a:ext cx="6217920" cy="421611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Broca's and Wernicke's language areas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16.3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Cranial Nerve Exam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twelve cranial nerves and the regions they serve.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Visual Acuity — CN II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93292" y="1289304"/>
            <a:ext cx="2916936" cy="4736592"/>
          </a:xfrm>
          <a:prstGeom prst="roundRect">
            <a:avLst>
              <a:gd name="adj" fmla="val 18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6/img/img0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1371600"/>
            <a:ext cx="2752344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Snellen eye chart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Snellen chart tests vision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the optic nerve (CN II)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eye is tested separately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of cranial nerve testing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Facial Nerve — CN VII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77824" y="1289304"/>
            <a:ext cx="3547872" cy="4736592"/>
          </a:xfrm>
          <a:prstGeom prst="roundRect">
            <a:avLst>
              <a:gd name="adj" fmla="val 154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6/img/img09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371600"/>
            <a:ext cx="338328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muscles of facial expression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facial expression muscles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facial nerve (CN VII)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the patient to smile and frown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Weakness localizes the lesion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Eye Movements — CN III, IV, VI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41884" y="1289304"/>
            <a:ext cx="4419752" cy="4736592"/>
          </a:xfrm>
          <a:prstGeom prst="roundRect">
            <a:avLst>
              <a:gd name="adj" fmla="val 124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6/img/img10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4180" y="1371600"/>
            <a:ext cx="4255160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of eye movements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nerves move the eyes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Oculomotor, trochlear, abducens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a target in all directions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Detects palsies and gaze problems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Accessory Nerve — CN XI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neck and shoulder muscles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accessory nerve (CN XI)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Sternocleidomastoid and trapezius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Shrug and turn-head movements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813975" y="1335024"/>
            <a:ext cx="5562771" cy="4645152"/>
          </a:xfrm>
          <a:prstGeom prst="roundRect">
            <a:avLst>
              <a:gd name="adj" fmla="val 118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6/img/img11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6271" y="1417320"/>
            <a:ext cx="5398179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sternocleidomastoid and trapezius (CN XI)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16.4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Sensory and Motor Exams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sensation and voluntary movement throughout the body.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Sensory &amp; Motor Tracts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4663440" cy="4206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Distinct pathways in the spinal cord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Dorsal column — fine touch, position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Spinothalamic — pain and temperature</a:t>
            </a:r>
            <a:endParaRPr lang="en-US" sz="15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Corticospinal — voluntary movement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291378" y="1335024"/>
            <a:ext cx="4607963" cy="4645152"/>
          </a:xfrm>
          <a:prstGeom prst="roundRect">
            <a:avLst>
              <a:gd name="adj" fmla="val 119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6" name="Image 0" descr="/home/claude/all/ch16/img/img12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3674" y="1417320"/>
            <a:ext cx="4443371" cy="4480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0" y="594360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and motor tracts of the spinal cord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Dermatomes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24280" y="1289304"/>
            <a:ext cx="2654960" cy="4736592"/>
          </a:xfrm>
          <a:prstGeom prst="roundRect">
            <a:avLst>
              <a:gd name="adj" fmla="val 2066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6/img/img13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6576" y="1371600"/>
            <a:ext cx="2490368" cy="4572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02920" y="59893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dermatome map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074920" y="1828800"/>
            <a:ext cx="658368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spinal nerve maps to a skin area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areas are called dermatomes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them localizes nerve damage</a:t>
            </a:r>
            <a:endParaRPr lang="en-US" sz="16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the level of spinal injury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2331720"/>
            <a:ext cx="2011680" cy="2011680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33172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16.5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3200400" y="24688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9FC2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154680" y="2788920"/>
            <a:ext cx="8412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Coordination and Gait Exams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200400" y="41605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FE3E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the cerebellum through coordination and gait.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16.5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Cerebellum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583546" y="1289304"/>
            <a:ext cx="7040148" cy="3730752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12700">
            <a:solidFill>
              <a:srgbClr val="D7E2E6"/>
            </a:solidFill>
            <a:prstDash val="solid"/>
          </a:ln>
          <a:effectLst>
            <a:outerShdw sx="100000" sy="100000" kx="0" ky="0" algn="bl" rotWithShape="0" blurRad="76200" dist="25400" dir="5400000">
              <a:srgbClr val="9AA9AE">
                <a:alpha val="45000"/>
              </a:srgbClr>
            </a:outerShdw>
          </a:effectLst>
        </p:spPr>
      </p:sp>
      <p:pic>
        <p:nvPicPr>
          <p:cNvPr id="5" name="Image 0" descr="/home/claude/all/ch16/img/img15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65842" y="1371600"/>
            <a:ext cx="6875556" cy="35661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4983480"/>
            <a:ext cx="10927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cerebellum and coordination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3152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movement and balance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by coordination and gait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263640" y="5349240"/>
            <a:ext cx="53492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Finger-to-nose, heel-to-shin</a:t>
            </a:r>
            <a:endParaRPr lang="en-US" sz="1300" dirty="0"/>
          </a:p>
          <a:p>
            <a:pPr marL="177800" indent="-177800">
              <a:lnSpc>
                <a:spcPct val="102000"/>
              </a:lnSpc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Damage causes ataxia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109728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CHAPTER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75488" y="658368"/>
            <a:ext cx="1124712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4C5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819656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173736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neurological exam has five parts that together localize nervous system problems.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548640" y="2606040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2523744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mental status exam tests cortical functions, including memory and language.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548640" y="3392424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331012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cranial nerve exam checks the twelve nerves serving the head and neck.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48640" y="4178808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409651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sensory and motor exams test spinal cord pathways and dermatomes.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548640" y="4965192"/>
            <a:ext cx="237744" cy="237744"/>
          </a:xfrm>
          <a:prstGeom prst="ellipse">
            <a:avLst/>
          </a:prstGeom>
          <a:solidFill>
            <a:srgbClr val="E36414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8828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2336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coordination and gait exam assesses the cerebellum.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57200" y="6473952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PN 104 · Ch 16 — The Neurological Exam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F4C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E36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CONNECTIONS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the Neurological Exam Matters in Practical Nursing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Stroke Assessment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Rapid neuro exam findings localize damage and guide treatment.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78308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0" y="191109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Aphasia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0" y="228600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changes point to specific language-area damage.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Bell's Palsy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7724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Facial weakness sparing the forehead suggests a peripheral cause.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172200" y="333756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0" y="346557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Dermatome Mapping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0" y="384048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Sensory loss localizes spinal nerve or cord injury.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Ataxia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Incoordination and unsteady gait suggest cerebellar problems.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172200" y="4892040"/>
            <a:ext cx="5440680" cy="1389888"/>
          </a:xfrm>
          <a:prstGeom prst="roundRect">
            <a:avLst>
              <a:gd name="adj" fmla="val 5263"/>
            </a:avLst>
          </a:prstGeom>
          <a:solidFill>
            <a:srgbClr val="13586A"/>
          </a:solidFill>
          <a:ln w="12700">
            <a:solidFill>
              <a:srgbClr val="2A7A8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0" y="5020056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Baseline Exams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00800" y="5394960"/>
            <a:ext cx="502920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2000"/>
              </a:lnSpc>
              <a:buNone/>
            </a:pPr>
            <a:r>
              <a:rPr lang="en-US" sz="1250" dirty="0">
                <a:solidFill>
                  <a:srgbClr val="E6F1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Serial neuro checks detect changes early in patient care.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2026-06-23T21:03:36Z</dcterms:created>
  <dcterms:modified xsi:type="dcterms:W3CDTF">2026-06-23T21:03:36Z</dcterms:modified>
</cp:coreProperties>
</file>