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Urinary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kidneys filter the blood and make urine.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7732"/>
            <a:ext cx="4096512" cy="1965416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5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20028"/>
            <a:ext cx="3931920" cy="1800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composition of urine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structures of the urinary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the roles of each of the parts of the urinary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the macroscopic and microscopic structures of the kidney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flow of blood through the kidney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how blood is filtered in the kidney nephron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2884324"/>
            <a:ext cx="4370832" cy="1692856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25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966620"/>
            <a:ext cx="4206240" cy="152826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organs of the urinary system.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Characteristics of Urine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urine reveals about the body's internal balance.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Characteristics of Urine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23010" y="1289304"/>
            <a:ext cx="2857500" cy="4736592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5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306" y="1371600"/>
            <a:ext cx="269290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color and hydration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reflects the body's state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signals hydration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clear and yellow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urinalysis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Anatomy of Urine Transport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ureters, bladder, and urethra that store and transport urine.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Urinary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3753" y="1289304"/>
            <a:ext cx="997973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5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49" y="1371600"/>
            <a:ext cx="981514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organs of the urinary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kidneys make urine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Ureters carry it to the bladder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bladder stores it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urethra empties it out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Anatomy of the Kidney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and internal structure of the kidneys.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of the Kidneys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bean-shaped organs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against the back wall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Retroperitoneal (behind the abdomen)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protected by the lower ribs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77485" y="1335024"/>
            <a:ext cx="623575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5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781" y="1417320"/>
            <a:ext cx="607115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the kidneys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Kidney Anatomy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00399" y="1289304"/>
            <a:ext cx="640644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5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2695" y="1371600"/>
            <a:ext cx="624185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anatomy of the kidney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cortex, inner medulla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 forms renal pyramids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collects in the renal pelvis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into the ureter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Microscopic Anatomy of the Kidney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nephron — the kidney's microscopic filtering unit.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Nephron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6292" y="1289304"/>
            <a:ext cx="3370936" cy="4736592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5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588" y="1371600"/>
            <a:ext cx="32063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nephron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 unit of the kidney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million per kidney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glomerulus and a tubule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blood and forms urine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Physiology of Urine Formation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Filtration, reabsorption, and secretion — how urine is made.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Glomerular Filtration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76383" y="1289304"/>
            <a:ext cx="725447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5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8679" y="1371600"/>
            <a:ext cx="708988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Glomerular filtration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formation starts with filtration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pushes fluid out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water and small molecules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cells and proteins in the blood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Tubular Reabsorption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Reclaiming what the body needs from the filtrate.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Reabsorption &amp; Secretion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filtrate is reclaimed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glucose, ions are reabsorbed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are secreted into the tubule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urine remains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47385" y="1335024"/>
            <a:ext cx="4495949" cy="464515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5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681" y="1417320"/>
            <a:ext cx="433135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Reabsorption and secretion along the nephron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Concentrating the Urine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of Henle builds a salt gradient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medulla becomes very salty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drawn out of the tubule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concentrated urine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347138"/>
            <a:ext cx="6382512" cy="4620924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5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29434"/>
            <a:ext cx="6217920" cy="4456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Concentrating the urine in the loop of Henle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25.8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Regulation of Kidney Function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hormones fine-tune kidney function and fluid balance.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25.8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Hormonal Regulation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94072" y="1289304"/>
            <a:ext cx="581909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5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368" y="1371600"/>
            <a:ext cx="565450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regulation of the kidney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adjust water and salt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increases water reabsorption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 retains sodium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control blood volume and pressure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kidneys filter blood and make urine; the ureters, bladder, and urethra store and remove it.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kidney has a cortex and medulla and about a million nephrons.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forms by filtration, reabsorption, and secretion along the nephron.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of Henle lets the kidney concentrate urine and conserve water.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like ADH and aldosterone adjust fluid and electrolyte balance.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25 — The Urinary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Urinary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Urinary Tract Infection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especially in women — watch for symptoms.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 Stones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deposits cause severe flank pain.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 Failure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filtration causes waste buildup; may need dialysis.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Urinalysis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test revealing many systemic conditions.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Fluid Balance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kidneys are central to blood volume and pressure.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Diuretics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that increase urine output to manage fluid overload.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2026-06-23T22:09:32Z</dcterms:created>
  <dcterms:modified xsi:type="dcterms:W3CDTF">2026-06-23T22:09:32Z</dcterms:modified>
</cp:coreProperties>
</file>