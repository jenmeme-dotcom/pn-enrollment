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Tissue and the Skeletal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structure, formation, fractures, and calcium balance.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5914"/>
            <a:ext cx="4096512" cy="1969053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6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210"/>
            <a:ext cx="3931920" cy="18044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describe the functions of bones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classes of bones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process of bone formation and 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bone repairs itself after a fracture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effect of exercise, nutrition, and hormones on bone tissue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an imbalance of calcium can affect bone tissue Bones make good fossils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73016" y="1545336"/>
            <a:ext cx="2656369" cy="437083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06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312" y="1627632"/>
            <a:ext cx="2491777" cy="4206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long bone.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Classification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shapes of bones and how shape relates to function.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of Bones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7332" y="1289304"/>
            <a:ext cx="4108856" cy="4736592"/>
          </a:xfrm>
          <a:prstGeom prst="roundRect">
            <a:avLst>
              <a:gd name="adj" fmla="val 133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28" y="1371600"/>
            <a:ext cx="394426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of bones by shape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bones (limbs) act as levers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bones (wrist, ankle) add stability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bones (skull, ribs) protect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and sesamoid bones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gross and microscopic structure of bone tissue.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Long Bone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5238" y="1289304"/>
            <a:ext cx="2873045" cy="4736592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534" y="1371600"/>
            <a:ext cx="270845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long bone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Diaphysis (shaft) and epiphyses (ends)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Medullary cavity holds marrow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Periosteum covers the outer surface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cartilage cushions the joints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 and Spongy Bone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98493" y="1289304"/>
            <a:ext cx="721025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789" y="1371600"/>
            <a:ext cx="704566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and spongy bone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bone is dense and solid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strong outer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Spongy bone is porous (trabeculae)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Trabeculae resist stress, hold marrow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Bone Cells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Osteogenic cells are bone stem cells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Osteoblasts build new bone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Osteocytes maintain bone tissue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Osteoclasts resorb (break down) bone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390972"/>
            <a:ext cx="6382512" cy="4533256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6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73268"/>
            <a:ext cx="6217920" cy="4368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cells of bone tissue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Microscopic Bone — The Osteon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9336" y="1289304"/>
            <a:ext cx="4044848" cy="4736592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632" y="1371600"/>
            <a:ext cx="388025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osteon (Haversian system)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bone is built of osteons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canal carries vessels and nerves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lamellae surround the canal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Osteocytes sit in lacunae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Formation and Development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bones form before birth and grow throughout childhood.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Formation (Ossification)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Intramembranous forms flat bones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Endochondral replaces cartilage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bones form from a cartilage model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before birth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04394"/>
            <a:ext cx="6382512" cy="4506412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6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86690"/>
            <a:ext cx="6217920" cy="43418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Intramembranous and endochondral ossification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Epiphyseal (Growth) 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1623" y="1289304"/>
            <a:ext cx="3100273" cy="4736592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919" y="1371600"/>
            <a:ext cx="293568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the epiphyseal plate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plate of hyaline cartilage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Lengthens long bones in childhood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grows, then turns to bone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after puberty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vs. Mature Bone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growth plate in children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Epiphyseal line in adults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where growth occurred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injuries can affect growth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81350" y="1335024"/>
            <a:ext cx="582802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6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3646" y="1417320"/>
            <a:ext cx="566342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and mature long bone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Fractures: Bone Repair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fractures and how bone repairs itself.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Fractures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63142" y="1289304"/>
            <a:ext cx="2577236" cy="4736592"/>
          </a:xfrm>
          <a:prstGeom prst="roundRect">
            <a:avLst>
              <a:gd name="adj" fmla="val 212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438" y="1371600"/>
            <a:ext cx="24126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 of bone fractures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(simple) vs. open (compound)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Transverse, oblique, spiral, comminuted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Greenstick (incomplete) in children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ends driven together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Fracture Repair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03147" y="1289304"/>
            <a:ext cx="940094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443" y="1371600"/>
            <a:ext cx="923635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of fracture repair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hematoma forms at the break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(fibrocartilage) callus bridges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bony callus replaces it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Remodeling restores the bone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Exercise, Nutrition, Hormones, and Bone Tissue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exercise, nutrition, and hormones keep bone strong.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Vitamin D &amp; Calcium Absorption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0504" y="1289304"/>
            <a:ext cx="3642512" cy="4736592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00" y="1371600"/>
            <a:ext cx="34779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synthesis and calcium absorption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starts vitamin D synthesis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and kidneys activate it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drives calcium absorption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strong bones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Mass Over the Lifespan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48278" y="1289304"/>
            <a:ext cx="571068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6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0574" y="1371600"/>
            <a:ext cx="554609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mass across the lifespan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mass peaks in young adulthood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with age, faster after menopause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bone mass leads to osteoporosis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and calcium slow the loss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Homeostasis: Interactions of the Skeletal System and Other Organ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skeleton helps keep blood calcium in a safe range.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Homeostasis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calcium is tightly controlled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raises calcium (bone, kidney, gut)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Calcitonin lowers calcium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is the body's calcium reservoir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05295" y="1335024"/>
            <a:ext cx="518013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6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7591" y="1417320"/>
            <a:ext cx="501553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control of blood calcium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supports, protects, moves the body, stores minerals, and makes blood cells.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are classified by shape, with structure suited to function.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is living tissue, built of osteons and continuously remodeled by bone cells.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form by ossification and lengthen at the epiphyseal plate until adulthood.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health depends on exercise, nutrition, hormones, and calcium balance.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6 — Bone Tissue and the Skeletal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Bone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Fracture 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fracture types and healing stages guides immobilization and recovery.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Osteoporosis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loss with age raises fracture risk — central to fall prevention.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&amp; Vitamin 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nutrients for bone and for nerve and muscle function.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Cell 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marrow makes the blood cells you monitor in lab 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Plates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growth-plate injuries require special attention.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strength underpins safe movement and weight-bearing.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2026-06-23T20:13:17Z</dcterms:created>
  <dcterms:modified xsi:type="dcterms:W3CDTF">2026-06-23T20:13:17Z</dcterms:modified>
</cp:coreProperties>
</file>