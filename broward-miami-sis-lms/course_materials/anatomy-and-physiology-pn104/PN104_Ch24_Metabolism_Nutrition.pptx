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25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3232" y="1783080"/>
            <a:ext cx="6858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Metabolism and Nutrition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49808" y="39776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body turns food into energy and building blocks.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5806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&amp; Physiology  ·  Broward-Miami Health Institute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6144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EDITION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35824" y="2536410"/>
            <a:ext cx="4096512" cy="1968060"/>
          </a:xfrm>
          <a:prstGeom prst="roundRect">
            <a:avLst>
              <a:gd name="adj" fmla="val 2788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8" name="Image 0" descr="/home/claude/all/ch24/img/img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618706"/>
            <a:ext cx="3931920" cy="18034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studying this chapter, students will be able to: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164592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processes involved in anabolic and catabolic reactions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505456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054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15568" y="2487168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and describe the steps necessary for carbohydrate, lipid, and protein metabolism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346704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467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15568" y="3328416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processes that regulate glucose levels during the absorptive and postabsorptive states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187952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1879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15568" y="4169664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metabolism is essential to maintaining body temperature (thermoregulation)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029200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029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15568" y="5010912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the importance of vitamins and minerals in the diet Eating is essential to life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415784" y="1716329"/>
            <a:ext cx="4370832" cy="4028846"/>
          </a:xfrm>
          <a:prstGeom prst="roundRect">
            <a:avLst>
              <a:gd name="adj" fmla="val 1362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21" name="Image 0" descr="/home/claude/all/ch24/img/img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798625"/>
            <a:ext cx="4206240" cy="386425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498080" y="59436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Metabolism: building up and breaking down.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24 — Metabolism and Nutrition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24.1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 of Metabolic Reactions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0" y="42062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Metabolism — the chemical reactions that power the body.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24.1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ATP — The Energy Currency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ATP stores and delivers energy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breaking down nutrients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 energy when split to ADP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nearly all cell work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0515" y="1335024"/>
            <a:ext cx="5869689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24/img/img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811" y="1417320"/>
            <a:ext cx="5705097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ATP–ADP energy cycle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24 — Metabolism and Nutrition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24.1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Anabolism &amp; Catabolism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Metabolism = all chemical reactions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Catabolism breaks molecules down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Anabolism builds molecules up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fuels both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74519" y="1335024"/>
            <a:ext cx="5041682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24/img/img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6815" y="1417320"/>
            <a:ext cx="4877090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Catabolic and anabolic reactions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24 — Metabolism and Nutrition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24.2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Carbohydrate Metabolism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0" y="42062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body extracts energy from carbohydrates.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24.2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Cellular Respiration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22351" y="1289304"/>
            <a:ext cx="4258818" cy="4736592"/>
          </a:xfrm>
          <a:prstGeom prst="roundRect">
            <a:avLst>
              <a:gd name="adj" fmla="val 1288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4/img/img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47" y="1371600"/>
            <a:ext cx="4094226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overview of cellular respiration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is broken down for ATP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Glycolysis splits glucose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Krebs cycle extracts energy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electron transport chain makes most ATP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24 — Metabolism and Nutrition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24.3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Lipid Metabolism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0" y="42062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body uses and transports fats.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24.3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Lipoproteins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Fats don't dissolve in blood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 in lipoprotein packages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LDL delivers cholesterol to tissues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HDL returns it to the liver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708681" y="1335024"/>
            <a:ext cx="5773357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24/img/img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0977" y="1417320"/>
            <a:ext cx="5608765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Lipoprotein structure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24 — Metabolism and Nutrition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24.5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Metabolic States of the Body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0" y="42062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metabolism shifts between the fed and fasting states.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24.5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Absorptive State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7692" y="1289304"/>
            <a:ext cx="3828136" cy="4736592"/>
          </a:xfrm>
          <a:prstGeom prst="roundRect">
            <a:avLst>
              <a:gd name="adj" fmla="val 1433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4/img/img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988" y="1371600"/>
            <a:ext cx="3663544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absorptive (fed) state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"fed" state after a meal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glucose is high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drives storage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Glucose, fat, and protein are stored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24 — Metabolism and Nutrition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24.5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Postabsorptive State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1360" y="1289304"/>
            <a:ext cx="3660800" cy="4736592"/>
          </a:xfrm>
          <a:prstGeom prst="roundRect">
            <a:avLst>
              <a:gd name="adj" fmla="val 1499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4/img/img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656" y="1371600"/>
            <a:ext cx="3496208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postabsorptive (fasting) state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fasting state between meals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glucose tends to fall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Glucagon mobilizes stores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Glycogen and fat are broken down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24 — Metabolism and Nutrition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24.6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 and Heat Balance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0" y="42062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body balances energy and regulates temperature.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24.6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Heat Balance &amp; Thermoregulation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213180" y="1289304"/>
            <a:ext cx="2877160" cy="4736592"/>
          </a:xfrm>
          <a:prstGeom prst="roundRect">
            <a:avLst>
              <a:gd name="adj" fmla="val 1907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4/img/img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5476" y="1371600"/>
            <a:ext cx="2712568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balance and thermoregulation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Metabolism produces heat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hypothalamus is the thermostat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Sweating and blood flow lose heat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Shivering generates heat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24 — Metabolism and Nutrition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24.7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Nutrition and Diet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0" y="42062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nutrients the body needs and a balanced diet.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24.7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Nutrition &amp; MyPlate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balanced diet supplies all nutrients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Carbohydrates, fats, proteins for energy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Vitamins and minerals in small amounts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MyPlate guides healthy portions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704425" y="1335024"/>
            <a:ext cx="5781870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24/img/img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6721" y="1417320"/>
            <a:ext cx="5617278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MyPlate dietary guidelines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24 — Metabolism and Nutrition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19656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373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Metabolism is all the body's chemical reactions — catabolism releasing energy, anabolism using it.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523744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ATP is the energy currency that powers cellular work.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3392424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31012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extract energy from glucose through cellular respiration.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4178808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096512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Metabolism shifts between storing fuel after meals and mobilizing it while fasting.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4965192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882896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body balances energy intake, heat, and nutrient needs through diet.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24 — Metabolism and Nutrition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CONNECTIONS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Metabolism &amp; Nutrition Matter in Practical Nursing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110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Diabetes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Disrupted glucose metabolism affects energy and many organs.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9110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Cholesterol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LDL and HDL balance shapes cardiovascular risk.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4655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Nutrition Teaching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8404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Balanced-diet guidance supports patient health.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33756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4655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Fever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38404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raised hypothalamic set point during illness.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0200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Malnutrition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53949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Nutrient deficiencies impair healing and immunity.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89204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50200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Obesity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53949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energy surplus stored as fat raises health risks.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2026-06-23T22:09:32Z</dcterms:created>
  <dcterms:modified xsi:type="dcterms:W3CDTF">2026-06-23T22:09:32Z</dcterms:modified>
</cp:coreProperties>
</file>