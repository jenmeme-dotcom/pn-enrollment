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Somatic Nervous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Sensation, central processing, and voluntary movement.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5126"/>
            <a:ext cx="4096512" cy="1970628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4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7422"/>
            <a:ext cx="3931920" cy="1806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components of the somatic nervous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modalities and submodalities of the sensory systems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general and special senses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regions of the central nervous system that contribute to somatic functions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15784" y="2605293"/>
            <a:ext cx="4370832" cy="2250917"/>
          </a:xfrm>
          <a:prstGeom prst="roundRect">
            <a:avLst>
              <a:gd name="adj" fmla="val 243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8" name="Image 0" descr="/home/claude/all/ch14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687589"/>
            <a:ext cx="4206240" cy="20863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receptors detect stimuli from the world and the body.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Perception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receptors detect stimuli — the general and special senses.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Receptors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26456" y="1289304"/>
            <a:ext cx="735432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4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752" y="1371600"/>
            <a:ext cx="718973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sensory receptors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Receptors detect stimuli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them to nerve signals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touch, temperature, pain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encapsulated endings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(Gustation)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buds detect dissolved chemicals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on tongue papillae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basic tastes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(chemoreceptor) sense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48251" y="1335024"/>
            <a:ext cx="549421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4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0547" y="1417320"/>
            <a:ext cx="532962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buds and the sense of taste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Smell (Olfaction)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receptors in the nasal cavity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airborne chemicals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travels to the brain directly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tied to memory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2070" y="1335024"/>
            <a:ext cx="4546580" cy="4645152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4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4366" y="1417320"/>
            <a:ext cx="438198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olfactory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Hearing — The 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28842" y="1289304"/>
            <a:ext cx="574955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4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138" y="1371600"/>
            <a:ext cx="558496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the ear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ear gathers sound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ear bones amplify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ear cochlea transduces it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cells signal the brain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— The Eye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54666" y="1289304"/>
            <a:ext cx="589790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4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62" y="1371600"/>
            <a:ext cx="573331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the eye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cornea and lens focus light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iris controls light entry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retina holds photoreceptors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Rods and cones signal the brain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CNS processes sensory information into perception.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Ascending Sensory Pathways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signals travel to the brain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to the opposite side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through the thalamus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sensory cortex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32599" y="1335024"/>
            <a:ext cx="4525521" cy="4645152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4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895" y="1417320"/>
            <a:ext cx="436092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sensory pathways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Visual Pathway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nerves carry signals from each eye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meet at the optic chiasm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Fibers partly cross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the visual cortex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77405" y="1335024"/>
            <a:ext cx="4435910" cy="4645152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4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9701" y="1417320"/>
            <a:ext cx="427131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pathway to the cortex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Sensory Homunculus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cortex maps the whole body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has a cortical area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areas get more space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and face dominate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823" y="1335024"/>
            <a:ext cx="46630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4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6119" y="1417320"/>
            <a:ext cx="44984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sensory homunculus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Responses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nervous system produces voluntary movement.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Motor Pathway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5448" y="1289304"/>
            <a:ext cx="2252624" cy="4736592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4/img/img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744" y="1371600"/>
            <a:ext cx="208803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descending motor pathway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start in the motor cortex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down the corticospinal tract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to the opposite side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and lower motor neurons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 begins when receptors transduce stimuli into nerve signals.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senses — taste, smell, hearing, balance, and vision — use specialized receptors.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pathways cross the midline and relay through the thalamus to the cortex.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cortex maps the body, devoting the most area to the most sensitive parts.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movement travels from the motor cortex down crossed corticospinal pathways.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14 — The Somatic Nervous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Somatic Nervous System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Loss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Numbness or deficits help localize nerve or CNS damage.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Hearing &amp;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deficits that affect safety and communication.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Management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pain pathways guides effective relief.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Stroke 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pathways explain one-sided weakness or sensory loss.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Pupillary Reflex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response is a key neurological assessment.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Deficits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vs. lower motor neuron signs guide diagnosis.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2026-06-23T20:42:49Z</dcterms:created>
  <dcterms:modified xsi:type="dcterms:W3CDTF">2026-06-23T20:42:49Z</dcterms:modified>
</cp:coreProperties>
</file>