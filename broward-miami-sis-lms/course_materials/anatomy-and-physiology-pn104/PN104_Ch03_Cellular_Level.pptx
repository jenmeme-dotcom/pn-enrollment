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Cellular Level of Organization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membrane, organelles, DNA, and how cells divide.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7649"/>
            <a:ext cx="4096512" cy="1965581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3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9945"/>
            <a:ext cx="3931920" cy="18009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structure and function of the cell membrane, including its regulation of materials into and out of the cell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functions of the various cytoplasmic organelles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structure and contents of the nucleus, as well as the process of DNA replication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process by which a cell builds proteins using the DNA code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stages of the cell cycle in order, including the steps of cell division in somatic cells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how a cell differentiates and becomes more specialized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15784" y="1979975"/>
            <a:ext cx="4370832" cy="3501554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03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062271"/>
            <a:ext cx="4206240" cy="333696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— the basic unit of life.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 Membrane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selectively permeable boundary that controls what enters and leaves the cell.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 Membrane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20837" y="1289304"/>
            <a:ext cx="796556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133" y="1371600"/>
            <a:ext cx="780097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fluid-mosaic model of the cell membrane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Phospholipid bilayer with embedded proteins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Hydrophilic heads out, hydrophobic tails 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Cholesterol stabilizes the membrane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Selectively permeable barrier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Transport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69724" y="1289304"/>
            <a:ext cx="7667793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2020" y="1371600"/>
            <a:ext cx="7503201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transport across the membrane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substances against their gradient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energy (ATP)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maintain ion gradients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sodium–potassium pump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Endocytosis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26456" y="1289304"/>
            <a:ext cx="735432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752" y="1371600"/>
            <a:ext cx="718973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of endocytosis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intake of material into the cell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Phagocytosis = "cell eating"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Pinocytosis = "cell drinking"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Receptor-mediated for specific targets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Exocytosis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7439" y="1289304"/>
            <a:ext cx="4228643" cy="4736592"/>
          </a:xfrm>
          <a:prstGeom prst="roundRect">
            <a:avLst>
              <a:gd name="adj" fmla="val 1297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735" y="1371600"/>
            <a:ext cx="4064051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Exocytosis releasing material from the cell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export out of the cell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Vesicles fuse with the membrane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Secretes hormones, enzymes, mucus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of endocytosis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Cytoplasm and Cellular Organelles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cell's internal compartments and the job each one does.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Prototypical Cell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Cytoplasm holds organelles in cytosol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organelle has a specialized job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labor keeps the cell efficient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nucleus directs activities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89191" y="1335024"/>
            <a:ext cx="581233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1487" y="1417320"/>
            <a:ext cx="564774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(prototypical) human cell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Endoplasmic Reticulum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ER is studded with ribosomes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ER makes and folds proteins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ER makes lipids and detoxifies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membrane network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45422" y="1335024"/>
            <a:ext cx="569987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7718" y="1417320"/>
            <a:ext cx="553528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and smooth endoplasmic reticulum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Golgi Apparatus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Modifies, sorts, and packages proteins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vesicles from the 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finished products in vesicles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cell's "post office"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89733"/>
            <a:ext cx="6382512" cy="4335733"/>
          </a:xfrm>
          <a:prstGeom prst="roundRect">
            <a:avLst>
              <a:gd name="adj" fmla="val 126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72029"/>
            <a:ext cx="6217920" cy="4171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Golgi apparatus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Mitochondria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99409" y="1289304"/>
            <a:ext cx="8208422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705" y="1371600"/>
            <a:ext cx="804383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mitochondrion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of cellular respiration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ATP — the cell's energy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Folded inner membrane (cristae)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their own DNA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Nucleus and DNA Replication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center and how the cell copies its genetic blueprint.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Nucleus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the cell's DNA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envelope with pores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Nucleolus makes ribosomes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all cell activities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06973" y="1335024"/>
            <a:ext cx="597677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269" y="1417320"/>
            <a:ext cx="581218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the nucleus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Packaging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wraps around histone proteins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nucleosomes, then chromatin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into chromosomes to divide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~2 m of DNA into each nucleus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2756" y="1335024"/>
            <a:ext cx="5865208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5052" y="1417320"/>
            <a:ext cx="5700616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DNA packing in the chromosome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helix of two strands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Sugar–phosphate backbone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pair: A–T and G–C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sequence is the genetic code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86450" y="1335024"/>
            <a:ext cx="4617821" cy="4645152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8746" y="1417320"/>
            <a:ext cx="445322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DNA and base pairing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DNA Replication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35231" y="1289304"/>
            <a:ext cx="5936779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7527" y="1371600"/>
            <a:ext cx="5772187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replication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copies itself before division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Helicase unwinds the double helix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polymerase builds new strands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daughter cell gets identical DNA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Synthesis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genetic code to build the proteins that run the cell.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Gene to Protein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57451" y="1289304"/>
            <a:ext cx="749233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1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747" y="1371600"/>
            <a:ext cx="732774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transcription and translation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→ RNA → protein (central dogma)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copies DNA into mRNA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builds protein from mRNA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Codons specify amino acids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63489" y="1289304"/>
            <a:ext cx="6480261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5785" y="1371600"/>
            <a:ext cx="6315669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of DNA into mRNA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polymerase reads the DNA template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complementary mRNA strand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in the nucleus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mRNA carries the message out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62456" y="1289304"/>
            <a:ext cx="2578608" cy="4736592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71600"/>
            <a:ext cx="241401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at the ribosome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ribosome reads mRNA codons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tRNA delivers matching amino acids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acids link into a polypeptide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finished protein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 Growth and Division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cycle and mitosis — how one cell becomes two.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Cell 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Interphase: G1, S, G2 (growth + DNA copy)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Mitotic phase: cell division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control progression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Cyclins regulate the cycle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3768" y="1335024"/>
            <a:ext cx="5283184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6064" y="1417320"/>
            <a:ext cx="5118592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cycle and its checkpoints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Mitosis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Prophase → metaphase → anaphase → telophase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separate to opposite poles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Cytokinesis splits the cytoplasm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daughter cells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03612" y="1335024"/>
            <a:ext cx="5983495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3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908" y="1417320"/>
            <a:ext cx="5818903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stages of mitosis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Cellular Differentiation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fertilized egg gives rise to hundreds of specialized cell types.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Stem Cells &amp; Differentiation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5328" y="1289304"/>
            <a:ext cx="4172864" cy="4736592"/>
          </a:xfrm>
          <a:prstGeom prst="roundRect">
            <a:avLst>
              <a:gd name="adj" fmla="val 1315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3/img/img2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624" y="1371600"/>
            <a:ext cx="40082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cell potency and differentiation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cells can become many cell types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Totipotent → pluripotent → multipotent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specializes cells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growth, repair, and therapy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membrane is a selectively permeable bilayer that controls transport.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Organelles divide the labor: ER and Golgi process proteins, mitochondria make ATP.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nucleus stores DNA and directs the cell; DNA replicates before division.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synthesis flows from DNA to RNA to protein.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cell cycle and mitosis drive growth, repair, and — when uncontrolled — cancer.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3 — The Cellular Level of Organization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Cell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Fluid &amp; Electrolytes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transport, especially the Na⁺/K⁺ pump, underlies all fluid balance.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Immune Defense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Phagocytosis is how white blood cells engulf and destroy pathogens.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&amp; Fatigue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Mitochondrial ATP production fuels every active process in the body.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cell-cycle checkpoints cause uncontrolled cell division.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drugs act on membrane transport, enzymes, or protein synthesis.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Tissue Repair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 and stem cells drive healing after injury.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2026-06-23T20:04:50Z</dcterms:created>
  <dcterms:modified xsi:type="dcterms:W3CDTF">2026-06-23T20:04:50Z</dcterms:modified>
</cp:coreProperties>
</file>