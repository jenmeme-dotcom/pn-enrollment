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Lymphatic and Immune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body defends itself against infection.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31360" y="1380744"/>
            <a:ext cx="3105440" cy="4279392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1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3656" y="1463040"/>
            <a:ext cx="294084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components and anatomy of the lymphatic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87168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role of the innate immune response against pathogens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46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328416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power of the adaptive immune response to cure disease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169664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immunological deficiencies and over-reactions of the immune system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5010912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role of the immune response in transplantation and cancer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15784" y="1795324"/>
            <a:ext cx="4370832" cy="3870857"/>
          </a:xfrm>
          <a:prstGeom prst="roundRect">
            <a:avLst>
              <a:gd name="adj" fmla="val 141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1" name="Image 0" descr="/home/claude/all/ch21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77620"/>
            <a:ext cx="4206240" cy="370626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innate and adaptive defenses.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the Lymphatic and Immune Systems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lymphatic vessels and organs that drain fluid and house immune cells.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Lymphatic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35660" y="1289304"/>
            <a:ext cx="3432200" cy="4736592"/>
          </a:xfrm>
          <a:prstGeom prst="roundRect">
            <a:avLst>
              <a:gd name="adj" fmla="val 159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1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956" y="1371600"/>
            <a:ext cx="326760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lymphatic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Vessels, nodes, and lymphoid organs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leaked fluid to the blood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and transports immune cells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spleen, thymus, tonsils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 of Lymph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38379" y="1289304"/>
            <a:ext cx="6330483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1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0675" y="1371600"/>
            <a:ext cx="6165891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lymph forms and drains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Capillaries leak fluid into tissues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Lymphatic capillaries collect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fluid is now called lymph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to the bloodstream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Lymph Nodes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filtering organs along the vessels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pathogens and debris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with immune cells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 during infection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395566"/>
            <a:ext cx="6382512" cy="4524068"/>
          </a:xfrm>
          <a:prstGeom prst="roundRect">
            <a:avLst>
              <a:gd name="adj" fmla="val 121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1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77862"/>
            <a:ext cx="6217920" cy="43594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lymph node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Barrier Defenses and the Innate Immune Response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body's first lines of defense — barriers and the innate response.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Innate vs. Adaptive Immunity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arms of defense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Innate: fast, general, present at birth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slower, specific, learned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are the first 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70570" y="1335024"/>
            <a:ext cx="524958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1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2866" y="1417320"/>
            <a:ext cx="508498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and adaptive immunity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Inflammation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2633" y="1289304"/>
            <a:ext cx="4318254" cy="4736592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1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929" y="1371600"/>
            <a:ext cx="415366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inflammatory response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innate response to injury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cells release histamine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dilate and become leaky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redness, heat, swelling, pain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Adaptive Immune Response: T lymphocytes and Their Functional Types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 carried out by T lymphocytes.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Antigen Presentation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must be shown the enemy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Antigen-presenting cells display antigens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on MHC molecules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activates the matching T cell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51919" y="1335024"/>
            <a:ext cx="5686882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1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215" y="1417320"/>
            <a:ext cx="552229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Antigen presentation to a T cell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T Cells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 cells coordinate the response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Cytotoxic T cells kill infected cells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 cells remember the pathogen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to adaptive immunity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8020" y="1335024"/>
            <a:ext cx="483468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1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0316" y="1417320"/>
            <a:ext cx="467008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and cytotoxic T cells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Adaptive Immune Response: B-lymphocytes and Antibodies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 carried out by B lymphocytes and antibodies.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Antibody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40444" y="1289304"/>
            <a:ext cx="912635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1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740" y="1371600"/>
            <a:ext cx="89617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an antibody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Y-shaped proteins made by B cells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antigen-binding tips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binds one specific antigen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pathogens for destruction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Cell Activation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cells make antibodies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B cells become plasma cells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cells pump out antibodies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 cells remain behind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66902" y="1335024"/>
            <a:ext cx="505691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1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9198" y="1417320"/>
            <a:ext cx="489232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cell activation and antibody production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vs. Secondary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exposure → slow, weak response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cells are formed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exposure → fast, strong response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behind vaccines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15104"/>
            <a:ext cx="6382512" cy="4484992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1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97400"/>
            <a:ext cx="6217920" cy="432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and secondary immune response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Immune Response against Pathogens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immune defenses work together against an infection.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Coordinated Immune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defenses work as a team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and innate cells respond first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immunity targets the pathogen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protects against reinfection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37023" y="1335024"/>
            <a:ext cx="491667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1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319" y="1417320"/>
            <a:ext cx="475208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coordinated immune response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lymphatic system drains tissue fluid and houses the immune system.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Innate immunity provides fast, general defense; adaptive immunity is specific and remembers.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 brings defenses to the site of injury or infection.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cells coordinate the response and kill infected cells; B cells make antibodies.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Immune memory underlies long-term protection and the success of vaccines.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21 — The Lymphatic and Immune System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Immune System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Vaccination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immune memory without causing the disease.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Allergies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overactive immune response to harmless substances.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Autoimmune Disease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immune system attacks the body's own tissues.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HIV/AIDS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virus destroys helper T cells, crippling immunity.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Lymph Node Exam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Swollen nodes can signal infection or, sometimes, cancer.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Immunocompromise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Weakened immunity raises infection risk in many patients.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2026-06-23T22:02:05Z</dcterms:created>
  <dcterms:modified xsi:type="dcterms:W3CDTF">2026-06-23T22:02:05Z</dcterms:modified>
</cp:coreProperties>
</file>