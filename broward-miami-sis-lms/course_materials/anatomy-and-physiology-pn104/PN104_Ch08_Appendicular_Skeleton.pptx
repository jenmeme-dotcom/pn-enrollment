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Appendicular Skeleton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limbs and the girdles that attach them to the body.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637313"/>
            <a:ext cx="4096512" cy="176625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8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19609"/>
            <a:ext cx="3931920" cy="1601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bones of the pectoral and pelvic girdles, and describe how these unite the limbs with the axial skeleton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bones of the upper limb, including the bones of the arm, forearm, wrist, and hand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features of the pelvis and explain how these differ between the adult male and female pelvis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bones of the lower limb, including the bones of the thigh, leg, ankle, and foot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791456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embryonic formation and growth of the limb bones Your skeleton provides the internal supporting structure of the body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52168" y="1545336"/>
            <a:ext cx="4298064" cy="4370832"/>
          </a:xfrm>
          <a:prstGeom prst="roundRect">
            <a:avLst>
              <a:gd name="adj" fmla="val 127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08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464" y="1627632"/>
            <a:ext cx="4133472" cy="42062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appendicular skeleton — the limbs and their girdles.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Pectoral Girdle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clavicle and scapula that anchor the arm to the body.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Pectoral Girdle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1428" y="1289304"/>
            <a:ext cx="3480664" cy="4736592"/>
          </a:xfrm>
          <a:prstGeom prst="roundRect">
            <a:avLst>
              <a:gd name="adj" fmla="val 157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24" y="1371600"/>
            <a:ext cx="331607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pectoral girdle (clavicle and scapula)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Clavicle and scapula on each side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the arm to the axial skeleton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mobile but less stable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clavicle is commonly fractured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Bones of the Upper Limb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humerus, radius, ulna, and the bones of the wrist and hand.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Humerus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7809" y="1289304"/>
            <a:ext cx="3787902" cy="4736592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05" y="1371600"/>
            <a:ext cx="362331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humerus (arm bone)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bone of the arm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fits the scapula's glenoid cavity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Articulates with radius and ulna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muscle attachment sites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Radius and Ulna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0796" y="1289304"/>
            <a:ext cx="3541928" cy="4736592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092" y="1371600"/>
            <a:ext cx="337733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radius and ulna (forearm)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bones of the forearm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Ulna is medial (little-finger side)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is lateral (thumb side)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cross during pronation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Bones of the Hand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carpals form the wrist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metacarpals form the palm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phalanges form the fingers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fine, precise movement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28844" y="1335024"/>
            <a:ext cx="573303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8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140" y="1417320"/>
            <a:ext cx="556844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bones of the wrist and hand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Carpal Tunnel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passage at the front of the wrist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by carpals + flexor retinaculum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median nerve and tendons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causes carpal tunnel syndrome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01206"/>
            <a:ext cx="6382512" cy="4512788"/>
          </a:xfrm>
          <a:prstGeom prst="roundRect">
            <a:avLst>
              <a:gd name="adj" fmla="val 121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8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83502"/>
            <a:ext cx="6217920" cy="4348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carpal tunnel and median nerve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Pelvic Girdle and Pelvis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hip bones, the sacrum, and the pelvis they form.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Pelvis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hip bones + sacrum + coccyx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Bears the body's weight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pelvic organs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stable, weight-bearing girdle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58637"/>
            <a:ext cx="6382512" cy="4397925"/>
          </a:xfrm>
          <a:prstGeom prst="roundRect">
            <a:avLst>
              <a:gd name="adj" fmla="val 124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8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40933"/>
            <a:ext cx="6217920" cy="42333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pelvis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Hip Bone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fused bones: ilium, ischium, pubis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at the acetabulum (hip socket)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Ilium is the broad flaring blade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muscle attachments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340893"/>
            <a:ext cx="6382512" cy="4633415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8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23189"/>
            <a:ext cx="6217920" cy="4468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hip bone (os coxae)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Male vs. Female Pelvis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16410" y="1289304"/>
            <a:ext cx="777442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6" y="1371600"/>
            <a:ext cx="760982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the male and female pelvis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pelvis is wider and shallower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outlet for childbirth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pelvis is narrower and heavier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differences aid identification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Bones of the Lower Limb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femur, tibia, fibula, and the bones of the foot.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Femur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8024" y="1289304"/>
            <a:ext cx="3087472" cy="4736592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320" y="1371600"/>
            <a:ext cx="29228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femur (thigh bone)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thigh bone — longest, strongest bone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fits into the acetabulum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tibia at the knee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Bears great mechanical loads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Tibia and Fibula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22376" y="1289304"/>
            <a:ext cx="3858768" cy="4736592"/>
          </a:xfrm>
          <a:prstGeom prst="roundRect">
            <a:avLst>
              <a:gd name="adj" fmla="val 142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71600"/>
            <a:ext cx="369417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tibia and fibula (lower leg)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bones of the lower leg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 (shinbone) bears the weight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Fibula stabilizes the ankle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form the malleoli of the ankle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Bones of the Foot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tarsals form the ankle and heel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metatarsals form the sole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phalanges form the toes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Arches support and absorb shock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63595" y="1335024"/>
            <a:ext cx="626353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8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91" y="1417320"/>
            <a:ext cx="609893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bones of the foot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the Appendicular Skeleton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limbs form before birth, and common congenital differences.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Limb Development &amp; Clubfoot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7148" y="1289304"/>
            <a:ext cx="3389224" cy="4736592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8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444" y="1371600"/>
            <a:ext cx="322463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Clubfoot, a congenital foot condition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Limbs form early in the embryo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develop from limb buds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Clubfoot is a common congenital condition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treatment improves outcomes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appendicular skeleton is the limbs plus the girdles that attach them.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pectoral girdle anchors the arm; humerus, radius, ulna, and hand bones complete the upper limb.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stable pelvic girdle bears weight and differs between the sexes.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femur, tibia, fibula, and foot bones support the body and enable walking.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limbs form early in development; congenital conditions like clubfoot are treatable.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8 — The Appendicular Skeleton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Appendicular Skeleton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Fracture Sites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clavicle, wrist, and hip are common fracture locations.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Carpal Tunnel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Median-nerve compression at the wrist causes numbness and weakness.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 Fractures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Femoral-neck fractures are a major risk in older adults.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Obstetrics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female pelvis shape is central to childbirth.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 bones support transfers, ambulation, and weight-bearing.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Pediatrics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limb conditions like clubfoot need early intervention.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2026-06-23T20:31:45Z</dcterms:created>
  <dcterms:modified xsi:type="dcterms:W3CDTF">2026-06-23T20:31:45Z</dcterms:modified>
</cp:coreProperties>
</file>