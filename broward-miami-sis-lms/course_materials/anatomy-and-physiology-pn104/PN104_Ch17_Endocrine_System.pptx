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control of the body through hormones.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7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contributions of the endocrine system to homeostasis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chemical composition of hormones and the mechanisms of hormone 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hormonal regulation of the reproductive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the pancreatic endocrine cells in the regulation of blood glucose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hormones released by the heart, kidneys, and other organs with secondary endocrine functions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several common diseases associated with endocrine system dysfunction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1686956"/>
            <a:ext cx="4370832" cy="408759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17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69252"/>
            <a:ext cx="4206240" cy="392299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endocrine glands of the body.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Overview of the Endocrine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endocrine system — chemical control through hormones.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Glands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Glands secrete hormones into the blood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travel to distant targets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slow, widespread processes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alongside the nervous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11036" y="1335024"/>
            <a:ext cx="496864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7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3332" y="1417320"/>
            <a:ext cx="480405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endocrine glands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hormones are and how they act on target cells.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Steroid Hormone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Lipid-soluble hormones enter the cell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pass through the membrane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receptors inside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genes on or off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98510"/>
            <a:ext cx="6382512" cy="4318179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7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80806"/>
            <a:ext cx="6217920" cy="41535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lipid-soluble (steroid) hormone acts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Water-Soluble Hormone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Water-soluble hormones can't enter the cell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bind receptors on the surface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second messenger (cAMP)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rapid responses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55670" y="1335024"/>
            <a:ext cx="607937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7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966" y="1417320"/>
            <a:ext cx="591478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water-soluble hormone acts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hormones are feedback-controlled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triggers a correcting response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shuts off the signal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levels in a stable range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25738" y="1335024"/>
            <a:ext cx="473924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7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8034" y="1417320"/>
            <a:ext cx="457465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control of hormones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Pituitary Gland and Hypothalamus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pituitary and hypothalamus — the hormonal command center.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Pituitary Gland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53713" y="1289304"/>
            <a:ext cx="629981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6009" y="1371600"/>
            <a:ext cx="613522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pituitary gland and hypothalamus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beneath the hypothalamus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anterior and posterior lobes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the hypothalamus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called the "master gland"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Pituitary Hormones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0624" y="1300918"/>
            <a:ext cx="4462272" cy="4713364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3214"/>
            <a:ext cx="4297680" cy="45487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hormones and their targets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lobe makes tropic hormones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thyroid, adrenals, and gonads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growth hormone and prolactin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releases ADH and oxytocin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Thyroid Gland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thyroid gland and its role in metabolism.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Thyroid Gland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4572" y="1289304"/>
            <a:ext cx="2554376" cy="4736592"/>
          </a:xfrm>
          <a:prstGeom prst="roundRect">
            <a:avLst>
              <a:gd name="adj" fmla="val 214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868" y="1371600"/>
            <a:ext cx="238978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thyroid gland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the front of the neck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around the trachea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thyroid hormone (T3, T4)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iodine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Function &amp;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from the pituitary drives it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and T4 raise metabolic rate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keeps levels balanced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causes disease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21706" y="1335024"/>
            <a:ext cx="474730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7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002" y="1417320"/>
            <a:ext cx="458271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thyroid hormone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enlarged thyroid gland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from iodine deficiency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occur with over- or underactivity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neck swelling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24979" y="1335024"/>
            <a:ext cx="614076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7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275" y="1417320"/>
            <a:ext cx="597617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Goiter (enlarged thyroid)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Parathyroid Glands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parathyroid glands and calcium balance.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Parathyroid Glands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9786" y="1289304"/>
            <a:ext cx="992766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082" y="1371600"/>
            <a:ext cx="976307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parathyroid glands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glands behind the thyroid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parathyroid hormone (PTH)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but essential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blood calcium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Regulation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6826" y="1289304"/>
            <a:ext cx="3969868" cy="4736592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122" y="1371600"/>
            <a:ext cx="380527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control of blood calcium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raises blood calcium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bone, kidney, and intestine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Calcitonin lowers calcium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tightly controlled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Pancreas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pancreas and the control of blood sugar.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Pancreas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83515" y="1289304"/>
            <a:ext cx="724021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811" y="1371600"/>
            <a:ext cx="707561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endocrine pancreas and its islets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Islets scattered in the pancreas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cells make glucagon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cells make insulin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regulate blood glucose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17.9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Glucose Regulation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43432" y="1289304"/>
            <a:ext cx="3416656" cy="473659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7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28" y="1371600"/>
            <a:ext cx="325206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Insulin, glucagon, and blood glucose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lowers blood glucose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 raises it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oppose to keep balance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causes diabetes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endocrine system uses hormones in the blood to control slow, widespread body processes.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Lipid-soluble hormones act on genes inside the cell; water-soluble ones use surface receptors.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keeps most hormone levels in a stable range.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pituitary and hypothalamus direct the thyroid, adrenal glands, and gonads.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thyroid, parathyroids, and pancreas control metabolism, calcium, and blood sugar.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17 — The Endocrine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Endocrine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problems disrupt blood sugar — a major focus of nursing care.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Disorders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Hypo- and hyperthyroidism are common and very treatable.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 Feedback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endocrine diseases stem from broken feedback loops.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 Balance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problems disturb calcium and nerve/muscle function.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Stress 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and the HPA axis shape illness and recovery.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Development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hormones affect growth across the lifespan.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2026-06-23T21:03:36Z</dcterms:created>
  <dcterms:modified xsi:type="dcterms:W3CDTF">2026-06-23T21:03:36Z</dcterms:modified>
</cp:coreProperties>
</file>