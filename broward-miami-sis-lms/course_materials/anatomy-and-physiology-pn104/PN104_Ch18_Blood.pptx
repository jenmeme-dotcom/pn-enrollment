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Cardiovascular System: Blood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Plasma, blood cells, clotting, and blood types.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9050"/>
            <a:ext cx="4096512" cy="1962781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18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21346"/>
            <a:ext cx="3931920" cy="17981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primary functions of blood, its fluid and cellular components, and its physical characteristics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important proteins and other solutes present in blood plasma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formation of the formed element components of blood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structure and function of red blood cells and hemoglobin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and characterize white blood cells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of platelets and explain the process of hemostasis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15784" y="2331867"/>
            <a:ext cx="4370832" cy="2797771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18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414163"/>
            <a:ext cx="4206240" cy="263317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Blood: plasma and formed elements.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Overview of Blood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blood is made of and what it does.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 of Blood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73032" y="1289304"/>
            <a:ext cx="5861176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8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5328" y="1371600"/>
            <a:ext cx="569658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Blood: plasma and formed elements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is the liquid portion (~55%)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elements are cells (~45%)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Buffy coat = white cells and platelets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Hematocrit = percent red cells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of the Formed Elements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blood cells are produced in red bone marrow.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Hematopoiesis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blood cells form in red marrow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one stem cell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Myeloid line → most cell types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Lymphoid line → lymphocytes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62839" y="1335024"/>
            <a:ext cx="606504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8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5135" y="1417320"/>
            <a:ext cx="590044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Hematopoiesis: the formation of blood cells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Erythrocytes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blood cells and oxygen transport.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Hemoglobin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83515" y="1289304"/>
            <a:ext cx="724021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8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811" y="1371600"/>
            <a:ext cx="707561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hemoglobin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oxygen-carrying protein in red cells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globin chains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holds an iron-rich heme group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binds the oxygen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Blood Cell Life 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216" y="1289304"/>
            <a:ext cx="3679088" cy="4736592"/>
          </a:xfrm>
          <a:prstGeom prst="roundRect">
            <a:avLst>
              <a:gd name="adj" fmla="val 149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8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512" y="1371600"/>
            <a:ext cx="351449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cycle of a red blood cell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cells live about 120 days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cells broken down in spleen and liver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is recycled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Heme becomes bilirubin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Leukocytes and Platelets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blood cells and platelets — defense and clotting.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Leukocytes Fight Infection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8208" y="1289304"/>
            <a:ext cx="3807104" cy="4736592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8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504" y="1371600"/>
            <a:ext cx="364251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leukocytes fight infection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cells defend against infection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vessels by diapedesis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toward chemical signals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Engulf pathogens (phagocytosis)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White Blood Cells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3138" y="1289304"/>
            <a:ext cx="1108096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8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434" y="1371600"/>
            <a:ext cx="1091637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granular leukocytes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types of leukocytes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Granulocytes: neutrophil, eosinophil, basophil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Agranulocytes: lymphocyte, monocyte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a specific role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Platelet 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752" y="1289304"/>
            <a:ext cx="3322015" cy="4736592"/>
          </a:xfrm>
          <a:prstGeom prst="roundRect">
            <a:avLst>
              <a:gd name="adj" fmla="val 16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8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048" y="1371600"/>
            <a:ext cx="3157423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formation of platelets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 are cell fragments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Shed from megakaryocytes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thrombopoietin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clotting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Hemostasis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Hemostasis — how the body stops bleeding.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Hemostasis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70484" y="1289304"/>
            <a:ext cx="3962552" cy="4736592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8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780" y="1371600"/>
            <a:ext cx="37979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of hemostasis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bleeding in three steps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spasm narrows the vessel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platelet plug forms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Coagulation makes a fibrin clot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Typing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typing and transfusion compatibility.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Typing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29420" y="1289304"/>
            <a:ext cx="8948401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8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716" y="1371600"/>
            <a:ext cx="8783809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typing by agglutination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set by red-cell surface antigens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system: A, B, AB, 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system: positive or negative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by agglutination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Transfusion Compatibility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holds antibodies to missing antigens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type causes agglutination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O-negative is universal donor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AB-positive is universal recipient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93531" y="1335024"/>
            <a:ext cx="600365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8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5827" y="1417320"/>
            <a:ext cx="583906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blood type compatibility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 Incompatibility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Rh-negative mother, Rh-positive baby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exposure sensitizes the mother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Antibodies threaten a later baby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with Rh immune globulin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61974" y="1335024"/>
            <a:ext cx="5066773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8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270" y="1417320"/>
            <a:ext cx="490218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incompatibility in pregnancy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is plasma plus formed elements — red cells, white cells, and platelets.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blood cells form in red bone marrow from a single stem cell.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cells carry oxygen on hemoglobin and are recycled after about 120 days.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cells defend against infection; platelets and clotting factors stop bleeding.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 (ABO and Rh) must be matched before transfusion.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18 — The Cardiovascular System: Blood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Blood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Anemia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red cells or too little hemoglobin reduces oxygen delivery.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Blood 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CBC is one of the most common diagnostic tests.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Transfusion Safety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ABO and Rh type prevents dangerous reactions.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Clotting Disorders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clotting bleeds; too much causes thrombosis.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Anticoagulants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like heparin and warfarin act on the clotting cascade.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white cell count is an early sign of infection.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2026-06-23T21:44:30Z</dcterms:created>
  <dcterms:modified xsi:type="dcterms:W3CDTF">2026-06-23T21:44:30Z</dcterms:modified>
</cp:coreProperties>
</file>