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25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27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13232" y="1783080"/>
            <a:ext cx="68580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Reproductive System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49808" y="397764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organs of reproduction and how new life begins.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49808" y="5806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&amp; Physiology  ·  Broward-Miami Health Institute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" y="61447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EDITION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499234" y="1380744"/>
            <a:ext cx="2569693" cy="4279392"/>
          </a:xfrm>
          <a:prstGeom prst="roundRect">
            <a:avLst>
              <a:gd name="adj" fmla="val 2135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8" name="Image 0" descr="/home/claude/all/ch27/img/img1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81530" y="1463040"/>
            <a:ext cx="2405101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studying this chapter, students will be able to: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64208"/>
            <a:ext cx="384048" cy="384048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642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15568" y="164592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anatomy of the reproductive systems, including their accessory structures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505456"/>
            <a:ext cx="384048" cy="384048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5054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15568" y="2487168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role of hypothalamic and pituitary hormones in reproductive function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346704"/>
            <a:ext cx="384048" cy="384048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3467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15568" y="3328416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the path of a sperm cell from its initial production through fertilization of an oocyte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187952"/>
            <a:ext cx="384048" cy="384048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1879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15568" y="4169664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events in the ovary prior to ovulation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415784" y="1698414"/>
            <a:ext cx="4370832" cy="4064675"/>
          </a:xfrm>
          <a:prstGeom prst="roundRect">
            <a:avLst>
              <a:gd name="adj" fmla="val 1350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18" name="Image 0" descr="/home/claude/all/ch27/img/img1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1780710"/>
            <a:ext cx="4206240" cy="3900083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7498080" y="594360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Reproductive development and its hormones.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27 — The Reproductive System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27.1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20040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54680" y="278892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Anatomy and Physiology of the Testicular Reproductive System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200400" y="429768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male reproductive organs and sperm production.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27.1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Male Reproductive System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9304"/>
            <a:ext cx="4389120" cy="4736592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27/img/img0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" y="1371600"/>
            <a:ext cx="4224528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59893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male reproductive system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74920" y="1828800"/>
            <a:ext cx="65836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and delivers sperm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make sperm and testosterone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Ducts carry sperm out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Glands add seminal fluid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27 — The Reproductive System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27.1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Testis &amp; Epididymis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testes sit in the scrotum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Sperm form in seminiferous tubules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mature in the epididymis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scrotum keeps them cool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086617" y="1335024"/>
            <a:ext cx="5017487" cy="4645152"/>
          </a:xfrm>
          <a:prstGeom prst="roundRect">
            <a:avLst>
              <a:gd name="adj" fmla="val 118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6" name="Image 0" descr="/home/claude/all/ch27/img/img0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68913" y="1417320"/>
            <a:ext cx="4852895" cy="4480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59436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testis and epididymis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27 — The Reproductive System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27.1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Spermatogenesis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making of sperm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Begins at puberty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Continues throughout life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sperm carries half the chromosomes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12965" y="1335024"/>
            <a:ext cx="6364791" cy="4645152"/>
          </a:xfrm>
          <a:prstGeom prst="roundRect">
            <a:avLst>
              <a:gd name="adj" fmla="val 118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6" name="Image 0" descr="/home/claude/all/ch27/img/img0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95261" y="1417320"/>
            <a:ext cx="6200199" cy="4480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59436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Spermatogenesis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27 — The Reproductive System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27.2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20040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54680" y="278892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Anatomy and Physiology of the Ovarian Reproductive System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200400" y="429768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female reproductive organs, the egg, and the menstrual cycle.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27.2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Female Reproductive System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61492" y="1289304"/>
            <a:ext cx="3380537" cy="4736592"/>
          </a:xfrm>
          <a:prstGeom prst="roundRect">
            <a:avLst>
              <a:gd name="adj" fmla="val 1623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27/img/img0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3788" y="1371600"/>
            <a:ext cx="3215945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59893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female reproductive system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74920" y="1828800"/>
            <a:ext cx="65836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eggs and supports pregnancy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Ovaries make eggs and hormones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Uterine tubes carry the egg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uterus houses a pregnancy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27 — The Reproductive System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27.2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Oogenesis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making of eggs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Begins before birth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egg matures each cycle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egg carries half the chromosomes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838618" y="1335024"/>
            <a:ext cx="5513485" cy="4645152"/>
          </a:xfrm>
          <a:prstGeom prst="roundRect">
            <a:avLst>
              <a:gd name="adj" fmla="val 118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6" name="Image 0" descr="/home/claude/all/ch27/img/img0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20914" y="1417320"/>
            <a:ext cx="5348893" cy="4480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59436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Oogenesis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27 — The Reproductive System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27.2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Ovarian Cycle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32104" y="1289304"/>
            <a:ext cx="3639312" cy="4736592"/>
          </a:xfrm>
          <a:prstGeom prst="roundRect">
            <a:avLst>
              <a:gd name="adj" fmla="val 1508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27/img/img1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371600"/>
            <a:ext cx="3474720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59893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Follicle development in the ovary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74920" y="1828800"/>
            <a:ext cx="65836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Follicles develop in the ovary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matures and ovulates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empty follicle becomes the corpus luteum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secretes hormones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27 — The Reproductive System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27.2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Menstrual Cycle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233297" y="1289304"/>
            <a:ext cx="2836926" cy="4736592"/>
          </a:xfrm>
          <a:prstGeom prst="roundRect">
            <a:avLst>
              <a:gd name="adj" fmla="val 1934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27/img/img1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5593" y="1371600"/>
            <a:ext cx="2672334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59893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ovarian and menstrual cycle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74920" y="1828800"/>
            <a:ext cx="65836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roughly monthly cycle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Hormones drive ovarian and uterine changes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uterine lining builds up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sheds as menstruation if no pregnancy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27 — The Reproductive System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27.3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20040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54680" y="278892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Development of the Male and Female Reproductive Systems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200400" y="429768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reproductive systems develop and mature at puberty.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27.3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Reproductive Development &amp; Puberty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 is determined at fertilization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develop before birth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mature at puberty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Driven by reproductive hormones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096922" y="1335024"/>
            <a:ext cx="4996876" cy="4645152"/>
          </a:xfrm>
          <a:prstGeom prst="roundRect">
            <a:avLst>
              <a:gd name="adj" fmla="val 118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6" name="Image 0" descr="/home/claude/all/ch27/img/img1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9218" y="1417320"/>
            <a:ext cx="4832284" cy="4480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59436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Reproductive development at puberty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27 — The Reproductive System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19656"/>
            <a:ext cx="237744" cy="237744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73736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male system produces and delivers sperm; the female system produces eggs and supports pregnancy.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237744" cy="237744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523744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Sperm and eggs each carry half the chromosomes, restored to a full set at fertilization.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3392424"/>
            <a:ext cx="237744" cy="237744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3310128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testes make sperm and testosterone; the ovaries make eggs, estrogen, and progesterone.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48640" y="4178808"/>
            <a:ext cx="237744" cy="237744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4096512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menstrual cycle coordinates ovulation with the uterine lining each month.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548640" y="4965192"/>
            <a:ext cx="237744" cy="237744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4882896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Reproductive organs mature at puberty under control of the pituitary hormones.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27 — The Reproductive System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CONNECTIONS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the Reproductive System Matters in Practical Nursing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40680" cy="1389888"/>
          </a:xfrm>
          <a:prstGeom prst="roundRect">
            <a:avLst>
              <a:gd name="adj" fmla="val 5263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91109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Contraception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28600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work at different points in reproduction.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2200" y="1783080"/>
            <a:ext cx="5440680" cy="1389888"/>
          </a:xfrm>
          <a:prstGeom prst="roundRect">
            <a:avLst>
              <a:gd name="adj" fmla="val 5263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91109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STIs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0" y="228600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Sexually transmitted infections require prevention and treatment.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337560"/>
            <a:ext cx="5440680" cy="1389888"/>
          </a:xfrm>
          <a:prstGeom prst="roundRect">
            <a:avLst>
              <a:gd name="adj" fmla="val 5263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46557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Menstrual Disorders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77240" y="384048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Irregularities can signal hormonal or other issues.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72200" y="3337560"/>
            <a:ext cx="5440680" cy="1389888"/>
          </a:xfrm>
          <a:prstGeom prst="roundRect">
            <a:avLst>
              <a:gd name="adj" fmla="val 5263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346557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Menopause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0" y="384048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natural end of the reproductive years.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892040"/>
            <a:ext cx="5440680" cy="1389888"/>
          </a:xfrm>
          <a:prstGeom prst="roundRect">
            <a:avLst>
              <a:gd name="adj" fmla="val 5263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502005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Prostate Health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77240" y="539496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prostate commonly enlarges with age in men.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72200" y="4892040"/>
            <a:ext cx="5440680" cy="1389888"/>
          </a:xfrm>
          <a:prstGeom prst="roundRect">
            <a:avLst>
              <a:gd name="adj" fmla="val 5263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502005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Fertility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00800" y="539496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factors affect the ability to conceive.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2026-06-24T00:29:17Z</dcterms:created>
  <dcterms:modified xsi:type="dcterms:W3CDTF">2026-06-24T00:29:18Z</dcterms:modified>
</cp:coreProperties>
</file>