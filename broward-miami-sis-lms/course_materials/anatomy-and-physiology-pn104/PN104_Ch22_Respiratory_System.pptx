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Respiratory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9776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airways, the lungs, breathing, and gas exchange.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536410"/>
            <a:ext cx="4096512" cy="1968060"/>
          </a:xfrm>
          <a:prstGeom prst="roundRect">
            <a:avLst>
              <a:gd name="adj" fmla="val 278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22/img/img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618706"/>
            <a:ext cx="3931920" cy="1803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structures of the respiratory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1858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185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0030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major functions of the respiratory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15468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the forces that allow for air movement into and out of the lungs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2734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273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90906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the process of gas exchange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8172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81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466344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the process of oxygen and carbon dioxide transport within the respiratory system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4361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361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5568" y="54178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flow chart illustrating how respiration is controlled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15784" y="1881871"/>
            <a:ext cx="4370832" cy="3697763"/>
          </a:xfrm>
          <a:prstGeom prst="roundRect">
            <a:avLst>
              <a:gd name="adj" fmla="val 1484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24" name="Image 0" descr="/home/claude/all/ch22/img/img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964167"/>
            <a:ext cx="4206240" cy="353317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organs of the respiratory system.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22 — The Respiratory System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Organs and Structures of the Respiratory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airways that carry air from the nose to the alveoli.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22.1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Respiratory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and lower respiratory tracts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Nose, pharynx, larynx, trachea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Bronchi branch into the lungs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at the alveoli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46011" y="1335024"/>
            <a:ext cx="5498699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2/img/img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8307" y="1417320"/>
            <a:ext cx="5334107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respiratory system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22 — The Respiratory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22.1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Larynx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"voice box"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pharynx to trachea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Houses the vocal cords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Epiglottis guards the airway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83256" y="1335024"/>
            <a:ext cx="5024207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2/img/img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5552" y="1417320"/>
            <a:ext cx="4859615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larynx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22 — The Respiratory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22.1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Trachea &amp; Bronchial Tree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4180" y="1289304"/>
            <a:ext cx="4255160" cy="4736592"/>
          </a:xfrm>
          <a:prstGeom prst="roundRect">
            <a:avLst>
              <a:gd name="adj" fmla="val 128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2/img/img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476" y="1371600"/>
            <a:ext cx="409056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trachea and bronchial tree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trachea is the windpipe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C-shaped cartilage rings hold it open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splits into two main bronchi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Bronchi branch like an upside-down tree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22 — The Respiratory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22.1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Bronchioles &amp; Alveoli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Bronchioles end in alveolar sacs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Alveoli are tiny air sacs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in capillaries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gas exchange occurs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78297" y="1335024"/>
            <a:ext cx="6034126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2/img/img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0593" y="1417320"/>
            <a:ext cx="5869534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Bronchioles and alveoli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22 — The Respiratory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Lungs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lungs, their lobes, and the pleura that surround them.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22.2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Lungs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lungs fill the chest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lung has three lobes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lung has two lobes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is smaller (room for the heart)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438415"/>
            <a:ext cx="6382512" cy="4438370"/>
          </a:xfrm>
          <a:prstGeom prst="roundRect">
            <a:avLst>
              <a:gd name="adj" fmla="val 123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2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520711"/>
            <a:ext cx="6217920" cy="42737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lungs and their lobes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22 — The Respiratory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22.2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Pleura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double membrane around each lung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Pleural fluid lies between the layers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friction during breathing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the lungs expand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6628" y="1335024"/>
            <a:ext cx="6117464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2/img/img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8924" y="1417320"/>
            <a:ext cx="5952872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pleural membranes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22 — The Respiratory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Process of Breathing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body moves air in and out of the lungs.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22.3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Inspiration &amp; Expiration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changes chest volume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Diaphragm and intercostals contract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up → pressure down → air in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 pushes air out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0173" y="1335024"/>
            <a:ext cx="6230374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2/img/img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2469" y="1417320"/>
            <a:ext cx="6065782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mechanics of breathing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22 — The Respiratory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22.3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Lung Volumes &amp; Capacities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85734" y="1289304"/>
            <a:ext cx="9035772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2/img/img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030" y="1371600"/>
            <a:ext cx="887118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volumes and capacities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lungs hold measurable volumes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volume = a normal breath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capacity = max breath out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 spirometry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22 — The Respiratory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22.3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of Breathing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9701" y="1289304"/>
            <a:ext cx="3684118" cy="4736592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2/img/img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997" y="1371600"/>
            <a:ext cx="3519526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control of breathing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brainstem sets the rhythm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 in the medulla and pons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rate and depth automatically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CO2 and oxygen levels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22 — The Respiratory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 Exchange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oxygen and carbon dioxide are exchanged in the body.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22.4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 Exchange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046255" y="1289304"/>
            <a:ext cx="6114730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2/img/img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8551" y="1371600"/>
            <a:ext cx="5950138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and internal respiration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Gases move by diffusion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respiration in the lungs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 in, CO2 out at the alveoli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respiration at the tissues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22 — The Respiratory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 of Gases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blood carries oxygen and carbon dioxide.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22.5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 of Gases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402028" y="1289304"/>
            <a:ext cx="7403184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2/img/img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4324" y="1371600"/>
            <a:ext cx="7238592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of oxygen and carbon dioxide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oxygen rides on hemoglobin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CO2 travels as bicarbonate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gas dissolves in plasma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between lungs and tissues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22 — The Respiratory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22.7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Embryonic Development of the Respiratory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lungs and airways form before birth.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22.7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Respiratory Development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airways begin as a lung bud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branch into the bronchial tree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Alveoli mature late in pregnancy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Surfactant readies the lungs for air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62839" y="1335024"/>
            <a:ext cx="6065041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2/img/img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5135" y="1417320"/>
            <a:ext cx="5900449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the respiratory system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22 — The Respiratory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respiratory tract carries air from the nose to the alveoli, where gas exchange occurs.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lungs are wrapped in pleura that allow smooth, friction-free breathing.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moves air by changing chest volume and therefore pressure.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Gases are exchanged by diffusion at the lungs and at the tissues.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is carried on hemoglobin and carbon dioxide mostly as bicarbonate.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22 — The Respiratory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Respiratory System Matters in Practical Nursing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Asthma &amp; COPD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Narrowed airways make breathing difficult.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Pneumonia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 fills alveoli, impairing gas exchange.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Oxygen Therapy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Supplemental oxygen supports patients with low blood oxygen.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or fluid entering the airway is a serious risk.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 Oximetry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blood oxygen saturation noninvasively.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Respiratory Rate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vital sign reflecting breathing and overall status.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2026-06-23T22:02:05Z</dcterms:created>
  <dcterms:modified xsi:type="dcterms:W3CDTF">2026-06-23T22:02:05Z</dcterms:modified>
</cp:coreProperties>
</file>