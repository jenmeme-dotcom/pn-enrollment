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the Nervous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brain, spinal cord, their coverings, and the peripheral nerves.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5914"/>
            <a:ext cx="4096512" cy="1969053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13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210"/>
            <a:ext cx="3931920" cy="18044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the developmental processes of the embryonic nervous system to the adult structures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32304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major regions of the adult nervous system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18688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regions of the cerebral cortex on the basis of anatomical landmarks common to all human brains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005072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regions of the spinal cord in cross-section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09744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791456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cranial nerves in order of anatomical location and provide the central and peripheral connections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15784" y="1866755"/>
            <a:ext cx="4370832" cy="3727994"/>
          </a:xfrm>
          <a:prstGeom prst="roundRect">
            <a:avLst>
              <a:gd name="adj" fmla="val 147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1" name="Image 0" descr="/home/claude/all/ch13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949051"/>
            <a:ext cx="4206240" cy="356340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lobes and landmarks of the cerebrum.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Embryologic Perspective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brain and spinal cord develop from the embryonic neural tube.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the Brain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0290" y="1289304"/>
            <a:ext cx="1012666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3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586" y="1371600"/>
            <a:ext cx="996206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vesicles and the developing CNS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CNS begins as a neural tube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front end forms brain vesicles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become forebrain, midbrain, hindbrain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becomes the spinal cord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Nervous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and spinal cord — the body's control and integration center.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Lobes of the Cerebrum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part of the brain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lobes per hemisphere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Frontal, parietal, temporal, occipital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handles higher functions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68637" y="1335024"/>
            <a:ext cx="5453445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3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0933" y="1417320"/>
            <a:ext cx="5288853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lobes of the cerebrum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Basal Ganglia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gray-matter nuclei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control movement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 posture and muscle tone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in Parkinson's disease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48866" y="1335024"/>
            <a:ext cx="589298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3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1162" y="1417320"/>
            <a:ext cx="572839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basal ganglia (frontal section)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Diencephalon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cerebrum and brainstem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Thalamus relays sensory signals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 controls homeostasis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the pituitary gland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87623" y="1335024"/>
            <a:ext cx="581547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3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919" y="1417320"/>
            <a:ext cx="565088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diencephalon: thalamus and hypothalamus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Brainstem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brain to spinal cord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Midbrain, pons, and medulla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vital automatic functions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for nerve tracts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50070" y="1335024"/>
            <a:ext cx="609058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3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366" y="1417320"/>
            <a:ext cx="592598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brainstem: midbrain, pons, medulla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Cerebellum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7347" y="1289304"/>
            <a:ext cx="3868826" cy="4736592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3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643" y="1371600"/>
            <a:ext cx="370423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cerebellum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behind the brainstem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movement and balance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Fine-tunes posture and timing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smooth, accurate motion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Spinal Cord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072" y="1289304"/>
            <a:ext cx="4151376" cy="4736592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3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398678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of the spinal cord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with the brainstem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matter (H-shaped) inside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matter tracts outside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signals and runs reflexes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Circulation and the Central Nervous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supply, the protective meninges, and cerebrospinal fluid.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Supply — Circle of Willis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12723" y="1289304"/>
            <a:ext cx="2878074" cy="4736592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3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019" y="1371600"/>
            <a:ext cx="271348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cerebral arterial circle (Circle of Willis)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needs constant blood flow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by carotid and vertebral arteries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join in the Circle of Willis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backup circulation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Meninges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35642" y="1289304"/>
            <a:ext cx="673595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3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7938" y="1371600"/>
            <a:ext cx="657136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cranial meninges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protective membranes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Dura, arachnoid, and pia mater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Cushion the brain and spinal cord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of meningitis and bleeds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Ventricles &amp; Cerebrospinal Fluid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81087" y="1289304"/>
            <a:ext cx="5645067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3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3383" y="1371600"/>
            <a:ext cx="548047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ventricles and CSF circulation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ventricles inside the brain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cerebrospinal fluid (CSF)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cushions and nourishes the CNS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Circulates and is reabsorbed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Peripheral Nervous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nerves and ganglia that connect the CNS to the body.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of a Nerve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8528" y="1289304"/>
            <a:ext cx="4166464" cy="4736592"/>
          </a:xfrm>
          <a:prstGeom prst="roundRect">
            <a:avLst>
              <a:gd name="adj" fmla="val 131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3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24" y="1371600"/>
            <a:ext cx="400187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 peripheral nerve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nerve is a bundle of axons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Axons grouped into fascicles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connective-tissue sheaths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sensory and/or motor fibers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Cranial Nerves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74280" y="1289304"/>
            <a:ext cx="585868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3/img/img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6576" y="1371600"/>
            <a:ext cx="569408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twelve cranial nerves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pairs arise from the brain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I through XII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mainly the head and neck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Sensory, motor, or both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Spinal Nerves &amp; Plexuses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93292" y="1289304"/>
            <a:ext cx="2916936" cy="4736592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3/img/img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1371600"/>
            <a:ext cx="275234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spinal nerves and plexuses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pairs of spinal nerves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between the vertebrae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sensory and motor fibers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plexuses for the limbs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and spinal cord develop from the embryonic neural tube.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cerebrum, diencephalon, brainstem, and cerebellum each have distinct roles.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spinal cord relays signals and runs reflexes, with gray matter inside and white matter outside.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is protected by meninges, cushioned by CSF, and supplied by the Circle of Willis.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PNS connects the CNS to the body through 12 cranial and 31 spinal nerve pairs.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13 — Anatomy of the Nervous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Nervous System Anatomy Matters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Stroke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brain blood flow causes rapid, lasting damage.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Meningitis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of the meninges is a medical emergency.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Spinal Cord Injury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causes loss of function below the level of injury.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 Exam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Cranial-nerve and reflex testing helps localize problems.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Hydrocephalus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CSF flow raises pressure inside the skull.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Parkinson's Disease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 ganglia degeneration impairs movement.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2026-06-23T20:42:49Z</dcterms:created>
  <dcterms:modified xsi:type="dcterms:W3CDTF">2026-06-23T20:42:49Z</dcterms:modified>
</cp:coreProperties>
</file>