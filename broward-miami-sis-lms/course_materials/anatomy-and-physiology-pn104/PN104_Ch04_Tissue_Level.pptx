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Tissue Level of Organization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primary tissues, their membranes, and how tissues heal.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4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tissue types and discuss their roles in the human body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types of tissue membranes and the characteristics of each that make them functional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functions of various epithelial tissues and how their forms enable their functions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functions of various connective tissues and how their forms enable their functions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791456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characteristics of muscle tissue and how these enable function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69943" y="1545336"/>
            <a:ext cx="4062515" cy="4370832"/>
          </a:xfrm>
          <a:prstGeom prst="roundRect">
            <a:avLst>
              <a:gd name="adj" fmla="val 135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04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2239" y="1627632"/>
            <a:ext cx="3897923" cy="42062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primary tissue types build every organ.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Tissues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primary tissues and the membranes they form.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Tissue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1028" y="1289304"/>
            <a:ext cx="4401464" cy="4736592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24" y="1371600"/>
            <a:ext cx="423687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primary tissue types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Epithelial, connective, muscle, nervous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= similar cells + their matrix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 combine to form organs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has distinct functions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Membranes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3554" y="1289304"/>
            <a:ext cx="3296412" cy="4736592"/>
          </a:xfrm>
          <a:prstGeom prst="roundRect">
            <a:avLst>
              <a:gd name="adj" fmla="val 166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371600"/>
            <a:ext cx="31318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epithelial membranes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Membranes line and cover surfaces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Mucous membranes line passages to the outside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Serous membranes line closed cavities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cutaneous membrane is the skin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Epithelial Tissue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and lining tissue — classified by cell shape and layering.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Junctions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905" y="1289304"/>
            <a:ext cx="4083710" cy="4736592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1" y="1371600"/>
            <a:ext cx="391911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cell junctions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epithelial cells together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junctions seal gaps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Desmosomes anchor cells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junctions allow communication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Classifying Epithelium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by cell shape and number of layers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Shapes: squamous, cuboidal, columnar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(one layer) vs. stratified (many)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matches function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20779" y="1335024"/>
            <a:ext cx="574916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4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075" y="1417320"/>
            <a:ext cx="558457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epithelial tissues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 of Glandular Secretion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Exocrine glands secrete onto surfaces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Merocrine: released by exocytosis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Apocrine: part of the cell pinches off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Holocrine: the whole cell ruptures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11541" y="1335024"/>
            <a:ext cx="4567638" cy="4645152"/>
          </a:xfrm>
          <a:prstGeom prst="roundRect">
            <a:avLst>
              <a:gd name="adj" fmla="val 120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4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3837" y="1417320"/>
            <a:ext cx="440304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Merocrine, apocrine, and holocrine secretion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Connective Tissue Supports and Protects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most diverse tissue — binding, supporting, and transporting.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Connective Tissue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7784" y="1381932"/>
            <a:ext cx="11091672" cy="3545495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4228"/>
            <a:ext cx="10927080" cy="33809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connective tissue and its components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scattered in an extracellular matrix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= ground substance + fibers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Fibroblasts and immune cells reside here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abundant, diverse tissue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Adipose Tissue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8424" y="1289304"/>
            <a:ext cx="905039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720" y="1371600"/>
            <a:ext cx="888580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(fat) tissue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energy as fat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Cushions and insulates organs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are filled with lipid droplets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endocrine tissue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Connective Tissue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with collagen fibers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regular: tendons and ligaments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irregular: dermis and capsules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tensile strength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13602"/>
            <a:ext cx="6382512" cy="4487996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4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95898"/>
            <a:ext cx="6217920" cy="43234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regular and irregular connective tissue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Cartilage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8480" y="1289304"/>
            <a:ext cx="4026560" cy="4736592"/>
          </a:xfrm>
          <a:prstGeom prst="roundRect">
            <a:avLst>
              <a:gd name="adj" fmla="val 136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76" y="1371600"/>
            <a:ext cx="38619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Hyaline, fibrocartilage, and elastic cartilage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but flexible matrix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Hyaline: joints, nose, trachea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Fibrocartilage: discs and menisci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Elastic: ear and epiglottis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45240" y="1289304"/>
            <a:ext cx="6916759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7536" y="1371600"/>
            <a:ext cx="6752167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Blood: erythrocytes and leukocytes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fluid connective tissue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is the liquid matrix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cells carry oxygen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cells defend; platelets clot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 Tissue and Motion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muscle types that generate movement.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Muscle Tissues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0208" y="1289304"/>
            <a:ext cx="2883103" cy="4736592"/>
          </a:xfrm>
          <a:prstGeom prst="roundRect">
            <a:avLst>
              <a:gd name="adj" fmla="val 190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504" y="1371600"/>
            <a:ext cx="271851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Skeletal, cardiac, and smooth muscle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Skeletal: voluntary, striated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Cardiac: involuntary, striated, branched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Smooth: involuntary, non-striated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convert energy into movement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Tissue Mediates Perception and Response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tissue — neurons and their supporting cells.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Tissue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77342" y="1289304"/>
            <a:ext cx="565255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638" y="1371600"/>
            <a:ext cx="548796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of nervous tissue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transmit electrical signals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body, dendrites, and axon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receive; axons send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Glial cells support neurons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Tissue Injury and Aging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tissues respond to damage, repair themselves, and change with age.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Tissue Injury &amp; Repair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90634" y="1289304"/>
            <a:ext cx="962597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930" y="1371600"/>
            <a:ext cx="946137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tissue inflammation and repair process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is the first response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clot forms and immune cells arrive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Granulation tissue rebuilds the area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by regeneration or scarring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Tissue Aging &amp; Neoplasia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95958" y="1289304"/>
            <a:ext cx="2311603" cy="4736592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4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254" y="1371600"/>
            <a:ext cx="214701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cell division and tissue change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 lose efficiency with age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slows and tissues thin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division → neoplasia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tumors invade and spread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primary tissues — epithelial, connective, muscle, and nervous — build every organ.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Epithelium covers and lines, classified by cell shape and layering.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 is the most diverse, defined by its extracellular matrix.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generates movement; nervous tissue enables communication.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 respond to injury through inflammation and repair, and change with age.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4 — The Tissue Level of Organization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Tissues Matter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Wound 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and repair guide every dressing change and healing assessment.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Integrity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 membranes are the body's first barrier against infection.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muscle types underlie movement, heartbeat, and organ function.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Mucous Membranes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moist linings reveals hydration status and infection.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Cancer Awareness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cell division produces tumors that invade and spread.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Patients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tissue repair raises the risk of pressure injuries and delayed healing.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2026-06-23T20:04:51Z</dcterms:created>
  <dcterms:modified xsi:type="dcterms:W3CDTF">2026-06-23T20:04:51Z</dcterms:modified>
</cp:coreProperties>
</file>