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and Inheritance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fertilization to birth, and how traits are passed 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455950"/>
            <a:ext cx="4096512" cy="2128980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28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538246"/>
            <a:ext cx="3931920" cy="19643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explain the steps involved in fertilization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major events in embryonic development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major events in fetal 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adaptations of the body to pregnancy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physiologic adjustments that the newborn must make in the first hours of extrauterine life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physiology of lactation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1803290"/>
            <a:ext cx="4370832" cy="3854924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28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885586"/>
            <a:ext cx="4206240" cy="36903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cleavage of the fertilized egg.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Fertilization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sperm and egg unite to begin a new life.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Fertilization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Sperm meets egg in the uterine tube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sperm penetrates the egg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chromosomes combine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single-celled zygote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30158"/>
            <a:ext cx="6382512" cy="4454884"/>
          </a:xfrm>
          <a:prstGeom prst="roundRect">
            <a:avLst>
              <a:gd name="adj" fmla="val 123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12454"/>
            <a:ext cx="6217920" cy="42902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Embryonic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cell to an implanted embryo with three germ layers.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Cleavage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zygote divides repeatedly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2-cell, 4-cell, 8-cell stages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solid morula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hollow blastocyst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9593" y="1335024"/>
            <a:ext cx="527153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1889" y="1417320"/>
            <a:ext cx="510694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 of the zygote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Implantation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3636" y="1289304"/>
            <a:ext cx="3816248" cy="4736592"/>
          </a:xfrm>
          <a:prstGeom prst="roundRect">
            <a:avLst>
              <a:gd name="adj" fmla="val 143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932" y="1371600"/>
            <a:ext cx="365165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Implantation in the uterus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blastocyst reaches the uterus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embeds in the uterine lining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implantation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establishes the pregnancy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Germ Layers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embryo forms three layers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Ectoderm: skin and nervous system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Mesoderm: muscle, bone, heart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Endoderm: gut and glands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23748" y="1335024"/>
            <a:ext cx="534322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6044" y="1417320"/>
            <a:ext cx="517863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primary germ layers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Placenta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83546" y="1289304"/>
            <a:ext cx="704014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842" y="1371600"/>
            <a:ext cx="687555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placenta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lifeline between mother and fetus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from embryo and uterus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oxygen and nutrients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fetal wastes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Fetal Development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and maturation of the fetus.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Sexual Differentiation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56284" y="1289304"/>
            <a:ext cx="2590952" cy="4736592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580" y="1371600"/>
            <a:ext cx="24263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the reproductive structures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structures are the same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develops over the fetal period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Determined by the sex chromosomes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or female structures form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During Pregnancy, Labor, and Birth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mother's body changes through pregnancy and birth.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Changes During Pregnancy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6564" y="1289304"/>
            <a:ext cx="3590392" cy="4736592"/>
          </a:xfrm>
          <a:prstGeom prst="roundRect">
            <a:avLst>
              <a:gd name="adj" fmla="val 152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860" y="1371600"/>
            <a:ext cx="3425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changes by trimester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adapts to support the fetus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uterus expands greatly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Trimesters mark the stages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systems adjust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Hormones of Pregnancy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4767" y="1289304"/>
            <a:ext cx="6517706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7063" y="1371600"/>
            <a:ext cx="635311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 levels during pregnancy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maintain the pregnancy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hCG signals early pregnancy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 and progesterone rise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hCG is what pregnancy tests detect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&amp; Birth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09396" y="1289304"/>
            <a:ext cx="3084728" cy="4736592"/>
          </a:xfrm>
          <a:prstGeom prst="roundRect">
            <a:avLst>
              <a:gd name="adj" fmla="val 177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692" y="1371600"/>
            <a:ext cx="292013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of labor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delivers the baby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the cervix dilates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the baby is born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the placenta is delivered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Adjustments of the Infant at Birth and Postnatal Stages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newborn's body adjusts to life outside the womb.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Adjustments at Birth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changes at the first breath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lungs inflate and take over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circulation shunts close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newborn becomes independent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67069" y="1335024"/>
            <a:ext cx="545658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9365" y="1417320"/>
            <a:ext cx="529198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Circulatory changes at birth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Lactation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breasts produce milk to nourish the newborn.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Lactation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81812" y="1289304"/>
            <a:ext cx="3739896" cy="4736592"/>
          </a:xfrm>
          <a:prstGeom prst="roundRect">
            <a:avLst>
              <a:gd name="adj" fmla="val 14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28/img/img2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371600"/>
            <a:ext cx="357530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breasts make milk after birth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Prolactin drives milk production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Oxytocin triggers milk letdown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Suckling sustains the supply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28.7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of Inheritance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0" y="4297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traits are passed from parents to children.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Karyotype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are carried on chromosomes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chromosomes in 23 pairs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pairs plus the sex chromosomes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 is female, XY is male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83226" y="1335024"/>
            <a:ext cx="602426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5522" y="1417320"/>
            <a:ext cx="585967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karyotype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 of Inheritance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come in alternate forms (alleles)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alleles mask recessive ones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Punnett square predicts offspring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many inherited traits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43994" y="1335024"/>
            <a:ext cx="550273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6290" y="1417320"/>
            <a:ext cx="533813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Punnett square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28.7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Sex-Linked Inheritance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genes sit on the X chromosome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show different patterns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common in males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hemophilia, color blindness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48866" y="1335024"/>
            <a:ext cx="589298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28/img/img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162" y="1417320"/>
            <a:ext cx="572839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X-linked inheritance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Fertilization unites sperm and egg into a zygote with a full set of chromosomes.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embryo develops through cleavage, implantation, and the three germ layers.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placenta exchanges nutrients, oxygen, and wastes between mother and fetus.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delivers the baby in three stages, and the newborn adjusts to breathing on its own.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Traits are inherited through chromosomes and genes following predictable patterns.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28 — Development and Inheritance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Development &amp; Inheritance Matter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Prenatal Care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supports a healthy pregnancy and fetus.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&amp; Delivery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stages guides safe nursing care.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Newborn Assessment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checks confirm a healthy transition.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Breastfeeding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infant nutrition and immunity.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Genetic Disorders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and chromosomal conditions affect care.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Congenital Conditions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arise during development.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2026-06-24T00:29:18Z</dcterms:created>
  <dcterms:modified xsi:type="dcterms:W3CDTF">2026-06-24T00:29:18Z</dcterms:modified>
</cp:coreProperties>
</file>