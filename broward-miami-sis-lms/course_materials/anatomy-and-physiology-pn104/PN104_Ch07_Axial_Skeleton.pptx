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Axial Skeleton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skull, vertebral column, and thoracic cage.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664875"/>
            <a:ext cx="4096512" cy="1711131"/>
          </a:xfrm>
          <a:prstGeom prst="roundRect">
            <a:avLst>
              <a:gd name="adj" fmla="val 320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07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7171"/>
            <a:ext cx="3931920" cy="15465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functions of the skeletal system and define its two major subdivisions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32304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bones and bony structures of the skull, the cranial suture lines, the cranial fossae, and the openings in the skull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218688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vertebral column and regional variations in its bony components and curvatures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005072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components of the thoracic cage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09744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09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791456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embryonic development of the axial skeleton The skeletal system forms the rigid internal framework of the body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50906" y="1545336"/>
            <a:ext cx="4300588" cy="4370832"/>
          </a:xfrm>
          <a:prstGeom prst="roundRect">
            <a:avLst>
              <a:gd name="adj" fmla="val 127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1" name="Image 0" descr="/home/claude/all/ch07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3202" y="1627632"/>
            <a:ext cx="4135996" cy="42062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axial skeleton forms the body's central axis.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Divisions of the Skeletal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the skeleton into the axial core and the appendicular limbs.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Axial vs. Appendicular Skeleton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bones in two divisions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Axial: skull, vertebrae, thoracic cage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Appendicular: limbs and girdles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axial forms the central axis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10197" y="1335024"/>
            <a:ext cx="4570327" cy="4645152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7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2493" y="1417320"/>
            <a:ext cx="440573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axial and appendicular skeleton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Skull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cranial and facial bones that protect the brain and shape the face.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Skull — Anterior 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bones: cranial and facial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Cranial bones enclose the brain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bones shape the face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by immovable sutures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65053" y="1335024"/>
            <a:ext cx="546061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7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7349" y="1417320"/>
            <a:ext cx="529602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view of the skull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Skull — Lateral 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Frontal, parietal, temporal, occipital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Sphenoid and ethmoid lie deep within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Cranial bones meet at sutures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Cranial fossae cradle the brain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42519"/>
            <a:ext cx="6382512" cy="4430161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7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24815"/>
            <a:ext cx="6217920" cy="4265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view of the skull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Sutures of the Skull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Sutures are immovable fibrous joints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Coronal, sagittal, and lambdoid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cranial bones together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Foramen magnum at the base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37217" y="1335024"/>
            <a:ext cx="5916287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7/img/img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9513" y="1417320"/>
            <a:ext cx="575169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skull and cranial sutures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Mandible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movable skull bone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lower jaw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lower teeth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Articulates at the TMJ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90395" y="1335024"/>
            <a:ext cx="600993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7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2691" y="1417320"/>
            <a:ext cx="584533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mandible (lower jaw)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Paranasal Sinuses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Air-filled spaces in skull bones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Frontal, ethmoid, sphenoid, maxillary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Lighten the skull and warm air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into the nasal cavity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77632"/>
            <a:ext cx="6382512" cy="4359936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7/img/img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59928"/>
            <a:ext cx="6217920" cy="4195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paranasal sinuses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Vertebral Column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protection of the spinal cord, and flexibility of the spine.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Vertebral Column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bones in five regions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Cervical, thoracic, lumbar, sacrum, coccyx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curvatures balance the body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spinal cord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65251" y="1335024"/>
            <a:ext cx="4860219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7/img/img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7547" y="1417320"/>
            <a:ext cx="4695627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vertebral column and its curvatures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Abnormal Spinal Curvatures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69803" y="1289304"/>
            <a:ext cx="9467634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7/img/img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2099" y="1371600"/>
            <a:ext cx="9303042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Scoliosis, kyphosis, and lordosis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Scoliosis: a sideways curvature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Kyphosis: exaggerated thoracic curve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Lordosis: exaggerated lumbar curve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 posture and breathing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Typical Vertebra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22201" y="1289304"/>
            <a:ext cx="8362837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7/img/img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497" y="1371600"/>
            <a:ext cx="819824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a typical vertebra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bears weight in front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Vertebral arch surrounds the cord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Spinous and transverse processes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foramina form the canal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Intervertebral Discs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35667" y="1289304"/>
            <a:ext cx="7735906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7/img/img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7963" y="1371600"/>
            <a:ext cx="7571314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intervertebral disc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Cushions between vertebral bodies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Tough outer ring (annulus fibrosus)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Gel-like center (nucleus pulposus)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shock and allow movement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Herniated Disc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15254" y="1289304"/>
            <a:ext cx="7176732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7/img/img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550" y="1371600"/>
            <a:ext cx="701214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herniated intervertebral disc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pushes through the annulus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compress spinal nerves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pain, numbness, weakness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the lumbar spine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Thoracic Cage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sternum and ribs that protect the heart and lungs and aid breathing.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Thoracic Cage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007384" y="1289304"/>
            <a:ext cx="6192472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7/img/img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9680" y="1371600"/>
            <a:ext cx="60278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thoracic cage (sternum and ribs)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Sternum plus 12 pairs of ribs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True, false, and floating ribs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heart and lungs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to enable breathing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Embryonic Development of the Axial Skeleton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skull and spine form before birth and in infancy.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Fontanelles &amp; Skull Development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25041" y="1289304"/>
            <a:ext cx="10757157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7/img/img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337" y="1371600"/>
            <a:ext cx="1059256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Fontanelles of the newborn skull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 skull bones are not yet fused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Fontanelles ("soft spots") remain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birth passage and brain growth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over the first two years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skeleton divides into the axial (central axis) and appendicular (limbs) divisions.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skull's 22 bones protect the brain and form the face, joined by immovable sutures.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vertebral column supports the body, protects the spinal cord, and has four curvatures.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thoracic cage protects the heart and lungs and assists with breathing.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infant skull has fontanelles that allow birth and brain growth.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7 — The Axial Skeleton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Axial Skeleton Matters in Practical Nursing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Spine Injuries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Vertebrae protect the spinal cord — spinal precautions prevent paralysis.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Pain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Herniated discs and abnormal curvatures are common sources of pain.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Sinusitis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paranasal sinuses drain into the nose and can become infected.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Infant Assessment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Fontanelles reveal hydration status and intracranial pressure.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Osteoporosis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kyphosis often reflects vertebral bone loss in older adults.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CPR Landmarks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sternum and ribs guide hand placement for chest compressions.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2026-06-23T20:13:17Z</dcterms:created>
  <dcterms:modified xsi:type="dcterms:W3CDTF">2026-06-23T20:13:17Z</dcterms:modified>
</cp:coreProperties>
</file>