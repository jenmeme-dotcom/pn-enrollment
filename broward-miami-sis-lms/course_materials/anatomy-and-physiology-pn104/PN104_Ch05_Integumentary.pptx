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Integumentary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skin, its accessory structures, functions, and disorders.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798870"/>
            <a:ext cx="4096512" cy="1443140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5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881166"/>
            <a:ext cx="3931920" cy="1278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integumentary system and the role it plays in homeostasis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layers of the skin and the functions of each layer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accessory structures of the skin and the functions of each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changes that occur in the integumentary system during the aging process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791456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several common diseases, disorders, and injuries that affect the integumentary system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15784" y="2001017"/>
            <a:ext cx="4370832" cy="3459469"/>
          </a:xfrm>
          <a:prstGeom prst="roundRect">
            <a:avLst>
              <a:gd name="adj" fmla="val 158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05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083313"/>
            <a:ext cx="4206240" cy="329487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 — the body's largest organ.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of the Skin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epidermis, dermis, and hypodermis — the layered structure of the skin.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of the Skin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layers: epidermis, dermis, hypodermis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Epidermis is avascular epithelium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Dermis holds vessels, nerves, glands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Hypodermis stores fat and anchors skin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53123" y="1335024"/>
            <a:ext cx="588447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5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419" y="1417320"/>
            <a:ext cx="571988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layers of the skin and underlying tissue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of the Epidermis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five layers in thick skin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basale up to stratum corneum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Keratinocytes fill with keratin and shed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Melanocytes and immune cells reside here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80006" y="1335024"/>
            <a:ext cx="583070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5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2302" y="1417320"/>
            <a:ext cx="566611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strata of the epidermis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Pigmentation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Melanin determines skin color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melanocytes in the basale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DNA from UV damage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similar melanocyte numbers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73957" y="1335024"/>
            <a:ext cx="584280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5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253" y="1417320"/>
            <a:ext cx="567821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Melanin production and skin color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Accessory Structures of the Skin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Hair, nails, and glands — the structures that arise from the skin.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 and the Hair Follicle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5401" y="1289304"/>
            <a:ext cx="3912718" cy="473659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5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697" y="1371600"/>
            <a:ext cx="374812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hair and its follicle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grows from follicles in the dermis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is visible; root is embedded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Arrector pili muscle causes goosebumps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protection and sensation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6650" y="1289304"/>
            <a:ext cx="1003394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5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946" y="1371600"/>
            <a:ext cx="986934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nail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Keratinized plates over the digits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fingertips and toes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bed, lunula, and cuticle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clinical assessment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Glands of the Skin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Eccrine sweat glands cool the body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 evaporates to lose heat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Sebaceous glands secrete oily sebum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Sebum lubricates skin and hair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86309" y="1335024"/>
            <a:ext cx="481810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5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8605" y="1417320"/>
            <a:ext cx="465351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 and sebaceous glands of the skin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of the Integumentary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Protection, sensation, thermoregulation, and vitamin D — what the skin does.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Thermoregulation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89602" y="1289304"/>
            <a:ext cx="822803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5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898" y="1371600"/>
            <a:ext cx="806344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skin's role in thermoregulation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 helps control body temperature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Sweating and evaporation cool the body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Vasodilation releases heat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Vasoconstriction conserves heat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Diseases, Disorders, and Injuries of the Integumentary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Burns, skin cancer, acne, and other disorders of the skin.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Cancer &amp; the ABCDE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types of skin cancer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 cell, squamous cell, melanoma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is the most dangerous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moles for ABCDE changes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67043" y="1335024"/>
            <a:ext cx="485663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5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9339" y="1417320"/>
            <a:ext cx="469204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Moles and the ABCDE signs of melanoma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2953" y="1289304"/>
            <a:ext cx="672133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5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249" y="1371600"/>
            <a:ext cx="655674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of acne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follicle becomes plugged with sebum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multiply and inflame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from comedones to cysts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during hormonal changes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Burns and the Rule of Nines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9666" y="1289304"/>
            <a:ext cx="4244188" cy="4736592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5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962" y="1371600"/>
            <a:ext cx="407959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nines for estimating burn area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by depth and extent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Superficial, partial, and full thickness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nines estimates body area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fluid resuscitation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 has three layers — epidermis, dermis, and hypodermis — and is the body's largest organ.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Keratinocytes and melanin give the epidermis its protection and color.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Hair, nails, and glands are accessory structures that arise from the skin.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 protects, senses, makes vitamin D, and regulates temperature.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Burns, skin cancers, and infections are common, clinically important disorders.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5 — The Integumentary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Skin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Assessment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temperature, turgor, and lesions reveal a patient's overall status.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 Injuries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pressure breaks down skin — prevention is vital in immobile patients.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Burn Care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the rule of nines guide fluid resuscitation and treatment.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Infection Barrier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Intact skin is the body's first defense against pathogens.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Cancer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ABCDE rule and the importance of sun protection.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Thermoregulation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Sweating and skin blood flow help control body temperature.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2026-06-23T20:13:17Z</dcterms:created>
  <dcterms:modified xsi:type="dcterms:W3CDTF">2026-06-23T20:13:17Z</dcterms:modified>
</cp:coreProperties>
</file>