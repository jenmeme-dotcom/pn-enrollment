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25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13232" y="1783080"/>
            <a:ext cx="68580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Digestive System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49808" y="39776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body breaks down food and absorbs nutrients.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49808" y="5806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&amp; Physiology  ·  Broward-Miami Health Institute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6144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EDITION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35824" y="2534213"/>
            <a:ext cx="4096512" cy="1972454"/>
          </a:xfrm>
          <a:prstGeom prst="roundRect">
            <a:avLst>
              <a:gd name="adj" fmla="val 2782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8" name="Image 0" descr="/home/claude/all/ch23/img/img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2616509"/>
            <a:ext cx="3931920" cy="180786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studying this chapter, students will be able to: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6420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64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15568" y="164592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and describe the functional anatomy of the organs and accessory organs of the digestive system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505456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054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15568" y="2487168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the processes and control of ingestion, propulsion, mechanical digestion, chemical digestion, absorption, and defecation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346704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3467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15568" y="3328416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the roles of the liver, pancreas, and gallbladder in digestion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826523" y="1545336"/>
            <a:ext cx="3549353" cy="4370832"/>
          </a:xfrm>
          <a:prstGeom prst="roundRect">
            <a:avLst>
              <a:gd name="adj" fmla="val 1546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15" name="Image 0" descr="/home/claude/all/ch23/img/img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8819" y="1627632"/>
            <a:ext cx="3384761" cy="420624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498080" y="59436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organs of the digestive system.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23 — The Digestive System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23.1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 of the Digestive System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0" y="420624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organs of the digestive tract and its accessory glands.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23.1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Digestive 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29920" y="1289304"/>
            <a:ext cx="3843680" cy="4736592"/>
          </a:xfrm>
          <a:prstGeom prst="roundRect">
            <a:avLst>
              <a:gd name="adj" fmla="val 1427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23/img/img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216" y="1371600"/>
            <a:ext cx="3679088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digestive system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 tube from mouth to anus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GI tract (alimentary canal)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accessory organs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food into absorbable nutrients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23 — The Digestive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23.1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GI Tract Wall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895050" y="1289304"/>
            <a:ext cx="6417140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23/img/img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7346" y="1371600"/>
            <a:ext cx="6252548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layers of the GI tract wall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layers throughout the tract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Mucosa lines the lumen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Submucosa carries vessels and nerves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Muscularis moves food along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23 — The Digestive System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23.2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Digestive System Processes and Regulation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0" y="420624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processes of digestion and how they are regulated.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23.2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Digestive Processes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takes food in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Propulsion moves it along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and chemical digestion break it down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Absorption and defecation finish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378749" y="1335024"/>
            <a:ext cx="4433222" cy="4645152"/>
          </a:xfrm>
          <a:prstGeom prst="roundRect">
            <a:avLst>
              <a:gd name="adj" fmla="val 1238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23/img/img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1045" y="1417320"/>
            <a:ext cx="4268630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processes of the digestive system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23 — The Digestive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23.3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Mouth, Pharynx, and Esophagus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0" y="420624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digestion begins — the mouth, pharynx, and esophagus.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23.3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Salivary Glands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pairs of glands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Parotid, submandibular, sublingual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Saliva moistens and begins digestion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an enzyme for starch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090873" y="1335024"/>
            <a:ext cx="5008973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23/img/img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3169" y="1417320"/>
            <a:ext cx="4844381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salivary glands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23 — The Digestive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23.3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Swallowing &amp; the Pharynx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16306" y="1289304"/>
            <a:ext cx="4070909" cy="4736592"/>
          </a:xfrm>
          <a:prstGeom prst="roundRect">
            <a:avLst>
              <a:gd name="adj" fmla="val 1348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23/img/img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602" y="1371600"/>
            <a:ext cx="3906317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pharynx and swallowing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pharynx is shared with the airway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Swallowing moves the bolus down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epiglottis protects the airway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Peristalsis carries food to the stomach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23 — The Digestive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23.4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Stomach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0" y="420624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stomach — storing and digesting food into chyme.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23.4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Stomach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321384" y="1289304"/>
            <a:ext cx="5564471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23/img/img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03680" y="1371600"/>
            <a:ext cx="5399879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anatomy of the stomach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muscular, J-shaped sac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and churns food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Regions: fundus, body, pylorus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Rugae let it expand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23 — The Digestive System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23.4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Gastric Glands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10347" y="1289304"/>
            <a:ext cx="7786546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23/img/img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2643" y="1371600"/>
            <a:ext cx="7621954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gastric glands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Gastric pits line the stomach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Secrete acid and enzymes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Hydrochloric acid kills microbes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Pepsin digests protein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23 — The Digestive System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23.5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Small and Large Intestines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0" y="420624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intestines — where most digestion and absorption happen.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23.5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Small &amp; Large Intestines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311221" y="1289304"/>
            <a:ext cx="5584799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23/img/img1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93517" y="1371600"/>
            <a:ext cx="5420207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 and large intestines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intestine: duodenum, jejunum, ileum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digestion and absorption happen here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intestine absorbs water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Ends at the rectum and anus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23 — The Digestive System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23.5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Villi &amp; Absorption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 intestine maximizes surface area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Folds, villi, and microvilli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huge area for absorption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villus has vessels and a lacteal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71884" y="1335024"/>
            <a:ext cx="6246952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23/img/img1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4180" y="1417320"/>
            <a:ext cx="6082360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Villi of the small intestine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23 — The Digestive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23.5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Large Intestine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89433" y="1289304"/>
            <a:ext cx="4324655" cy="4736592"/>
          </a:xfrm>
          <a:prstGeom prst="roundRect">
            <a:avLst>
              <a:gd name="adj" fmla="val 1269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23/img/img2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729" y="1371600"/>
            <a:ext cx="4160063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 intestine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the abdomen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Absorbs water and salts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Pouches (haustra) along its length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Bacteria make some vitamins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23 — The Digestive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23.6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Accessory Organs in Digestion: The Liver, Pancreas, and Gallbladder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0" y="420624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liver, gallbladder, and pancreas that aid digestion.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23.6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Accessory Organs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2892" y="1289304"/>
            <a:ext cx="3837737" cy="4736592"/>
          </a:xfrm>
          <a:prstGeom prst="roundRect">
            <a:avLst>
              <a:gd name="adj" fmla="val 1430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23/img/img2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188" y="1371600"/>
            <a:ext cx="3673145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Liver, gallbladder, and pancreas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Liver, gallbladder, and pancreas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Secrete into the small intestine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liver makes bile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pancreas makes digestive enzymes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23 — The Digestive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23.6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Gallbladder &amp; Bile Ducts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gallbladder stores bile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Bile emulsifies fats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Ducts carry bile to the intestine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Gallstones can block the ducts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762448" y="1335024"/>
            <a:ext cx="5665824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23/img/img2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4744" y="1417320"/>
            <a:ext cx="5501232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gallbladder and bile ducts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23 — The Digestive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23.7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Chemical Digestion and Absorption: A Closer Look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0" y="420624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nutrients are chemically broken down and absorbed.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23.7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Absorption of Nutrients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00329" y="1289304"/>
            <a:ext cx="3702863" cy="4736592"/>
          </a:xfrm>
          <a:prstGeom prst="roundRect">
            <a:avLst>
              <a:gd name="adj" fmla="val 1482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23/img/img2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625" y="1371600"/>
            <a:ext cx="3538271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Absorption across the intestinal wall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Nutrients cross the intestinal lining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Sugars and amino acids enter the blood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Fats enter lymphatic lacteals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Carried to the body's cells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23 — The Digestive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23.7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Fluid Balance in Digestion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92099" y="1289304"/>
            <a:ext cx="3719322" cy="4736592"/>
          </a:xfrm>
          <a:prstGeom prst="roundRect">
            <a:avLst>
              <a:gd name="adj" fmla="val 1475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23/img/img2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395" y="1371600"/>
            <a:ext cx="3554730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balance in the digestive tract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gut handles large fluid volumes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is reabsorbed, not lost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 intestine absorbs the most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Diarrhea risks dehydration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23 — The Digestive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19656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7373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digestive system is a long tract plus accessory organs that process food.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523744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Digestion involves mechanical and chemical breakdown, then absorption.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3392424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310128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mouth and stomach begin digestion; the small intestine completes most of it.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48640" y="4178808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4096512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liver, gallbladder, and pancreas supply bile and enzymes for digestion.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48640" y="4965192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882896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 intestine absorbs water and forms stool for elimination.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23 — The Digestive System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CONNECTIONS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Digestive System Matters in Practical Nursing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1109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Dysphagia &amp; Aspiration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 swallowing risks food entering the airway.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78308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91109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Peptic Ulcers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22860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damage to the stomach or duodenal lining.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46557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Gallstones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38404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Hardened bile can block ducts and cause severe pain.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333756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46557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Diarrhea &amp; Dehydration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38404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intestinal fluid can quickly unbalance the body.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02005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Nutrition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40" y="53949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Digestion and absorption underlie all nutritional care.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489204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502005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Liver Function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0" y="53949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liver is central to digestion, metabolism, and detoxification.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2026-06-23T22:02:06Z</dcterms:created>
  <dcterms:modified xsi:type="dcterms:W3CDTF">2026-06-23T22:02:06Z</dcterms:modified>
</cp:coreProperties>
</file>