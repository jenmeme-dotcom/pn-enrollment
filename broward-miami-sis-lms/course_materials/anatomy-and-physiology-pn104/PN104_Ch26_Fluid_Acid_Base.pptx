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Fluid, Electrolyte, and Acid-Base Balance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body's water, ions, and pH in balance.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50700" y="1380744"/>
            <a:ext cx="3066760" cy="4279392"/>
          </a:xfrm>
          <a:prstGeom prst="roundRect">
            <a:avLst>
              <a:gd name="adj" fmla="val 178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26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996" y="1463040"/>
            <a:ext cx="290216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body’s main fluid compartments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87168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plasma osmolality and identify two ways in which plasma osmolality is maintained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328416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six ions most important to the function of the body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87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169664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buffer and discuss the role of buffers in the body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5010912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bicarbonate must be conserved rather than reabsorbed in the kidney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15784" y="2231832"/>
            <a:ext cx="4370832" cy="2997840"/>
          </a:xfrm>
          <a:prstGeom prst="roundRect">
            <a:avLst>
              <a:gd name="adj" fmla="val 183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1" name="Image 0" descr="/home/claude/all/ch26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314128"/>
            <a:ext cx="4206240" cy="283324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fluid compartments.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Fluids and Fluid Compartments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body's water is and how it is distributed.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Water Content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57148" y="1289304"/>
            <a:ext cx="3389224" cy="4736592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6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444" y="1371600"/>
            <a:ext cx="322463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water content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most of the body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55-60% of body weight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tissue and age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muscle, lowest in fat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Fluid Compartments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fluid sits in two compartments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Intracellular fluid (inside cells)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Extracellular fluid (outside cells)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 = plasma + interstitial fluid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81164"/>
            <a:ext cx="6382512" cy="4352872"/>
          </a:xfrm>
          <a:prstGeom prst="roundRect">
            <a:avLst>
              <a:gd name="adj" fmla="val 126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6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63460"/>
            <a:ext cx="6217920" cy="4188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fluid compartments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Balance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keeps water intake and loss in balance.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Balance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5748" y="1289304"/>
            <a:ext cx="2932024" cy="4736592"/>
          </a:xfrm>
          <a:prstGeom prst="roundRect">
            <a:avLst>
              <a:gd name="adj" fmla="val 18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6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044" y="1371600"/>
            <a:ext cx="276743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of water balance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must match output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Thirst drives intake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reduces water loss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kidneys are the main regulator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Dehydration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loss exceeds intake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with vomiting, diarrhea, fever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Signs: poor skin turgor, dark urine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if severe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41025" y="1335024"/>
            <a:ext cx="5908670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6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321" y="1417320"/>
            <a:ext cx="574407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dehydration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Electrolyte Balance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electrolytes that drive nerve, muscle, and fluid balance.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Electrolyte Composition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Electrolytes are charged ions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Concentrations differ between compartments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dominates outside cells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dominates inside cells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45901" y="1335024"/>
            <a:ext cx="4698919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6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8197" y="1417320"/>
            <a:ext cx="453432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 composition of body fluids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Sodium &amp; Potassium Balance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7046" y="1289304"/>
            <a:ext cx="3189427" cy="4736592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6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" y="1371600"/>
            <a:ext cx="302483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 and sodium-potassium balance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and potassium are tightly controlled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 retains sodium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promotes potassium loss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Imbalances affect the heart and nerves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Acid-Base Balance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keeps blood pH within a narrow safe range.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37412" y="1289304"/>
            <a:ext cx="2828696" cy="4736592"/>
          </a:xfrm>
          <a:prstGeom prst="roundRect">
            <a:avLst>
              <a:gd name="adj" fmla="val 194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6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708" y="1371600"/>
            <a:ext cx="266410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 scale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measures acidity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is kept near 7.4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7.35 is acidosis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7.45 is alkalosis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Regulating pH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89018" y="1289304"/>
            <a:ext cx="622920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6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1314" y="1371600"/>
            <a:ext cx="606461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kidneys and acid-base balance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 defend blood pH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act instantly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lungs adjust CO2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kidneys adjust bicarbonate and H+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Disorders of Acid-Base Balance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acid-base balance breaks down.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Acidosis &amp; Alkalosis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73241" y="1289304"/>
            <a:ext cx="5660758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6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537" y="1371600"/>
            <a:ext cx="549616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of acidosis and alkalosis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affects the whole body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Acidosis: low pH (confusion, coma)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Alkalosis: high pH (tingling, spasms)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respiratory or metabolic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water is split between intracellular and extracellular compartments.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balance matches intake to output, regulated mainly by the kidneys and ADH.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Electrolytes differ between compartments and drive nerve, muscle, and fluid function.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pH is held near 7.4 by buffers, the lungs, and the kidneys.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Acidosis and alkalosis disrupt the whole body and may be respiratory or metabolic.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26 — Fluid, Electrolyte, and Acid-Base Balance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Fluid &amp; Acid-Base Balance Matter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Dehydration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loss from vomiting, diarrhea, or fever needs prompt replacement.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Electrolyte Imbalance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sodium or potassium can be life-threatening.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Fluids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fluid and electrolytes when patients can't maintain balance.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Acid-Base Disorders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and metabolic causes guide treatment.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Potassium &amp; the Heart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 low potassium causes dangerous arrhythmias.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Edema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fluid in tissues signals a balance problem.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2026-06-23T22:09:32Z</dcterms:created>
  <dcterms:modified xsi:type="dcterms:W3CDTF">2026-06-23T22:09:32Z</dcterms:modified>
</cp:coreProperties>
</file>