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Nervous System and Nervous Tissue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Neurons, glia, and how nerve signals are generated and passed.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4213"/>
            <a:ext cx="4096512" cy="1972454"/>
          </a:xfrm>
          <a:prstGeom prst="roundRect">
            <a:avLst>
              <a:gd name="adj" fmla="val 278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2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6509"/>
            <a:ext cx="3931920" cy="1807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major divisions of the nervous system, both anatomical and functional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functional and structural differences between gray matter and white matter structures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parts of the multipolar neuron in order of polarity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types of glial cells and assign each to the proper division of the nervous system, along with their function(s)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the major functions of the nervous system: sensation, integration, and response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components of the membrane that establish the resting membrane potential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1747932"/>
            <a:ext cx="4370832" cy="3965640"/>
          </a:xfrm>
          <a:prstGeom prst="roundRect">
            <a:avLst>
              <a:gd name="adj" fmla="val 138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12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30228"/>
            <a:ext cx="4206240" cy="3801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system: central and peripheral divisions.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Structure and Function of the Nervous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of the nervous system into central and peripheral divisions.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&amp; Peripheral Nervous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anatomical divisions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= brain and spinal cord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PNS = nerves and ganglia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integrates, PNS connects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3970" y="1335024"/>
            <a:ext cx="5122780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2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266" y="1417320"/>
            <a:ext cx="4958188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and peripheral nervous systems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Divisions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78436" y="1289304"/>
            <a:ext cx="665036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2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732" y="1371600"/>
            <a:ext cx="648577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 divisions of the nervous system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(afferent) input to the CNS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(efferent) output from the CNS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controls voluntary muscle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Autonomic controls involuntary functions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Tissue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and the supporting glial cells that make up nervous tissue.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Neuron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signaling cell of the system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receive incoming signals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body (soma) integrates them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carries the signal away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95176"/>
            <a:ext cx="6382512" cy="4324849"/>
          </a:xfrm>
          <a:prstGeom prst="roundRect">
            <a:avLst>
              <a:gd name="adj" fmla="val 126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2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77472"/>
            <a:ext cx="6217920" cy="41602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 neuron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Neurons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8159" y="1289304"/>
            <a:ext cx="579092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2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0455" y="1371600"/>
            <a:ext cx="562633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classes of neurons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by shape (processes)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Multipolar — most common (CNS)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Bipolar — in special senses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Unipolar — most sensory neurons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Glial Cells of the CNS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Glia support and protect neurons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Astrocytes maintain the environment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Microglia are immune defenders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Oligodendrocytes myelinate CNS axons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11677" y="1335024"/>
            <a:ext cx="596736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2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3973" y="1417320"/>
            <a:ext cx="580277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glial cells of the CNS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Glial Cells of the PNS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69822" y="1289304"/>
            <a:ext cx="586759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2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2118" y="1371600"/>
            <a:ext cx="570300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Schwann cells and satellite cells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Schwann cells myelinate PNS axons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Schwann cell per segment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cells support cell bodies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repair of peripheral nerves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Function of Nervous Tissue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neurons detect stimuli and carry signals — the reflex arc.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Reflex Arc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neural pathway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 → sensory neuron → CNS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neuron → effector response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fast, automatic reflexes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11677" y="1335024"/>
            <a:ext cx="596736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2/img/img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3973" y="1417320"/>
            <a:ext cx="580277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withdrawal reflex arc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Potential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electrical signal — how neurons generate and conduct impulses.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Resting Membrane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33201" y="1289304"/>
            <a:ext cx="754083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2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497" y="1371600"/>
            <a:ext cx="737624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resting membrane potential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are electrically polarized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is negative (about –70 mV)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pumps and channels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fire when stimulated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92049" y="1289304"/>
            <a:ext cx="622314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2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4345" y="1371600"/>
            <a:ext cx="605854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phases of an action potential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all-or-nothing electrical impulse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triggers depolarization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in, then potassium out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Self-propagates along the axon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Between Neurons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neurons pass signals to other cells — the synapse.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Synapse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communicate at synapses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triggers neurotransmitter release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crosses the synaptic cleft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receptors on the next cell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2217" y="1335024"/>
            <a:ext cx="500628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2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4513" y="1417320"/>
            <a:ext cx="484169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chemical synapse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Synaptic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43999" y="1289304"/>
            <a:ext cx="571924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2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6295" y="1371600"/>
            <a:ext cx="555465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Summation of excitatory and inhibitory signals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can excite or inhibit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EPSPs push toward firing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IPSPs push away from firing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Summation decides the outcome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nervous system divides into the CNS (brain and spinal cord) and the PNS (nerves and ganglia).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carry signals; glial cells support, protect, and myelinate them.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reflex arc is the simplest functional pathway, producing fast automatic responses.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signal electrically through resting and action potentials.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communicate at synapses, integrating excitatory and inhibitory input.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12 — The Nervous System and Nervous Tissue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Nervous Tissue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Sclerosis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CNS myelin slows or blocks nerve signals.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Neuropathy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nerve damage causes numbness, tingling, and weakness.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Reflexes are a quick window into nervous system function.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Anesthetics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anesthetics block sodium channels to stop pain signals.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Synaptic Drugs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medications act on neurotransmitters at synapses.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Nerve Injury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nerves can regenerate; CNS neurons largely cannot.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2026-06-23T20:42:49Z</dcterms:created>
  <dcterms:modified xsi:type="dcterms:W3CDTF">2026-06-23T20:42:49Z</dcterms:modified>
</cp:coreProperties>
</file>