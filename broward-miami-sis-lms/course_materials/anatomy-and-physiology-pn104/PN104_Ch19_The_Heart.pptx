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Cardiovascular System: The Heart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anatomy, the heartbeat, and cardiac function.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9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describe the interior and exterior parts of the human heart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path of blood through the cardiac circuits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size, shape, and location of the heart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cardiac muscle to skeletal and smooth muscle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cardiac conduction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process and purpose of an electrocardiogram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2177640"/>
            <a:ext cx="4370832" cy="3106224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19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259936"/>
            <a:ext cx="4206240" cy="29416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anatomy of the heart.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Anatomy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chambers, valves, vessels, and wall of the heart.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Pulmonary &amp; Systemic Circulation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9948" y="1289304"/>
            <a:ext cx="4303624" cy="4736592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9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44" y="1371600"/>
            <a:ext cx="413903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pulmonary and systemic circuits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is a double pump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 → lungs (pulmonary)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→ body (systemic)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two circuits separate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Heart Wall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Endocardium lines the inside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Myocardium is the thick muscle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Pericardium surrounds the heart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46754"/>
            <a:ext cx="6382512" cy="4421692"/>
          </a:xfrm>
          <a:prstGeom prst="roundRect">
            <a:avLst>
              <a:gd name="adj" fmla="val 124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29050"/>
            <a:ext cx="6217920" cy="4257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the heart wall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Anatomy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chambers: two atria, two ventricles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vessels enter and leave the top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vessels on the surface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points down and to the left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9854" y="1335024"/>
            <a:ext cx="493101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2150" y="1417320"/>
            <a:ext cx="476642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anatomy of the heart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Anatomy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chambers separated by valves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 receive; ventricles pump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 keep blood moving one way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Septum divides left and right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01054"/>
            <a:ext cx="6382512" cy="4513092"/>
          </a:xfrm>
          <a:prstGeom prst="roundRect">
            <a:avLst>
              <a:gd name="adj" fmla="val 121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83350"/>
            <a:ext cx="6217920" cy="4348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anatomy of the heart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Heart Valves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valves keep blood moving forward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AV valves (tricuspid, mitral)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semilunar valves (aortic, pulmonary)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close with pressure changes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05769" y="1335024"/>
            <a:ext cx="577918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065" y="1417320"/>
            <a:ext cx="561459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heart valves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Coronary Circulation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needs its own blood supply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arteries branch from the aorta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feed the myocardium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 causes a heart attack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72727" y="1335024"/>
            <a:ext cx="504526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5023" y="1417320"/>
            <a:ext cx="488067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coronary circulation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Muscle and Electrical Activity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muscle and the heart's electrical system.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Muscle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Striated but involuntary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branch and interconnect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by intercalated discs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junctions synchronize the beat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2255" y="1335024"/>
            <a:ext cx="466621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4551" y="1417320"/>
            <a:ext cx="450161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muscle tissue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Conduction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sets its own rhythm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node is the pacemaker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node delays the signal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and Purkinje fibers spread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94340"/>
            <a:ext cx="6382512" cy="4326520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76636"/>
            <a:ext cx="6217920" cy="4161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cardiac conduction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Electrocardiogram (ECG)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75381" y="1289304"/>
            <a:ext cx="565647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9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7677" y="1371600"/>
            <a:ext cx="549188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ECG tracing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heart's electrical activity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wave = atrial depolarization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= ventricular depolarization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wave = ventricular repolarization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Arrhythmias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heart rhythms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as abnormal ECG patterns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fibrillation, V-tach, V-fib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life-threatening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28119" y="1335024"/>
            <a:ext cx="4534482" cy="464515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0415" y="1417320"/>
            <a:ext cx="436989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cardiac arrhythmias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Cycle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cardiac cycle — one complete heartbeat.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Cardiac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1320" y="1289304"/>
            <a:ext cx="4300880" cy="4736592"/>
          </a:xfrm>
          <a:prstGeom prst="roundRect">
            <a:avLst>
              <a:gd name="adj" fmla="val 127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9/img/img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16" y="1371600"/>
            <a:ext cx="413628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cardiac cycle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heartbeat = one cardiac cycle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 contract, then ventricles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Systole = contraction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Diastole = relaxation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Sounds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 closing make the sounds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"Lub" = AV valves closing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"Dup" = semilunar valves closing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at specific chest sites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82022" y="1335024"/>
            <a:ext cx="582667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4318" y="1417320"/>
            <a:ext cx="566208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Auscultation points for heart sounds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Physiology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output and how it is regulated.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75110" y="1289304"/>
            <a:ext cx="625702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9/img/img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7406" y="1371600"/>
            <a:ext cx="609242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output: heart rate and stroke volume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heart rate × stroke volume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volume = blood per beat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liters per minute at rest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with exercise and demand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Autonomic Control of the Heart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56284" y="1289304"/>
            <a:ext cx="2590952" cy="4736592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9/img/img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580" y="1371600"/>
            <a:ext cx="24263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control of the heart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adjusts heart rate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input speeds it up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vagus nerve slows it down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output to demand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the Heart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heart develops before birth.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the Heart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organ to function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as a simple tube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and divides into four chambers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can occur in the process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12099" y="1335024"/>
            <a:ext cx="536652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9/img/img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395" y="1417320"/>
            <a:ext cx="520193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the heart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is a double pump driving the pulmonary and systemic circuits.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chambers and four valves keep blood flowing in one direction.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muscle and the conduction system generate a coordinated, automatic heartbeat.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ECG records the heart's electrical activity and reveals arrhythmias.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output (rate × stroke volume) is tuned by the autonomic nervous system.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19 — The Cardiovascular System: The Heart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Heart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Attack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coronary artery starves the myocardium of oxygen.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weakened pump can't meet the body's demands.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Arrhythmias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rhythms range from harmless to lethal.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Murmurs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valves produce abnormal heart sounds.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 Monitoring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tool for assessing cardiac patients.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Vital Signs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reflects heart rate, rhythm, and strength.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2026-06-23T21:44:30Z</dcterms:created>
  <dcterms:modified xsi:type="dcterms:W3CDTF">2026-06-23T21:44:30Z</dcterms:modified>
</cp:coreProperties>
</file>