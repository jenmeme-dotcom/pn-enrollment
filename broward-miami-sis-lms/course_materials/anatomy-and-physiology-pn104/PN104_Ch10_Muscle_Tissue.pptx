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Muscle Tissue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muscle contracts, from sarcomere to whole-body movement.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5914"/>
            <a:ext cx="4096512" cy="1969053"/>
          </a:xfrm>
          <a:prstGeom prst="roundRect">
            <a:avLst>
              <a:gd name="adj" fmla="val 278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10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8210"/>
            <a:ext cx="3931920" cy="18044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organization of muscle tissue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1858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185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0030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function and structure of skeletal, cardiac muscle, and smooth muscle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15468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muscles work with tendons to move the body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2734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273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90906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muscles contract and relax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66344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process of muscle metabolism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361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361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54178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the nervous system controls muscle tension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68389" y="1545336"/>
            <a:ext cx="2665622" cy="4370832"/>
          </a:xfrm>
          <a:prstGeom prst="roundRect">
            <a:avLst>
              <a:gd name="adj" fmla="val 205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4" name="Image 0" descr="/home/claude/all/ch10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685" y="1627632"/>
            <a:ext cx="2501030" cy="42062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types of muscle tissue.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of Muscle Tissues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muscle types and the shared properties of muscle tissue.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Muscle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10208" y="1289304"/>
            <a:ext cx="2883103" cy="4736592"/>
          </a:xfrm>
          <a:prstGeom prst="roundRect">
            <a:avLst>
              <a:gd name="adj" fmla="val 190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0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504" y="1371600"/>
            <a:ext cx="2718511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Skeletal, cardiac, and smooth muscle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Skeletal, cardiac, and smooth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 excitable and contractile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is voluntary and striated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and smooth are involuntary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Skeletal Muscle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organized structure of skeletal muscle, from whole muscle to sarcomere.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 of Skeletal Muscle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→ fascicles → fibers → myofibrils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Connective sheaths wrap each level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Epimysium, perimysium, endomysium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Sheaths merge into the tendon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43801" y="1335024"/>
            <a:ext cx="4503118" cy="4645152"/>
          </a:xfrm>
          <a:prstGeom prst="roundRect">
            <a:avLst>
              <a:gd name="adj" fmla="val 121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0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097" y="1417320"/>
            <a:ext cx="433852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connective-tissue organization of skeletal muscle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Muscle Fiber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muscle cell is called a fiber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Sarcolemma is its membrane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Myofibrils run its length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Striations come from sarcomeres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17867" y="1335024"/>
            <a:ext cx="5754987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0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163" y="1417320"/>
            <a:ext cx="559039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 skeletal muscle fiber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Sarcomere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contractile unit of muscle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 (myosin) and thin (actin) filaments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Z lines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Troponin and tropomyosin regulate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82360" y="1335024"/>
            <a:ext cx="5026000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0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4656" y="1417320"/>
            <a:ext cx="4861408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sarcomere and its filaments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Neuromuscular Junction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58900" y="1289304"/>
            <a:ext cx="2785720" cy="4736592"/>
          </a:xfrm>
          <a:prstGeom prst="roundRect">
            <a:avLst>
              <a:gd name="adj" fmla="val 196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0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196" y="1371600"/>
            <a:ext cx="262112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neuromuscular junction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motor neuron meets a fiber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acetylcholine (ACh)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triggers an action potential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excitation–contraction coupling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Muscle Fiber Contraction and Relaxation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muscle fiber contracts and relaxes — the sliding filament model.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Excitation–Contraction Coupling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35762" y="1289304"/>
            <a:ext cx="3631997" cy="4736592"/>
          </a:xfrm>
          <a:prstGeom prst="roundRect">
            <a:avLst>
              <a:gd name="adj" fmla="val 151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0/img/img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371600"/>
            <a:ext cx="3467405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steps of muscle contraction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potential reaches the fiber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is released from the SR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exposes actin binding sites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Myosin pulls actin → contraction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Sliding Filament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Filaments slide; they don't shorten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Myosin heads pull actin inward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sarcomere shortens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muscle contracts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63766" y="1335024"/>
            <a:ext cx="5063188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0/img/img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6062" y="1417320"/>
            <a:ext cx="489859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sliding filament model of contraction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for Contraction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6067" y="1289304"/>
            <a:ext cx="4231386" cy="4736592"/>
          </a:xfrm>
          <a:prstGeom prst="roundRect">
            <a:avLst>
              <a:gd name="adj" fmla="val 129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0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363" y="1371600"/>
            <a:ext cx="406679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of ATP for muscle contraction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run on ATP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Creatine phosphate gives a quick burst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Aerobic respiration for endurance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Anaerobic glycolysis makes lactic acid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Nervous System Control of Muscle Tension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nervous system grades the strength of contraction.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Muscle Twitch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40967" y="1289304"/>
            <a:ext cx="5725305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0/img/img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3263" y="1371600"/>
            <a:ext cx="5560713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phases of a muscle twitch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twitch is one contraction–relaxation cycle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Latent, contraction, and relaxation periods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units grade fine vs. gross movement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Summation increases force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Muscle Fibers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and fast muscle fibers suited to endurance or power.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Muscle Fibers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Slow-twitch fibers resist fatigue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to endurance activities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Fast-twitch fibers contract powerfully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fatigue more quickly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40469"/>
            <a:ext cx="6382512" cy="4434262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0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22765"/>
            <a:ext cx="6217920" cy="42696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 depends on muscle fiber type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and Muscle Performance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exercise and disuse change muscle size and performance.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&amp; Hypertrophy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346704" y="1289304"/>
            <a:ext cx="5513832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0/img/img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371600"/>
            <a:ext cx="534924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hypertrophy from exercise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exercise enlarges fibers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strength and power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 exercise boosts stamina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blood supply and metabolism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Muscle Atrophy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009702" y="1289304"/>
            <a:ext cx="6187836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0/img/img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1998" y="1371600"/>
            <a:ext cx="6023244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versus atrophied muscle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Disuse shrinks muscle (atrophy)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with immobility or bed rest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and mass decline quickly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by movement and exercise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10.7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Cardiac Muscle Tissue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involuntary striated muscle that pumps the heart.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Cardiac Muscle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07851" y="1289304"/>
            <a:ext cx="7791538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0/img/img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0147" y="1371600"/>
            <a:ext cx="7626946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muscle tissue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only in the heart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Striated but involuntary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joined by intercalated discs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junctions coordinate the beat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10.8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Smooth Muscle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involuntary muscle of hollow organs and vessels.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10.8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Smooth Muscle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hollow organs and vessels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Involuntary and non-striated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sustained contractions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food, blood, and urine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74686" y="1335024"/>
            <a:ext cx="5441348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0/img/img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6982" y="1417320"/>
            <a:ext cx="527675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muscle tissue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muscle types — skeletal, cardiac, and smooth — share excitability and contractility.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muscle is organized from the whole muscle down to the sarcomere.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follows the sliding filament model and requires calcium and ATP.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nervous system grades contraction strength through motor-unit recruitment.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and smooth muscle are involuntary, specialized for the heart and hollow organs.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10 — Muscle Tissue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Muscle Tissue Matters in Practical Nursing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Mobility &amp; Atrophy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Disuse weakens muscle fast — early movement prevents decline.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Neuromuscular Drugs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medications act at the neuromuscular junction.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&amp; Fatigue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supply and lactic acid shape exercise tolerance.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Cardiac Muscle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contraction underlies every heartbeat and EKG.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Smooth Muscle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controls blood pressure, airflow, and GI motility.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Rehabilitation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contraction guides strengthening and recovery.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2026-06-23T20:31:45Z</dcterms:created>
  <dcterms:modified xsi:type="dcterms:W3CDTF">2026-06-23T20:31:45Z</dcterms:modified>
</cp:coreProperties>
</file>