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203aa6680d4c40" /><Relationship Type="http://schemas.openxmlformats.org/officeDocument/2006/relationships/extended-properties" Target="/docProps/app.xml" Id="Re02a67efa50b4450" /><Relationship Type="http://schemas.openxmlformats.org/officeDocument/2006/relationships/officeDocument" Target="/ppt/presentation.xml" Id="R170e467487a349fe" /></Relationships>
</file>

<file path=ppt/presentation.xml><?xml version="1.0" encoding="utf-8"?>
<p:presentation xmlns:p="http://schemas.openxmlformats.org/presentationml/2006/main">
  <p:sldMasterIdLst>
    <p:sldMasterId xmlns:r="http://schemas.openxmlformats.org/officeDocument/2006/relationships" id="2147483648" r:id="Ra5b34cbbaed64cea"/>
  </p:sldMasterIdLst>
  <p:notesMasterIdLst>
    <p:notesMasterId xmlns:r="http://schemas.openxmlformats.org/officeDocument/2006/relationships" r:id="Rd5fffe82af98437a"/>
  </p:notesMasterIdLst>
  <p:sldIdLst>
    <p:sldId xmlns:r="http://schemas.openxmlformats.org/officeDocument/2006/relationships" id="256" r:id="Rc719d9858d294fa7"/>
    <p:sldId xmlns:r="http://schemas.openxmlformats.org/officeDocument/2006/relationships" id="257" r:id="R96d0e3f1827c432c"/>
    <p:sldId xmlns:r="http://schemas.openxmlformats.org/officeDocument/2006/relationships" id="258" r:id="R0394282c99754812"/>
    <p:sldId xmlns:r="http://schemas.openxmlformats.org/officeDocument/2006/relationships" id="259" r:id="R7a2ca158ff2c4977"/>
    <p:sldId xmlns:r="http://schemas.openxmlformats.org/officeDocument/2006/relationships" id="260" r:id="Rf65671d8015e4be2"/>
    <p:sldId xmlns:r="http://schemas.openxmlformats.org/officeDocument/2006/relationships" id="261" r:id="Rb2b08d929f684f47"/>
    <p:sldId xmlns:r="http://schemas.openxmlformats.org/officeDocument/2006/relationships" id="262" r:id="R977c5f0a935a4975"/>
    <p:sldId xmlns:r="http://schemas.openxmlformats.org/officeDocument/2006/relationships" id="263" r:id="R9ae7a0ae217d46f4"/>
    <p:sldId xmlns:r="http://schemas.openxmlformats.org/officeDocument/2006/relationships" id="264" r:id="R6e3fe77c041d471f"/>
    <p:sldId xmlns:r="http://schemas.openxmlformats.org/officeDocument/2006/relationships" id="265" r:id="R60be9778ed9a4c45"/>
    <p:sldId xmlns:r="http://schemas.openxmlformats.org/officeDocument/2006/relationships" id="266" r:id="R02d7a56e456b400b"/>
    <p:sldId xmlns:r="http://schemas.openxmlformats.org/officeDocument/2006/relationships" id="267" r:id="Rcbab1db5c57b4f0a"/>
    <p:sldId xmlns:r="http://schemas.openxmlformats.org/officeDocument/2006/relationships" id="268" r:id="Ra1dbefa179184b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a74be45ca2454f" /><Relationship Type="http://schemas.openxmlformats.org/officeDocument/2006/relationships/slideMaster" Target="/ppt/slideMasters/slideMaster1.xml" Id="Ra5b34cbbaed64cea" /><Relationship Type="http://schemas.openxmlformats.org/officeDocument/2006/relationships/notesMaster" Target="/ppt/notesMasters/notesMaster1.xml" Id="Rd5fffe82af98437a" /><Relationship Type="http://schemas.openxmlformats.org/officeDocument/2006/relationships/presProps" Target="/ppt/presProps.xml" Id="R86f669ddf5f146a4" /><Relationship Type="http://schemas.openxmlformats.org/officeDocument/2006/relationships/tableStyles" Target="/ppt/tableStyles.xml" Id="R67ae3e094e874525" /><Relationship Type="http://schemas.openxmlformats.org/officeDocument/2006/relationships/slide" Target="/ppt/slides/slide1.xml" Id="Rc719d9858d294fa7" /><Relationship Type="http://schemas.openxmlformats.org/officeDocument/2006/relationships/slide" Target="/ppt/slides/slide2.xml" Id="R96d0e3f1827c432c" /><Relationship Type="http://schemas.openxmlformats.org/officeDocument/2006/relationships/slide" Target="/ppt/slides/slide3.xml" Id="R0394282c99754812" /><Relationship Type="http://schemas.openxmlformats.org/officeDocument/2006/relationships/slide" Target="/ppt/slides/slide4.xml" Id="R7a2ca158ff2c4977" /><Relationship Type="http://schemas.openxmlformats.org/officeDocument/2006/relationships/slide" Target="/ppt/slides/slide5.xml" Id="Rf65671d8015e4be2" /><Relationship Type="http://schemas.openxmlformats.org/officeDocument/2006/relationships/slide" Target="/ppt/slides/slide6.xml" Id="Rb2b08d929f684f47" /><Relationship Type="http://schemas.openxmlformats.org/officeDocument/2006/relationships/slide" Target="/ppt/slides/slide7.xml" Id="R977c5f0a935a4975" /><Relationship Type="http://schemas.openxmlformats.org/officeDocument/2006/relationships/slide" Target="/ppt/slides/slide8.xml" Id="R9ae7a0ae217d46f4" /><Relationship Type="http://schemas.openxmlformats.org/officeDocument/2006/relationships/slide" Target="/ppt/slides/slide9.xml" Id="R6e3fe77c041d471f" /><Relationship Type="http://schemas.openxmlformats.org/officeDocument/2006/relationships/slide" Target="/ppt/slides/slide10.xml" Id="R60be9778ed9a4c45" /><Relationship Type="http://schemas.openxmlformats.org/officeDocument/2006/relationships/slide" Target="/ppt/slides/slide11.xml" Id="R02d7a56e456b400b" /><Relationship Type="http://schemas.openxmlformats.org/officeDocument/2006/relationships/slide" Target="/ppt/slides/slide12.xml" Id="Rcbab1db5c57b4f0a" /><Relationship Type="http://schemas.openxmlformats.org/officeDocument/2006/relationships/slide" Target="/ppt/slides/slide13.xml" Id="Ra1dbefa179184b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6f69ef70414b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3e77a885674558" /><Relationship Type="http://schemas.openxmlformats.org/officeDocument/2006/relationships/notesMaster" Target="/ppt/notesMasters/notesMaster1.xml" Id="R9d1dadf2056a48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fbc7d776e6421d" /><Relationship Type="http://schemas.openxmlformats.org/officeDocument/2006/relationships/notesMaster" Target="/ppt/notesMasters/notesMaster1.xml" Id="R9e4f36e7354940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258b9dd3864f0a" /><Relationship Type="http://schemas.openxmlformats.org/officeDocument/2006/relationships/notesMaster" Target="/ppt/notesMasters/notesMaster1.xml" Id="Ra6acca83452848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308d68fa674482" /><Relationship Type="http://schemas.openxmlformats.org/officeDocument/2006/relationships/notesMaster" Target="/ppt/notesMasters/notesMaster1.xml" Id="Rf31ba0254ed840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a8be36cd8442e3" /><Relationship Type="http://schemas.openxmlformats.org/officeDocument/2006/relationships/notesMaster" Target="/ppt/notesMasters/notesMaster1.xml" Id="R6ca992be71b54e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ba91b246fa44c1" /><Relationship Type="http://schemas.openxmlformats.org/officeDocument/2006/relationships/notesMaster" Target="/ppt/notesMasters/notesMaster1.xml" Id="R5f23bdb5e2054f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ecc3834a154124" /><Relationship Type="http://schemas.openxmlformats.org/officeDocument/2006/relationships/notesMaster" Target="/ppt/notesMasters/notesMaster1.xml" Id="Rf65a6eda69ce44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76aee4683c42ff" /><Relationship Type="http://schemas.openxmlformats.org/officeDocument/2006/relationships/notesMaster" Target="/ppt/notesMasters/notesMaster1.xml" Id="Rdc4a193db31945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cc8c469c184c1a" /><Relationship Type="http://schemas.openxmlformats.org/officeDocument/2006/relationships/notesMaster" Target="/ppt/notesMasters/notesMaster1.xml" Id="R85f730d7858341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f72641aa7e4819" /><Relationship Type="http://schemas.openxmlformats.org/officeDocument/2006/relationships/notesMaster" Target="/ppt/notesMasters/notesMaster1.xml" Id="Rc4194a468a8947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b6cf14b2604dec" /><Relationship Type="http://schemas.openxmlformats.org/officeDocument/2006/relationships/notesMaster" Target="/ppt/notesMasters/notesMaster1.xml" Id="R018a610c4cc044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f4e18698814e50" /><Relationship Type="http://schemas.openxmlformats.org/officeDocument/2006/relationships/notesMaster" Target="/ppt/notesMasters/notesMaster1.xml" Id="R31a6f35f67a74c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076e00b0c14927" /><Relationship Type="http://schemas.openxmlformats.org/officeDocument/2006/relationships/notesMaster" Target="/ppt/notesMasters/notesMaster1.xml" Id="Re97ca27f65db46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0daa66219148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341a5e200d4b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b7d377930047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36065e357949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2d3a2752e446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ccb45bf9ec4f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48A2C2-2879-4836-B85F-C7C6584397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BDA89D-DDF6-43E7-A02A-737D78458B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5FC1BE-EEB5-4305-94C1-689C21C8CB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290F96-8A91-4721-90E9-BCFC733F5E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C5FD03-BE55-4691-8205-C6C764C952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A51AFC-0E07-4001-83BF-98F63DE89E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6CAE83-888B-4847-B1D2-388453D44F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0E1530-B323-4DF8-9FFB-C5E82C3AF7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99FE71-B48A-4695-8716-99A4FA813D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D5CE5C-698F-454E-97D5-8949B6A233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889fdb39f14ac0" /><Relationship Type="http://schemas.openxmlformats.org/officeDocument/2006/relationships/slideLayout" Target="/ppt/slideLayouts/slideLayout1.xml" Id="R8e02090889a04519" /><Relationship Type="http://schemas.openxmlformats.org/officeDocument/2006/relationships/slideLayout" Target="/ppt/slideLayouts/slideLayout2.xml" Id="R82969a5439bc42d4" /><Relationship Type="http://schemas.openxmlformats.org/officeDocument/2006/relationships/slideLayout" Target="/ppt/slideLayouts/slideLayout3.xml" Id="R615ee2f6c59d4868" /><Relationship Type="http://schemas.openxmlformats.org/officeDocument/2006/relationships/slideLayout" Target="/ppt/slideLayouts/slideLayout4.xml" Id="Raf7a1ce1da4544fd" /><Relationship Type="http://schemas.openxmlformats.org/officeDocument/2006/relationships/slideLayout" Target="/ppt/slideLayouts/slideLayout5.xml" Id="R6396c2a8d98943b3" /><Relationship Type="http://schemas.openxmlformats.org/officeDocument/2006/relationships/slideLayout" Target="/ppt/slideLayouts/slideLayout6.xml" Id="R3f768210ce8746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02090889a04519"/>
    <p:sldLayoutId xmlns:r="http://schemas.openxmlformats.org/officeDocument/2006/relationships" id="2147483650" r:id="R82969a5439bc42d4"/>
    <p:sldLayoutId xmlns:r="http://schemas.openxmlformats.org/officeDocument/2006/relationships" id="2147483651" r:id="R615ee2f6c59d4868"/>
    <p:sldLayoutId xmlns:r="http://schemas.openxmlformats.org/officeDocument/2006/relationships" id="2147483652" r:id="Raf7a1ce1da4544fd"/>
    <p:sldLayoutId xmlns:r="http://schemas.openxmlformats.org/officeDocument/2006/relationships" id="2147483653" r:id="R6396c2a8d98943b3"/>
    <p:sldLayoutId xmlns:r="http://schemas.openxmlformats.org/officeDocument/2006/relationships" id="2147483654" r:id="R3f768210ce8746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908fe143a74087" /><Relationship Type="http://schemas.openxmlformats.org/officeDocument/2006/relationships/image" Target="/ppt/media/image.jpeg" Id="Ra9ed7f124a484936" /><Relationship Type="http://schemas.openxmlformats.org/officeDocument/2006/relationships/notesSlide" Target="/ppt/notesSlides/notesSlide1.xml" Id="R29c5a204e7a444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99f05289aa484f" /><Relationship Type="http://schemas.openxmlformats.org/officeDocument/2006/relationships/notesSlide" Target="/ppt/notesSlides/notesSlide2.xml" Id="Rc4b46061ce9b44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90e7de13204a15" /><Relationship Type="http://schemas.openxmlformats.org/officeDocument/2006/relationships/notesSlide" Target="/ppt/notesSlides/notesSlide3.xml" Id="R5295c12bb28c4f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f0e7d79b304653" /><Relationship Type="http://schemas.openxmlformats.org/officeDocument/2006/relationships/notesSlide" Target="/ppt/notesSlides/notesSlide4.xml" Id="Rd2f0ffdf81cf4f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65e6ae61634f70" /><Relationship Type="http://schemas.openxmlformats.org/officeDocument/2006/relationships/notesSlide" Target="/ppt/notesSlides/notesSlide5.xml" Id="Re641b99f1d6840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8fa1a8fe244f62" /><Relationship Type="http://schemas.openxmlformats.org/officeDocument/2006/relationships/notesSlide" Target="/ppt/notesSlides/notesSlide6.xml" Id="Ree69206a978145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3619bfe66d4848" /><Relationship Type="http://schemas.openxmlformats.org/officeDocument/2006/relationships/notesSlide" Target="/ppt/notesSlides/notesSlide7.xml" Id="Rc014934f86e44f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bc1b96258048f4" /><Relationship Type="http://schemas.openxmlformats.org/officeDocument/2006/relationships/notesSlide" Target="/ppt/notesSlides/notesSlide8.xml" Id="R1ccd46c17ee04e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0d4833c55d4292" /><Relationship Type="http://schemas.openxmlformats.org/officeDocument/2006/relationships/notesSlide" Target="/ppt/notesSlides/notesSlide9.xml" Id="Re751de5aba6648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1be2be4d2f24cbe" /><Relationship Type="http://schemas.openxmlformats.org/officeDocument/2006/relationships/notesSlide" Target="/ppt/notesSlides/notesSlide10.xml" Id="R3b722841067b4c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bab4e3083a43ee" /><Relationship Type="http://schemas.openxmlformats.org/officeDocument/2006/relationships/notesSlide" Target="/ppt/notesSlides/notesSlide11.xml" Id="Rbf98c43aa40c4a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1cd18de7cf47ab" /><Relationship Type="http://schemas.openxmlformats.org/officeDocument/2006/relationships/notesSlide" Target="/ppt/notesSlides/notesSlide12.xml" Id="R19f7f358941b41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4fd8a5705d4370" /><Relationship Type="http://schemas.openxmlformats.org/officeDocument/2006/relationships/notesSlide" Target="/ppt/notesSlides/notesSlide13.xml" Id="R5818b9456e744b74"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AAB0FC7-3A24-45A4-99E0-32E55167122A}"/>
              </a:ext>
            </a:extLst>
          </p:cNvPr>
          <p:cNvPicPr>
            <a:picLocks xmlns:a="http://schemas.openxmlformats.org/drawingml/2006/main" noChangeAspect="1"/>
          </p:cNvPicPr>
          <p:nvPr/>
        </p:nvPicPr>
        <p:blipFill>
          <a:blip xmlns:r="http://schemas.openxmlformats.org/officeDocument/2006/relationships" xmlns:a="http://schemas.openxmlformats.org/drawingml/2006/main" r:embed="Ra9ed7f124a484936"/>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AD0089-B7B7-4923-AF59-8629C5A1455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DD95A39-DECA-42C6-8130-B3AB6417DBDC}"/>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FE7C944E-2722-464D-9C09-FA0BDD9BE201}"/>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2E603A06-451F-43AB-B30C-6E15934A6B9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95AE8885-6BDE-4390-89F4-19D28396C36E}"/>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92E50364-8873-4838-AB04-CF6A19A8745E}"/>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43968168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3CA3C2-2DF7-464C-A799-DC1623D30F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AAF17B-3ED5-41F3-88BA-80E691E503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08C4B99-2082-407B-AEE8-C62E6BA208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C5160C0-6CC7-4528-95AB-AEA9CD28D6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3153FA1-7816-4F07-8A79-119C3C8505C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6512476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7F5DFA-33E1-4E67-BE6F-DED89EA236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9A6583-69D8-4465-A6DD-5C817FCC2B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A494F8E9-0DAF-4C75-80E3-464746251D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B65969B-98D2-4525-B934-A7C619E9DA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8E00AE8A-466A-4021-9F46-3E1250DE6A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E82ADFCC-0F30-4263-B172-F1A43DE02C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5246409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F0F13B-ADB2-4B89-8D46-B830529840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7E414B-CE57-4E5A-BD21-23704467E1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CC159E1D-63B8-4439-B6B0-E8F8F86A55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198FA99-B639-4260-B569-C88F7DC5C4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245B6D2-0BD0-401E-979E-37BA962A3F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FD18C935-7F55-48F7-A55B-AF3BF538C9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6400800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F74BAD-2AD6-47BA-B16A-2E5CED055B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7DF730-6648-4AC4-A6CB-BE08D3A22A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65F76911-1987-422D-81CA-0EE4574533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2457036-55E7-4FE1-9E60-8744042C8D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2B13339F-BC80-4326-B4BA-04E68DEBAD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88313EE1-D959-4FEA-92EE-88E604CB59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452734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D3275E-21A5-49EA-9DCE-0B5A8BC14F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925852-6213-42C6-92C5-D008638C23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29582EA8-AD0E-46BA-8E64-F09A0998D7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2409D6F0-4021-4FE5-88EE-CCFB3DCACF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6364F8A-C777-4A3D-B53B-9CFD299234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F5C29C88-EE5F-4909-A383-2A20FB0717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843301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791AE4-75BF-467E-BD9E-D3145CF8FF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5A2FDC-9AF5-4D32-9AF7-38175DE396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BC960340-278A-4FF0-B66D-7B0C100D82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3CE9C8F-A31C-44DB-8F45-20936A2F03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3CCB373-8F20-42A1-81F1-94345288BF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BEBF634B-C123-4BFD-844D-B22543696C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834209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46BA9F-8589-421C-856C-F412F6E9BE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BA33CA9-1191-4857-BE77-D98FCEA28E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9753C74E-C155-44C9-A11E-A04281AF74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9AF6AB6-B585-41D2-BDD1-B2A52F48BE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D28A677C-D45D-42D0-A422-02D8660DA7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26125BB1-6A9D-459B-8269-594B82C04A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778311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AEFF64-861E-40F3-8B18-F4700E0460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7F8621-97FE-41B1-AE8F-D48D4A7254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3" name="">
            <a:extLst xmlns:a="http://schemas.openxmlformats.org/drawingml/2006/main">
              <a:ext uri="{FF2B5EF4-FFF2-40B4-BE49-F238E27FC236}">
                <a16:creationId xmlns:a16="http://schemas.microsoft.com/office/drawing/2014/main" id="{76BFDD6C-F185-4EAB-B704-DA1C6E9DDB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90B756C-9F44-46CF-A40E-7A14EEEC5F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A258D9A-9B6E-49E3-9752-D73F655E5C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6" name="">
            <a:extLst xmlns:a="http://schemas.openxmlformats.org/drawingml/2006/main">
              <a:ext uri="{FF2B5EF4-FFF2-40B4-BE49-F238E27FC236}">
                <a16:creationId xmlns:a16="http://schemas.microsoft.com/office/drawing/2014/main" id="{AB5F1D42-68C9-4483-9484-E52A8FBF18A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5058050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AFFAE03-D593-4087-B791-98861FFEA3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6BA5D7-0071-4694-AEEF-CD9F12BEC8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69E1BE56-8DE3-4B7A-9323-939D9E0529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28940B0-5461-44A3-B69D-F0ABDAC5DE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018A4CC-BBEB-41F0-AE10-A31F50170C8A}"/>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65C22A4-FFE1-4323-8074-D38CCDC70663}"/>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ADF28E46-EF7C-4D4F-9869-BBF04A12F0DD}"/>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41CB05C-D787-4479-A842-82609F24590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13928849-6559-485B-98BE-0E9149EA958F}"/>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1BD31B8-DB36-435B-907D-319142F8F2FD}"/>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759FDD2D-4B50-4827-8BF1-7F724983FB24}"/>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C45AF72-7536-4D77-AF59-E0741851F260}"/>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FF2CBBD6-8991-487A-8983-32AE77E2B9B8}"/>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36ED33E-AA72-4DCA-B3FA-E590A20FAB8E}"/>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C2ACE888-D56B-4391-A9F8-7D84F0F52F8A}"/>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05D371B-F403-406B-8B18-B6EDF9B7706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09070CEE-D1C5-4456-854F-27F97ADA262B}"/>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057702A-7105-44A2-8FEE-84EEB296C888}"/>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469018E0-9D17-482D-B434-82BC05CB61AC}"/>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6650F54-A92C-4A37-BB59-6B724AD99ECC}"/>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FD077B05-F615-426B-B88E-81DA6B3DA33A}"/>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9B59B8A-D773-4F13-8BB2-346DBBC3CA9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B290427F-1EC2-43B7-BBA4-6208CED7637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323E539-C926-4AB4-80D0-344AD33A2EAB}"/>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108811313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A57BA9-1801-4E19-86A9-14F5A774B6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3F0395-AC03-4FC9-B6BB-1116074B65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EDBA1AA3-7C22-4AAE-B89F-8487056EB8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819BB75-34F5-4ABC-AA5A-EE54CDE995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0D1CCD5B-95A7-4CF5-B706-87BCCD22C0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6C9AC089-73AF-482C-B169-765025C77F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4414816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E7D46B-E871-4A76-AA92-EB576E5AE3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F2D6D6-03DC-4DD9-AF1B-F55F7D7322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5634C68-61FB-4D1F-BFB4-951D4661AF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3DB491B-3C69-4783-A66B-71299B2F2A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5376ECB-4EA8-4A99-BFA4-3B26B7FD7DA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B1621B54-9869-4767-B7FB-D50572B62583}"/>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47035119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93BC3A-63A7-4B4E-9A70-907428E7DD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0495F9-26BE-45D7-95FD-453F1FB775B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6C260A6-B993-4F01-BA20-BEAB4CB929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780838B-25D8-4401-8FC9-0EFA0C716B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4B010BA2-EF66-41C6-BA2B-9D1BE557A88F}"/>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9B546D41-46ED-445B-BBD4-38D209A49FE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55859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2026-10-23T09:24:22.4720000Z</dcterms:created>
  <dcterms:modified xsi:type="dcterms:W3CDTF">2026-10-23T09:24:22.4720000Z</dcterms:modified>
</coreProperties>
</file>