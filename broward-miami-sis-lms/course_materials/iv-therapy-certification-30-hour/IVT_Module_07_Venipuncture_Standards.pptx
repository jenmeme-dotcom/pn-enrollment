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dd943117234bf7" /><Relationship Type="http://schemas.openxmlformats.org/officeDocument/2006/relationships/extended-properties" Target="/docProps/app.xml" Id="R591b746be0c74ca9" /><Relationship Type="http://schemas.openxmlformats.org/officeDocument/2006/relationships/officeDocument" Target="/ppt/presentation.xml" Id="Re25e68942e61462e" /></Relationships>
</file>

<file path=ppt/presentation.xml><?xml version="1.0" encoding="utf-8"?>
<p:presentation xmlns:p="http://schemas.openxmlformats.org/presentationml/2006/main">
  <p:sldMasterIdLst>
    <p:sldMasterId xmlns:r="http://schemas.openxmlformats.org/officeDocument/2006/relationships" id="2147483648" r:id="Rc3a621254ebc410b"/>
  </p:sldMasterIdLst>
  <p:notesMasterIdLst>
    <p:notesMasterId xmlns:r="http://schemas.openxmlformats.org/officeDocument/2006/relationships" r:id="R747111c125dd449d"/>
  </p:notesMasterIdLst>
  <p:sldIdLst>
    <p:sldId xmlns:r="http://schemas.openxmlformats.org/officeDocument/2006/relationships" id="256" r:id="Rd63578b799bf43a1"/>
    <p:sldId xmlns:r="http://schemas.openxmlformats.org/officeDocument/2006/relationships" id="257" r:id="R82df6e57fd144c6c"/>
    <p:sldId xmlns:r="http://schemas.openxmlformats.org/officeDocument/2006/relationships" id="258" r:id="R7c36dac543214c5a"/>
    <p:sldId xmlns:r="http://schemas.openxmlformats.org/officeDocument/2006/relationships" id="259" r:id="R29f387875ac54d83"/>
    <p:sldId xmlns:r="http://schemas.openxmlformats.org/officeDocument/2006/relationships" id="260" r:id="Rbf977d4ec1414029"/>
    <p:sldId xmlns:r="http://schemas.openxmlformats.org/officeDocument/2006/relationships" id="261" r:id="Re5ddf0f80ea94b7a"/>
    <p:sldId xmlns:r="http://schemas.openxmlformats.org/officeDocument/2006/relationships" id="262" r:id="Rcde0e8f4c2d94b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97637e7ccb4183" /><Relationship Type="http://schemas.openxmlformats.org/officeDocument/2006/relationships/slideMaster" Target="/ppt/slideMasters/slideMaster1.xml" Id="Rc3a621254ebc410b" /><Relationship Type="http://schemas.openxmlformats.org/officeDocument/2006/relationships/notesMaster" Target="/ppt/notesMasters/notesMaster1.xml" Id="R747111c125dd449d" /><Relationship Type="http://schemas.openxmlformats.org/officeDocument/2006/relationships/presProps" Target="/ppt/presProps.xml" Id="Rb07995e91b034ae4" /><Relationship Type="http://schemas.openxmlformats.org/officeDocument/2006/relationships/tableStyles" Target="/ppt/tableStyles.xml" Id="R4d8d9bb1fcd8449d" /><Relationship Type="http://schemas.openxmlformats.org/officeDocument/2006/relationships/slide" Target="/ppt/slides/slide1.xml" Id="Rd63578b799bf43a1" /><Relationship Type="http://schemas.openxmlformats.org/officeDocument/2006/relationships/slide" Target="/ppt/slides/slide2.xml" Id="R82df6e57fd144c6c" /><Relationship Type="http://schemas.openxmlformats.org/officeDocument/2006/relationships/slide" Target="/ppt/slides/slide3.xml" Id="R7c36dac543214c5a" /><Relationship Type="http://schemas.openxmlformats.org/officeDocument/2006/relationships/slide" Target="/ppt/slides/slide4.xml" Id="R29f387875ac54d83" /><Relationship Type="http://schemas.openxmlformats.org/officeDocument/2006/relationships/slide" Target="/ppt/slides/slide5.xml" Id="Rbf977d4ec1414029" /><Relationship Type="http://schemas.openxmlformats.org/officeDocument/2006/relationships/slide" Target="/ppt/slides/slide6.xml" Id="Re5ddf0f80ea94b7a" /><Relationship Type="http://schemas.openxmlformats.org/officeDocument/2006/relationships/slide" Target="/ppt/slides/slide7.xml" Id="Rcde0e8f4c2d94b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af4c8b406740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c703b9b16247c1" /><Relationship Type="http://schemas.openxmlformats.org/officeDocument/2006/relationships/notesMaster" Target="/ppt/notesMasters/notesMaster1.xml" Id="R621603646e4e45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fe79739cc84e22" /><Relationship Type="http://schemas.openxmlformats.org/officeDocument/2006/relationships/notesMaster" Target="/ppt/notesMasters/notesMaster1.xml" Id="Rd8c3027a25bf44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2e3f2d5b60470b" /><Relationship Type="http://schemas.openxmlformats.org/officeDocument/2006/relationships/notesMaster" Target="/ppt/notesMasters/notesMaster1.xml" Id="Rf823613779504c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197f77513e4783" /><Relationship Type="http://schemas.openxmlformats.org/officeDocument/2006/relationships/notesMaster" Target="/ppt/notesMasters/notesMaster1.xml" Id="R58515703ad1e45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ecad2a6c444ebe" /><Relationship Type="http://schemas.openxmlformats.org/officeDocument/2006/relationships/notesMaster" Target="/ppt/notesMasters/notesMaster1.xml" Id="R26ae90400f9840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d9da4d115a4485" /><Relationship Type="http://schemas.openxmlformats.org/officeDocument/2006/relationships/notesMaster" Target="/ppt/notesMasters/notesMaster1.xml" Id="R466272fd0a284c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b21313f7214b7f" /><Relationship Type="http://schemas.openxmlformats.org/officeDocument/2006/relationships/notesMaster" Target="/ppt/notesMasters/notesMaster1.xml" Id="Ra0184cf11db04a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80-81.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80-82.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80-83.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80-84. </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a4bdc36a2849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dd436a9c644b0" /><Relationship Type="http://schemas.openxmlformats.org/officeDocument/2006/relationships/slideLayout" Target="/ppt/slideLayouts/slideLayout1.xml" Id="R556790c116c54d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6790c116c54d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c023124ae7407f" /><Relationship Type="http://schemas.openxmlformats.org/officeDocument/2006/relationships/image" Target="/ppt/media/image.jpeg" Id="R947299ee1b874b09" /><Relationship Type="http://schemas.openxmlformats.org/officeDocument/2006/relationships/notesSlide" Target="/ppt/notesSlides/notesSlide1.xml" Id="R9e7ef355fd944d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05507f26a946b9" /><Relationship Type="http://schemas.openxmlformats.org/officeDocument/2006/relationships/notesSlide" Target="/ppt/notesSlides/notesSlide2.xml" Id="R89eb43f2b0904e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a270a8d7104037" /><Relationship Type="http://schemas.openxmlformats.org/officeDocument/2006/relationships/image" Target="/ppt/media/image2.jpeg" Id="R648dd4321b5c4c75" /><Relationship Type="http://schemas.openxmlformats.org/officeDocument/2006/relationships/notesSlide" Target="/ppt/notesSlides/notesSlide3.xml" Id="R06064c2ae0aa40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b9c29609b84da5" /><Relationship Type="http://schemas.openxmlformats.org/officeDocument/2006/relationships/image" Target="/ppt/media/image3.jpeg" Id="R1b3630a656f344e0" /><Relationship Type="http://schemas.openxmlformats.org/officeDocument/2006/relationships/notesSlide" Target="/ppt/notesSlides/notesSlide4.xml" Id="R73c798b049d546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5f002e210e4f7a" /><Relationship Type="http://schemas.openxmlformats.org/officeDocument/2006/relationships/image" Target="/ppt/media/image4.jpeg" Id="R2c1677d9bd4047ad" /><Relationship Type="http://schemas.openxmlformats.org/officeDocument/2006/relationships/notesSlide" Target="/ppt/notesSlides/notesSlide5.xml" Id="R2cb9b520aa9547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c3def880346e4" /><Relationship Type="http://schemas.openxmlformats.org/officeDocument/2006/relationships/image" Target="/ppt/media/image5.jpeg" Id="Rfac84efdfb7b448d" /><Relationship Type="http://schemas.openxmlformats.org/officeDocument/2006/relationships/notesSlide" Target="/ppt/notesSlides/notesSlide6.xml" Id="Rd3a7427db3ce4d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5661db053d4446" /><Relationship Type="http://schemas.openxmlformats.org/officeDocument/2006/relationships/notesSlide" Target="/ppt/notesSlides/notesSlide7.xml" Id="Rf4ab563168a54e5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8614C5-9932-4C21-96C7-7AB4DA6C2E6A}"/>
              </a:ext>
            </a:extLst>
          </p:cNvPr>
          <p:cNvSpPr>
            <a:spLocks xmlns:a="http://schemas.openxmlformats.org/drawingml/2006/main" noGrp="1"/>
          </p:cNvSpPr>
          <p:nvPr/>
        </p:nvSpPr>
        <p:spPr>
          <a:xfrm xmlns:a="http://schemas.openxmlformats.org/drawingml/2006/main">
            <a:off x="704850" y="5524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CFEDEF"/>
                </a:solidFill>
                <a:latin typeface="Helvetica Neue"/>
                <a:ea typeface="Helvetica Neue"/>
                <a:cs typeface="Helvetica Neue"/>
              </a:defRPr>
            </a:pPr>
            <a:r>
              <a:rPr sz="1350" b="1">
                <a:solidFill>
                  <a:srgbClr val="CFEDEF"/>
                </a:solidFill>
                <a:latin typeface="Helvetica Neue"/>
                <a:ea typeface="Helvetica Neue"/>
                <a:cs typeface="Helvetica Neue"/>
              </a:rPr>
              <a:t>BROWARD-MIAMI HEALTH INSTITUTE</a:t>
            </a:r>
          </a:p>
        </p:txBody>
      </p:sp>
      <p:sp>
        <p:nvSpPr>
          <p:cNvPr id="2" name="">
            <a:extLst xmlns:a="http://schemas.openxmlformats.org/drawingml/2006/main">
              <a:ext uri="{FF2B5EF4-FFF2-40B4-BE49-F238E27FC236}">
                <a16:creationId xmlns:a16="http://schemas.microsoft.com/office/drawing/2014/main" id="{F3040415-FAF2-4776-B443-EA0CC655EFF6}"/>
              </a:ext>
            </a:extLst>
          </p:cNvPr>
          <p:cNvSpPr>
            <a:spLocks xmlns:a="http://schemas.openxmlformats.org/drawingml/2006/main" noGrp="1"/>
          </p:cNvSpPr>
          <p:nvPr/>
        </p:nvSpPr>
        <p:spPr>
          <a:xfrm xmlns:a="http://schemas.openxmlformats.org/drawingml/2006/main">
            <a:off x="704850" y="1695450"/>
            <a:ext cx="714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3" name="">
            <a:extLst xmlns:a="http://schemas.openxmlformats.org/drawingml/2006/main">
              <a:ext uri="{FF2B5EF4-FFF2-40B4-BE49-F238E27FC236}">
                <a16:creationId xmlns:a16="http://schemas.microsoft.com/office/drawing/2014/main" id="{2140AF18-6264-426A-97BC-CAF0EDEEC5B8}"/>
              </a:ext>
            </a:extLst>
          </p:cNvPr>
          <p:cNvSpPr>
            <a:spLocks xmlns:a="http://schemas.openxmlformats.org/drawingml/2006/main" noGrp="1"/>
          </p:cNvSpPr>
          <p:nvPr/>
        </p:nvSpPr>
        <p:spPr>
          <a:xfrm xmlns:a="http://schemas.openxmlformats.org/drawingml/2006/main">
            <a:off x="742950" y="38100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Module 7</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30-Hour Basic Intravenous Therapy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47299ee1b874b09"/>
          <a:stretch xmlns:a="http://schemas.openxmlformats.org/drawingml/2006/main"/>
        </p:blipFill>
        <p:spPr>
          <a:xfrm xmlns:a="http://schemas.openxmlformats.org/drawingml/2006/main">
            <a:off x="8286750" y="1461080"/>
            <a:ext cx="3000375" cy="3878690"/>
          </a:xfrm>
          <a:prstGeom xmlns:a="http://schemas.openxmlformats.org/drawingml/2006/main" prst="rect">
            <a:avLst/>
          </a:prstGeom>
        </p:spPr>
      </p:pic>
    </p:spTree>
    <p:extLst>
      <p:ext uri="{BB962C8B-B14F-4D97-AF65-F5344CB8AC3E}">
        <p14:creationId xmlns:p14="http://schemas.microsoft.com/office/powerpoint/2010/main" val="100184349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0707B84-D511-4C18-B253-34161296DA09}"/>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Learning objectives</a:t>
            </a:r>
          </a:p>
        </p:txBody>
      </p:sp>
      <p:sp>
        <p:nvSpPr>
          <p:cNvPr id="2" name="">
            <a:extLst xmlns:a="http://schemas.openxmlformats.org/drawingml/2006/main">
              <a:ext uri="{FF2B5EF4-FFF2-40B4-BE49-F238E27FC236}">
                <a16:creationId xmlns:a16="http://schemas.microsoft.com/office/drawing/2014/main" id="{AECF65D8-EA58-4E95-BD86-317B336835E9}"/>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3B496CC-4EFD-4A4A-8BCC-668D7F82AF63}"/>
              </a:ext>
            </a:extLst>
          </p:cNvPr>
          <p:cNvSpPr>
            <a:spLocks xmlns:a="http://schemas.openxmlformats.org/drawingml/2006/main" noGrp="1"/>
          </p:cNvSpPr>
          <p:nvPr/>
        </p:nvSpPr>
        <p:spPr>
          <a:xfrm xmlns:a="http://schemas.openxmlformats.org/drawingml/2006/main">
            <a:off x="952500" y="1428750"/>
            <a:ext cx="10287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 Select an appropriate peripheral vein and catheter</a:t>
            </a:r>
          </a:p>
          <a:p xmlns:a="http://schemas.openxmlformats.org/drawingml/2006/main">
            <a:r>
              <a:t/>
            </a:r>
          </a:p>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2. Perform aseptic insertion and securement on a task trainer</a:t>
            </a:r>
          </a:p>
          <a:p xmlns:a="http://schemas.openxmlformats.org/drawingml/2006/main">
            <a:r>
              <a:t/>
            </a:r>
          </a:p>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3. Assess, maintain, and discontinue a peripheral IV safely</a:t>
            </a:r>
          </a:p>
        </p:txBody>
      </p:sp>
    </p:spTree>
    <p:extLst>
      <p:ext uri="{BB962C8B-B14F-4D97-AF65-F5344CB8AC3E}">
        <p14:creationId xmlns:p14="http://schemas.microsoft.com/office/powerpoint/2010/main" val="125669101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32D8F7-6BA2-442F-A73C-9505D2B6E709}"/>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Site and device selection</a:t>
            </a:r>
          </a:p>
        </p:txBody>
      </p:sp>
      <p:sp>
        <p:nvSpPr>
          <p:cNvPr id="2" name="">
            <a:extLst xmlns:a="http://schemas.openxmlformats.org/drawingml/2006/main">
              <a:ext uri="{FF2B5EF4-FFF2-40B4-BE49-F238E27FC236}">
                <a16:creationId xmlns:a16="http://schemas.microsoft.com/office/drawing/2014/main" id="{2434C1A4-64AC-424A-B576-CE5075F3616B}"/>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BCF2C55-605D-49F7-8A9C-4FCE06AA0B5A}"/>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 Avoid compromised extremities and sites of infection, flexion, poor circulation, or prior complications. Select the smallest gauge and shortest catheter that can support the ordered therapy.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48dd4321b5c4c75"/>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111547478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ABD7B0-0036-4988-8581-FF43B761B7EA}"/>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Aseptic insertion</a:t>
            </a:r>
          </a:p>
        </p:txBody>
      </p:sp>
      <p:sp>
        <p:nvSpPr>
          <p:cNvPr id="2" name="">
            <a:extLst xmlns:a="http://schemas.openxmlformats.org/drawingml/2006/main">
              <a:ext uri="{FF2B5EF4-FFF2-40B4-BE49-F238E27FC236}">
                <a16:creationId xmlns:a16="http://schemas.microsoft.com/office/drawing/2014/main" id="{8D7896D6-5B9E-47AF-85EF-31A6078B861E}"/>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A4D61D8-6E4C-4150-9A08-FABFB4B5F4B7}"/>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b3630a656f344e0"/>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122833165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2B1152-3A99-4455-9F41-7C4E6D8FB500}"/>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Securement and maintenance</a:t>
            </a:r>
          </a:p>
        </p:txBody>
      </p:sp>
      <p:sp>
        <p:nvSpPr>
          <p:cNvPr id="2" name="">
            <a:extLst xmlns:a="http://schemas.openxmlformats.org/drawingml/2006/main">
              <a:ext uri="{FF2B5EF4-FFF2-40B4-BE49-F238E27FC236}">
                <a16:creationId xmlns:a16="http://schemas.microsoft.com/office/drawing/2014/main" id="{22AC40D6-2EA8-449A-8AB9-73A91EEB113C}"/>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9CF780D-FA58-4ED9-BDD6-2D4FC63F57DF}"/>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c1677d9bd4047ad"/>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166967470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527FCC-8FEC-466C-BB0F-902731074E1B}"/>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Complication cues</a:t>
            </a:r>
          </a:p>
        </p:txBody>
      </p:sp>
      <p:sp>
        <p:nvSpPr>
          <p:cNvPr id="2" name="">
            <a:extLst xmlns:a="http://schemas.openxmlformats.org/drawingml/2006/main">
              <a:ext uri="{FF2B5EF4-FFF2-40B4-BE49-F238E27FC236}">
                <a16:creationId xmlns:a16="http://schemas.microsoft.com/office/drawing/2014/main" id="{BD3AE3E3-C6E7-498C-A464-A712FE59052D}"/>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756114C4-FCE7-4D2E-B50F-CEED7D9A637D}"/>
              </a:ext>
            </a:extLst>
          </p:cNvPr>
          <p:cNvSpPr>
            <a:spLocks xmlns:a="http://schemas.openxmlformats.org/drawingml/2006/main" noGrp="1"/>
          </p:cNvSpPr>
          <p:nvPr/>
        </p:nvSpPr>
        <p:spPr>
          <a:xfrm xmlns:a="http://schemas.openxmlformats.org/drawingml/2006/main">
            <a:off x="857250" y="1476375"/>
            <a:ext cx="685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ac84efdfb7b448d"/>
          <a:stretch xmlns:a="http://schemas.openxmlformats.org/drawingml/2006/main"/>
        </p:blipFill>
        <p:spPr>
          <a:xfrm xmlns:a="http://schemas.openxmlformats.org/drawingml/2006/main">
            <a:off x="8286750" y="1724880"/>
            <a:ext cx="2857500" cy="3693990"/>
          </a:xfrm>
          <a:prstGeom xmlns:a="http://schemas.openxmlformats.org/drawingml/2006/main" prst="rect">
            <a:avLst/>
          </a:prstGeom>
        </p:spPr>
      </p:pic>
    </p:spTree>
    <p:extLst>
      <p:ext uri="{BB962C8B-B14F-4D97-AF65-F5344CB8AC3E}">
        <p14:creationId xmlns:p14="http://schemas.microsoft.com/office/powerpoint/2010/main" val="174569793"/>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B4EBB0-559F-4EF3-9043-B155240CAE5F}"/>
              </a:ext>
            </a:extLst>
          </p:cNvPr>
          <p:cNvSpPr>
            <a:spLocks xmlns:a="http://schemas.openxmlformats.org/drawingml/2006/main" noGrp="1"/>
          </p:cNvSpPr>
          <p:nvPr/>
        </p:nvSpPr>
        <p:spPr>
          <a:xfrm xmlns:a="http://schemas.openxmlformats.org/drawingml/2006/main">
            <a:off x="609600" y="323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a:solidFill>
                  <a:srgbClr val="15324A"/>
                </a:solidFill>
                <a:latin typeface="Helvetica Neue"/>
                <a:ea typeface="Helvetica Neue"/>
                <a:cs typeface="Helvetica Neue"/>
              </a:defRPr>
            </a:pPr>
            <a:r>
              <a:rPr sz="2550" b="1">
                <a:solidFill>
                  <a:srgbClr val="15324A"/>
                </a:solidFill>
                <a:latin typeface="Helvetica Neue"/>
                <a:ea typeface="Helvetica Neue"/>
                <a:cs typeface="Helvetica Neue"/>
              </a:rPr>
              <a:t>Practice and competency check</a:t>
            </a:r>
          </a:p>
        </p:txBody>
      </p:sp>
      <p:sp>
        <p:nvSpPr>
          <p:cNvPr id="2" name="">
            <a:extLst xmlns:a="http://schemas.openxmlformats.org/drawingml/2006/main">
              <a:ext uri="{FF2B5EF4-FFF2-40B4-BE49-F238E27FC236}">
                <a16:creationId xmlns:a16="http://schemas.microsoft.com/office/drawing/2014/main" id="{93932598-E2E7-4718-B768-21DBB81A1388}"/>
              </a:ext>
            </a:extLst>
          </p:cNvPr>
          <p:cNvSpPr>
            <a:spLocks xmlns:a="http://schemas.openxmlformats.org/drawingml/2006/main" noGrp="1"/>
          </p:cNvSpPr>
          <p:nvPr/>
        </p:nvSpPr>
        <p:spPr>
          <a:xfrm xmlns:a="http://schemas.openxmlformats.org/drawingml/2006/main">
            <a:off x="11239500" y="4000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37B82"/>
                </a:solidFill>
                <a:latin typeface="Helvetica Neue"/>
                <a:ea typeface="Helvetica Neue"/>
                <a:cs typeface="Helvetica Neue"/>
              </a:defRPr>
            </a:pPr>
            <a:r>
              <a:rPr sz="1275" b="1">
                <a:solidFill>
                  <a:srgbClr val="237B82"/>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9B17E5E4-C713-49CE-96C2-E9145C2DF5B9}"/>
              </a:ext>
            </a:extLst>
          </p:cNvPr>
          <p:cNvSpPr>
            <a:spLocks xmlns:a="http://schemas.openxmlformats.org/drawingml/2006/main" noGrp="1"/>
          </p:cNvSpPr>
          <p:nvPr/>
        </p:nvSpPr>
        <p:spPr>
          <a:xfrm xmlns:a="http://schemas.openxmlformats.org/drawingml/2006/main">
            <a:off x="952500" y="1381125"/>
            <a:ext cx="10287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1. Palpate and select veins on a task trainer</a:t>
            </a:r>
          </a:p>
          <a:p xmlns:a="http://schemas.openxmlformats.org/drawingml/2006/main">
            <a:r>
              <a:t/>
            </a:r>
          </a:p>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2. Perform the complete insertion sequence without contamination</a:t>
            </a:r>
          </a:p>
          <a:p xmlns:a="http://schemas.openxmlformats.org/drawingml/2006/main">
            <a:r>
              <a:t/>
            </a:r>
          </a:p>
          <a:p xmlns:a="http://schemas.openxmlformats.org/drawingml/2006/main">
            <a:pP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3. Discontinue the catheter and verify that it remains intact</a:t>
            </a:r>
          </a:p>
        </p:txBody>
      </p:sp>
      <p:sp>
        <p:nvSpPr>
          <p:cNvPr id="4" name="">
            <a:extLst xmlns:a="http://schemas.openxmlformats.org/drawingml/2006/main">
              <a:ext uri="{FF2B5EF4-FFF2-40B4-BE49-F238E27FC236}">
                <a16:creationId xmlns:a16="http://schemas.microsoft.com/office/drawing/2014/main" id="{A6AC9F6F-9F57-48B0-8904-655B2B2F35EF}"/>
              </a:ext>
            </a:extLst>
          </p:cNvPr>
          <p:cNvSpPr>
            <a:spLocks xmlns:a="http://schemas.openxmlformats.org/drawingml/2006/main" noGrp="1"/>
          </p:cNvSpPr>
          <p:nvPr/>
        </p:nvSpPr>
        <p:spPr>
          <a:xfrm xmlns:a="http://schemas.openxmlformats.org/drawingml/2006/main">
            <a:off x="952500" y="533400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B94F3D"/>
                </a:solidFill>
                <a:latin typeface="Helvetica Neue"/>
                <a:ea typeface="Helvetica Neue"/>
                <a:cs typeface="Helvetica Neue"/>
              </a:defRPr>
            </a:pPr>
            <a:r>
              <a:rPr sz="1575" b="1">
                <a:solidFill>
                  <a:srgbClr val="B94F3D"/>
                </a:solidFill>
                <a:latin typeface="Helvetica Neue"/>
                <a:ea typeface="Helvetica Neue"/>
                <a:cs typeface="Helvetica Neue"/>
              </a:rPr>
              <a:t>Complete the matching online lesson and quiz before attending the skills lab.</a:t>
            </a:r>
          </a:p>
        </p:txBody>
      </p:sp>
    </p:spTree>
    <p:extLst>
      <p:ext uri="{BB962C8B-B14F-4D97-AF65-F5344CB8AC3E}">
        <p14:creationId xmlns:p14="http://schemas.microsoft.com/office/powerpoint/2010/main" val="1518786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2026-09-11T14:11:34.0450000Z</dcterms:created>
  <dcterms:modified xsi:type="dcterms:W3CDTF">2026-09-11T14:11:34.0450000Z</dcterms:modified>
</coreProperties>
</file>