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464c7a334047eb" /><Relationship Type="http://schemas.openxmlformats.org/officeDocument/2006/relationships/extended-properties" Target="/docProps/app.xml" Id="Rb34efd1d304b4322" /><Relationship Type="http://schemas.openxmlformats.org/officeDocument/2006/relationships/officeDocument" Target="/ppt/presentation.xml" Id="R23267b8c222241d8" /></Relationships>
</file>

<file path=ppt/presentation.xml><?xml version="1.0" encoding="utf-8"?>
<p:presentation xmlns:p="http://schemas.openxmlformats.org/presentationml/2006/main">
  <p:sldMasterIdLst>
    <p:sldMasterId xmlns:r="http://schemas.openxmlformats.org/officeDocument/2006/relationships" id="2147483648" r:id="R090acfa885814d2f"/>
  </p:sldMasterIdLst>
  <p:notesMasterIdLst>
    <p:notesMasterId xmlns:r="http://schemas.openxmlformats.org/officeDocument/2006/relationships" r:id="R61b8f0c81b76466b"/>
  </p:notesMasterIdLst>
  <p:sldIdLst>
    <p:sldId xmlns:r="http://schemas.openxmlformats.org/officeDocument/2006/relationships" id="256" r:id="R629389b4835349d3"/>
    <p:sldId xmlns:r="http://schemas.openxmlformats.org/officeDocument/2006/relationships" id="257" r:id="R5ff8ad7a92054eb7"/>
    <p:sldId xmlns:r="http://schemas.openxmlformats.org/officeDocument/2006/relationships" id="258" r:id="R329f94d41ef1400c"/>
    <p:sldId xmlns:r="http://schemas.openxmlformats.org/officeDocument/2006/relationships" id="259" r:id="Rea82cbaf18994e51"/>
    <p:sldId xmlns:r="http://schemas.openxmlformats.org/officeDocument/2006/relationships" id="260" r:id="Rc802eabb73fb4f6a"/>
    <p:sldId xmlns:r="http://schemas.openxmlformats.org/officeDocument/2006/relationships" id="261" r:id="Re6630f5eb1404d4e"/>
    <p:sldId xmlns:r="http://schemas.openxmlformats.org/officeDocument/2006/relationships" id="262" r:id="R879e4f876b794d5d"/>
    <p:sldId xmlns:r="http://schemas.openxmlformats.org/officeDocument/2006/relationships" id="263" r:id="Rd75b15d2b65046fd"/>
    <p:sldId xmlns:r="http://schemas.openxmlformats.org/officeDocument/2006/relationships" id="264" r:id="R2895649746184006"/>
    <p:sldId xmlns:r="http://schemas.openxmlformats.org/officeDocument/2006/relationships" id="265" r:id="Re527baf630e04a7c"/>
    <p:sldId xmlns:r="http://schemas.openxmlformats.org/officeDocument/2006/relationships" id="266" r:id="R904d22acb3d94ab7"/>
    <p:sldId xmlns:r="http://schemas.openxmlformats.org/officeDocument/2006/relationships" id="267" r:id="R934dd8a802334f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0599f7274e47c3" /><Relationship Type="http://schemas.openxmlformats.org/officeDocument/2006/relationships/slideMaster" Target="/ppt/slideMasters/slideMaster1.xml" Id="R090acfa885814d2f" /><Relationship Type="http://schemas.openxmlformats.org/officeDocument/2006/relationships/notesMaster" Target="/ppt/notesMasters/notesMaster1.xml" Id="R61b8f0c81b76466b" /><Relationship Type="http://schemas.openxmlformats.org/officeDocument/2006/relationships/presProps" Target="/ppt/presProps.xml" Id="Ra130810028bf4d92" /><Relationship Type="http://schemas.openxmlformats.org/officeDocument/2006/relationships/tableStyles" Target="/ppt/tableStyles.xml" Id="Rd4acca88aea0436c" /><Relationship Type="http://schemas.openxmlformats.org/officeDocument/2006/relationships/slide" Target="/ppt/slides/slide1.xml" Id="R629389b4835349d3" /><Relationship Type="http://schemas.openxmlformats.org/officeDocument/2006/relationships/slide" Target="/ppt/slides/slide2.xml" Id="R5ff8ad7a92054eb7" /><Relationship Type="http://schemas.openxmlformats.org/officeDocument/2006/relationships/slide" Target="/ppt/slides/slide3.xml" Id="R329f94d41ef1400c" /><Relationship Type="http://schemas.openxmlformats.org/officeDocument/2006/relationships/slide" Target="/ppt/slides/slide4.xml" Id="Rea82cbaf18994e51" /><Relationship Type="http://schemas.openxmlformats.org/officeDocument/2006/relationships/slide" Target="/ppt/slides/slide5.xml" Id="Rc802eabb73fb4f6a" /><Relationship Type="http://schemas.openxmlformats.org/officeDocument/2006/relationships/slide" Target="/ppt/slides/slide6.xml" Id="Re6630f5eb1404d4e" /><Relationship Type="http://schemas.openxmlformats.org/officeDocument/2006/relationships/slide" Target="/ppt/slides/slide7.xml" Id="R879e4f876b794d5d" /><Relationship Type="http://schemas.openxmlformats.org/officeDocument/2006/relationships/slide" Target="/ppt/slides/slide8.xml" Id="Rd75b15d2b65046fd" /><Relationship Type="http://schemas.openxmlformats.org/officeDocument/2006/relationships/slide" Target="/ppt/slides/slide9.xml" Id="R2895649746184006" /><Relationship Type="http://schemas.openxmlformats.org/officeDocument/2006/relationships/slide" Target="/ppt/slides/slide10.xml" Id="Re527baf630e04a7c" /><Relationship Type="http://schemas.openxmlformats.org/officeDocument/2006/relationships/slide" Target="/ppt/slides/slide11.xml" Id="R904d22acb3d94ab7" /><Relationship Type="http://schemas.openxmlformats.org/officeDocument/2006/relationships/slide" Target="/ppt/slides/slide12.xml" Id="R934dd8a802334f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600c7be4241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5d0f1059f14453" /><Relationship Type="http://schemas.openxmlformats.org/officeDocument/2006/relationships/notesMaster" Target="/ppt/notesMasters/notesMaster1.xml" Id="Rc3bc5cd68a6145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2a82bba0714688" /><Relationship Type="http://schemas.openxmlformats.org/officeDocument/2006/relationships/notesMaster" Target="/ppt/notesMasters/notesMaster1.xml" Id="R6c5810556dad46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0625e77ea741e8" /><Relationship Type="http://schemas.openxmlformats.org/officeDocument/2006/relationships/notesMaster" Target="/ppt/notesMasters/notesMaster1.xml" Id="R2c0af7592d304f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4167a2be9d4cfb" /><Relationship Type="http://schemas.openxmlformats.org/officeDocument/2006/relationships/notesMaster" Target="/ppt/notesMasters/notesMaster1.xml" Id="R44f2d653652b4b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1332d4f27d43dd" /><Relationship Type="http://schemas.openxmlformats.org/officeDocument/2006/relationships/notesMaster" Target="/ppt/notesMasters/notesMaster1.xml" Id="Ra5d089867c7845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1d3914b7a04597" /><Relationship Type="http://schemas.openxmlformats.org/officeDocument/2006/relationships/notesMaster" Target="/ppt/notesMasters/notesMaster1.xml" Id="R5c72a5213e8945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718f6f50154915" /><Relationship Type="http://schemas.openxmlformats.org/officeDocument/2006/relationships/notesMaster" Target="/ppt/notesMasters/notesMaster1.xml" Id="Re7d058efa5bb42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61cf603ec4403b" /><Relationship Type="http://schemas.openxmlformats.org/officeDocument/2006/relationships/notesMaster" Target="/ppt/notesMasters/notesMaster1.xml" Id="Raf9caab5f35942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7707a6f1e94c37" /><Relationship Type="http://schemas.openxmlformats.org/officeDocument/2006/relationships/notesMaster" Target="/ppt/notesMasters/notesMaster1.xml" Id="Rf54f6a001a914f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1d6c4fa3a349f7" /><Relationship Type="http://schemas.openxmlformats.org/officeDocument/2006/relationships/notesMaster" Target="/ppt/notesMasters/notesMaster1.xml" Id="Rb859c7a32c1f48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9ffd1ab99241f6" /><Relationship Type="http://schemas.openxmlformats.org/officeDocument/2006/relationships/notesMaster" Target="/ppt/notesMasters/notesMaster1.xml" Id="R93625da621d744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25cd9d39f24782" /><Relationship Type="http://schemas.openxmlformats.org/officeDocument/2006/relationships/notesMaster" Target="/ppt/notesMasters/notesMaster1.xml" Id="Re47f8c14b8f543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1095dfa86544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541a0c68c44e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6fe47a1bea4c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3020ba514346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41e9eacf0545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53ac6756c645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0E6BE7-5DD8-4683-83A4-80BDE9BA0CF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F4B6DE-5D1A-4769-8D79-D9EE0E71A1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D4E45D-EB9C-43D5-B509-AD62D1DF84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45B2E8-DFAE-4450-9E79-DB7F14106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2F963E-7393-43B1-B4D5-95FF3E55AF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D297C6-D4A9-4AA9-9BE9-3C1CB94621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41153F-C953-45CC-9FF3-E31BD29C46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BD54BB-F393-47E5-873A-EA72C19CE2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0ADD03-C580-48C5-AE78-35DE9D76AC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8DB675-8115-4D07-80C4-AC5B56890F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64ecba14484e98" /><Relationship Type="http://schemas.openxmlformats.org/officeDocument/2006/relationships/slideLayout" Target="/ppt/slideLayouts/slideLayout1.xml" Id="R4b63643219ae4a25" /><Relationship Type="http://schemas.openxmlformats.org/officeDocument/2006/relationships/slideLayout" Target="/ppt/slideLayouts/slideLayout2.xml" Id="Ra2f634d907fc4660" /><Relationship Type="http://schemas.openxmlformats.org/officeDocument/2006/relationships/slideLayout" Target="/ppt/slideLayouts/slideLayout3.xml" Id="Re935b57e46d144dc" /><Relationship Type="http://schemas.openxmlformats.org/officeDocument/2006/relationships/slideLayout" Target="/ppt/slideLayouts/slideLayout4.xml" Id="R068bf5ac8fb84b8b" /><Relationship Type="http://schemas.openxmlformats.org/officeDocument/2006/relationships/slideLayout" Target="/ppt/slideLayouts/slideLayout5.xml" Id="R8d28e4ddb285404a" /><Relationship Type="http://schemas.openxmlformats.org/officeDocument/2006/relationships/slideLayout" Target="/ppt/slideLayouts/slideLayout6.xml" Id="R9adb45b4460845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63643219ae4a25"/>
    <p:sldLayoutId xmlns:r="http://schemas.openxmlformats.org/officeDocument/2006/relationships" id="2147483650" r:id="Ra2f634d907fc4660"/>
    <p:sldLayoutId xmlns:r="http://schemas.openxmlformats.org/officeDocument/2006/relationships" id="2147483651" r:id="Re935b57e46d144dc"/>
    <p:sldLayoutId xmlns:r="http://schemas.openxmlformats.org/officeDocument/2006/relationships" id="2147483652" r:id="R068bf5ac8fb84b8b"/>
    <p:sldLayoutId xmlns:r="http://schemas.openxmlformats.org/officeDocument/2006/relationships" id="2147483653" r:id="R8d28e4ddb285404a"/>
    <p:sldLayoutId xmlns:r="http://schemas.openxmlformats.org/officeDocument/2006/relationships" id="2147483654" r:id="R9adb45b4460845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2de73ea6b94fc8" /><Relationship Type="http://schemas.openxmlformats.org/officeDocument/2006/relationships/notesSlide" Target="/ppt/notesSlides/notesSlide1.xml" Id="Re5c6b2aec0a245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9bbba5f6bd4922" /><Relationship Type="http://schemas.openxmlformats.org/officeDocument/2006/relationships/notesSlide" Target="/ppt/notesSlides/notesSlide2.xml" Id="R187686ee249c4c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15099e4e9c4373" /><Relationship Type="http://schemas.openxmlformats.org/officeDocument/2006/relationships/notesSlide" Target="/ppt/notesSlides/notesSlide3.xml" Id="R835f5bd2861247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e58c139a0b4a53" /><Relationship Type="http://schemas.openxmlformats.org/officeDocument/2006/relationships/notesSlide" Target="/ppt/notesSlides/notesSlide4.xml" Id="R658c3f67250740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424d24afe44b88" /><Relationship Type="http://schemas.openxmlformats.org/officeDocument/2006/relationships/notesSlide" Target="/ppt/notesSlides/notesSlide5.xml" Id="R739a30dcfeed4a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79196671244930" /><Relationship Type="http://schemas.openxmlformats.org/officeDocument/2006/relationships/notesSlide" Target="/ppt/notesSlides/notesSlide6.xml" Id="Rca2ef18d12764d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b6fdd871dc43ba" /><Relationship Type="http://schemas.openxmlformats.org/officeDocument/2006/relationships/notesSlide" Target="/ppt/notesSlides/notesSlide7.xml" Id="Reaebdcf561e74d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0e86ac3dab8496e" /><Relationship Type="http://schemas.openxmlformats.org/officeDocument/2006/relationships/notesSlide" Target="/ppt/notesSlides/notesSlide8.xml" Id="R2ba1ca7e1a0844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b841d7a49e46f3" /><Relationship Type="http://schemas.openxmlformats.org/officeDocument/2006/relationships/notesSlide" Target="/ppt/notesSlides/notesSlide9.xml" Id="R0090ff4fe11840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337d932dc7483a" /><Relationship Type="http://schemas.openxmlformats.org/officeDocument/2006/relationships/notesSlide" Target="/ppt/notesSlides/notesSlide10.xml" Id="R763c78dbe06a47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2e84e8f66d474e" /><Relationship Type="http://schemas.openxmlformats.org/officeDocument/2006/relationships/notesSlide" Target="/ppt/notesSlides/notesSlide11.xml" Id="Ra5d709163c994f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72e3501de94335" /><Relationship Type="http://schemas.openxmlformats.org/officeDocument/2006/relationships/notesSlide" Target="/ppt/notesSlides/notesSlide12.xml" Id="Re206746d2513467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8F18C6-A7C5-45E8-915C-50397606288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61665E-1C2B-4257-AD08-74BA9560240D}"/>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4C63D99D-DA54-4E5B-A260-B8F604032301}"/>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Parenteral Nutrition</a:t>
            </a:r>
          </a:p>
        </p:txBody>
      </p:sp>
      <p:sp>
        <p:nvSpPr>
          <p:cNvPr id="4" name="">
            <a:extLst xmlns:a="http://schemas.openxmlformats.org/drawingml/2006/main">
              <a:ext uri="{FF2B5EF4-FFF2-40B4-BE49-F238E27FC236}">
                <a16:creationId xmlns:a16="http://schemas.microsoft.com/office/drawing/2014/main" id="{EC740435-4A75-438E-AC5E-96D29E5F03B4}"/>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5  |  30-Hour Basic Intravenous Therapy</a:t>
            </a:r>
          </a:p>
        </p:txBody>
      </p:sp>
      <p:sp>
        <p:nvSpPr>
          <p:cNvPr id="5" name="">
            <a:extLst xmlns:a="http://schemas.openxmlformats.org/drawingml/2006/main">
              <a:ext uri="{FF2B5EF4-FFF2-40B4-BE49-F238E27FC236}">
                <a16:creationId xmlns:a16="http://schemas.microsoft.com/office/drawing/2014/main" id="{88B72513-88E9-4FB9-9549-A1B00D5AD9FD}"/>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97575337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DBDCB7-165A-439C-89D4-589571BA28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CEA6D3-F5C8-4D77-824D-1351B325BA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7B41C1B-D706-4E1B-A591-580C470593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EA970C81-444B-4E0A-A3DE-F7D1E2019C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003508F-B342-4F1E-9E31-2555FDE0B74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162582686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43A281-B6EC-4626-9BB5-ABAE76B1DE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631AE4-CA61-47B6-BFB1-3BC9DB2873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3" name="">
            <a:extLst xmlns:a="http://schemas.openxmlformats.org/drawingml/2006/main">
              <a:ext uri="{FF2B5EF4-FFF2-40B4-BE49-F238E27FC236}">
                <a16:creationId xmlns:a16="http://schemas.microsoft.com/office/drawing/2014/main" id="{608165D1-5DD4-4F01-9F7E-043F9C5786B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DA5BA0D5-08F7-4476-AB5C-E8C9D1490E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BABF5CF1-952D-49E0-9CAB-E7D1BC35151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6" name="">
            <a:extLst xmlns:a="http://schemas.openxmlformats.org/drawingml/2006/main">
              <a:ext uri="{FF2B5EF4-FFF2-40B4-BE49-F238E27FC236}">
                <a16:creationId xmlns:a16="http://schemas.microsoft.com/office/drawing/2014/main" id="{93E20C06-FDF9-4430-97A2-DDA54A62CA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0446217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57A13F-1B67-435F-8CAF-4EE3A49DB6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A8AE53-5CD7-468B-A902-5CB69F9FC1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3" name="">
            <a:extLst xmlns:a="http://schemas.openxmlformats.org/drawingml/2006/main">
              <a:ext uri="{FF2B5EF4-FFF2-40B4-BE49-F238E27FC236}">
                <a16:creationId xmlns:a16="http://schemas.microsoft.com/office/drawing/2014/main" id="{B85F4905-0578-4501-8407-ED131D7997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1B7A9DDE-9325-47D2-A607-8327B3B417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A6F3C490-A5BD-40EB-B8EF-2E40E17E0BF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6" name="">
            <a:extLst xmlns:a="http://schemas.openxmlformats.org/drawingml/2006/main">
              <a:ext uri="{FF2B5EF4-FFF2-40B4-BE49-F238E27FC236}">
                <a16:creationId xmlns:a16="http://schemas.microsoft.com/office/drawing/2014/main" id="{5969FE63-83ED-4BE8-A79C-C28810611A4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4023355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1D5D10-1306-4163-BB70-17E39E414D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44FD99-EF81-47FA-9A3A-F0814A706E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6F6470BF-A4CC-411C-99E6-607B56C85A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10468FA9-E7FC-4454-9E7B-E5F275FFE2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941D078B-88C5-48E8-9D84-B388248906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6" name="">
            <a:extLst xmlns:a="http://schemas.openxmlformats.org/drawingml/2006/main">
              <a:ext uri="{FF2B5EF4-FFF2-40B4-BE49-F238E27FC236}">
                <a16:creationId xmlns:a16="http://schemas.microsoft.com/office/drawing/2014/main" id="{DAB8CA60-1CD8-4B7F-8882-F60BB1121C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0214546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DC88AF-A027-49EC-B83D-FF095AC38D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C2AC89-609B-4F28-95AD-A23D26B2CE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3" name="">
            <a:extLst xmlns:a="http://schemas.openxmlformats.org/drawingml/2006/main">
              <a:ext uri="{FF2B5EF4-FFF2-40B4-BE49-F238E27FC236}">
                <a16:creationId xmlns:a16="http://schemas.microsoft.com/office/drawing/2014/main" id="{B58B8C16-115E-4702-9818-EC614491C0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419FC0CA-55C2-4583-9028-A0BAFDB743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E809FE0-415D-43AF-B33F-CD6C9A4AD6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84166360-DC3A-4060-B720-2AE6579662D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35994883"/>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5E371D4-A9A8-4F41-9D10-6F4E84EC37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33A4F6-D245-4F07-AE0F-F49CB71D2C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3" name="">
            <a:extLst xmlns:a="http://schemas.openxmlformats.org/drawingml/2006/main">
              <a:ext uri="{FF2B5EF4-FFF2-40B4-BE49-F238E27FC236}">
                <a16:creationId xmlns:a16="http://schemas.microsoft.com/office/drawing/2014/main" id="{64663115-B67A-47D7-AAF2-FACBA89676F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DBD4A7CB-7B83-4095-A80A-61BCEE47E5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EC2DDE8B-1B8B-410F-9760-C4A25969AAB8}"/>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F61B5D2-F144-4265-B569-9728C523AA66}"/>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7" name="">
            <a:extLst xmlns:a="http://schemas.openxmlformats.org/drawingml/2006/main">
              <a:ext uri="{FF2B5EF4-FFF2-40B4-BE49-F238E27FC236}">
                <a16:creationId xmlns:a16="http://schemas.microsoft.com/office/drawing/2014/main" id="{D522E3B0-32DC-4165-8E40-7259B45E0725}"/>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6562135-E832-438D-890F-0754568964E8}"/>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9" name="">
            <a:extLst xmlns:a="http://schemas.openxmlformats.org/drawingml/2006/main">
              <a:ext uri="{FF2B5EF4-FFF2-40B4-BE49-F238E27FC236}">
                <a16:creationId xmlns:a16="http://schemas.microsoft.com/office/drawing/2014/main" id="{D745CB20-AF1D-4A0B-823E-A5B723D325DB}"/>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525598C-0C2C-425C-9801-C97BBDC86FBC}"/>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1" name="">
            <a:extLst xmlns:a="http://schemas.openxmlformats.org/drawingml/2006/main">
              <a:ext uri="{FF2B5EF4-FFF2-40B4-BE49-F238E27FC236}">
                <a16:creationId xmlns:a16="http://schemas.microsoft.com/office/drawing/2014/main" id="{65A15230-0004-4DB4-9B1D-AD396DCCC6FE}"/>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AD92E83-2D3A-41E2-9A35-14E16B4A48C4}"/>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3" name="">
            <a:extLst xmlns:a="http://schemas.openxmlformats.org/drawingml/2006/main">
              <a:ext uri="{FF2B5EF4-FFF2-40B4-BE49-F238E27FC236}">
                <a16:creationId xmlns:a16="http://schemas.microsoft.com/office/drawing/2014/main" id="{1F717EE9-A94B-4D31-8B08-271D1CACCF90}"/>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DE3E9A7-A855-47E0-8AFC-E489EE4E7A55}"/>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5" name="">
            <a:extLst xmlns:a="http://schemas.openxmlformats.org/drawingml/2006/main">
              <a:ext uri="{FF2B5EF4-FFF2-40B4-BE49-F238E27FC236}">
                <a16:creationId xmlns:a16="http://schemas.microsoft.com/office/drawing/2014/main" id="{AF041A7B-AAE8-4F69-B209-1EB902C8B773}"/>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511AAF1-2938-478D-BAB6-64B001CE4C97}"/>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7" name="">
            <a:extLst xmlns:a="http://schemas.openxmlformats.org/drawingml/2006/main">
              <a:ext uri="{FF2B5EF4-FFF2-40B4-BE49-F238E27FC236}">
                <a16:creationId xmlns:a16="http://schemas.microsoft.com/office/drawing/2014/main" id="{82907D3B-8EBA-4ADA-8A80-38433F4AF35C}"/>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041D27E-E480-4ED9-8B93-7A48069CDE45}"/>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19" name="">
            <a:extLst xmlns:a="http://schemas.openxmlformats.org/drawingml/2006/main">
              <a:ext uri="{FF2B5EF4-FFF2-40B4-BE49-F238E27FC236}">
                <a16:creationId xmlns:a16="http://schemas.microsoft.com/office/drawing/2014/main" id="{0EE09CF9-6F52-4DE9-9EDB-2C56E5E42331}"/>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9BC28C8-5C60-4694-B4DB-FB829919D080}"/>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1" name="">
            <a:extLst xmlns:a="http://schemas.openxmlformats.org/drawingml/2006/main">
              <a:ext uri="{FF2B5EF4-FFF2-40B4-BE49-F238E27FC236}">
                <a16:creationId xmlns:a16="http://schemas.microsoft.com/office/drawing/2014/main" id="{B4567432-3921-43D9-8320-77A927EF5E71}"/>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18DB52A-D45C-4067-962A-6CFB1FBE5E13}"/>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3" name="">
            <a:extLst xmlns:a="http://schemas.openxmlformats.org/drawingml/2006/main">
              <a:ext uri="{FF2B5EF4-FFF2-40B4-BE49-F238E27FC236}">
                <a16:creationId xmlns:a16="http://schemas.microsoft.com/office/drawing/2014/main" id="{56351D12-A1CD-419A-B33F-539863CCCBE1}"/>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3BC7683-B972-4693-A010-18776A1322E9}"/>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5" name="">
            <a:extLst xmlns:a="http://schemas.openxmlformats.org/drawingml/2006/main">
              <a:ext uri="{FF2B5EF4-FFF2-40B4-BE49-F238E27FC236}">
                <a16:creationId xmlns:a16="http://schemas.microsoft.com/office/drawing/2014/main" id="{38759D38-99D2-4076-BC61-307501C021E4}"/>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C050840-40FB-48C2-ADC5-D8EB4B179296}"/>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7" name="">
            <a:extLst xmlns:a="http://schemas.openxmlformats.org/drawingml/2006/main">
              <a:ext uri="{FF2B5EF4-FFF2-40B4-BE49-F238E27FC236}">
                <a16:creationId xmlns:a16="http://schemas.microsoft.com/office/drawing/2014/main" id="{D9D7F790-C41C-448D-A2D1-3B43D95631AA}"/>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424B698-08B3-4898-88E4-8A745D4BF303}"/>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29" name="">
            <a:extLst xmlns:a="http://schemas.openxmlformats.org/drawingml/2006/main">
              <a:ext uri="{FF2B5EF4-FFF2-40B4-BE49-F238E27FC236}">
                <a16:creationId xmlns:a16="http://schemas.microsoft.com/office/drawing/2014/main" id="{90C5CE13-6D29-4671-87C4-882206FD07C7}"/>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9A46D46-1385-4290-B788-E2C84662697B}"/>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1" name="">
            <a:extLst xmlns:a="http://schemas.openxmlformats.org/drawingml/2006/main">
              <a:ext uri="{FF2B5EF4-FFF2-40B4-BE49-F238E27FC236}">
                <a16:creationId xmlns:a16="http://schemas.microsoft.com/office/drawing/2014/main" id="{64F8E0E1-483F-4FA2-80EB-542E2CD3AB73}"/>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A8866533-17F2-4D6E-8A78-4CD3F0C3FE9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3" name="">
            <a:extLst xmlns:a="http://schemas.openxmlformats.org/drawingml/2006/main">
              <a:ext uri="{FF2B5EF4-FFF2-40B4-BE49-F238E27FC236}">
                <a16:creationId xmlns:a16="http://schemas.microsoft.com/office/drawing/2014/main" id="{E811FB8D-FFFB-4FED-8921-372E53D601F2}"/>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79AC69A-23C0-4347-990D-7381C590BE57}"/>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84308790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B4DC63-C6C0-4CA3-AECA-B563152D87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73C2AC-E60A-4003-9221-4E0413B477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3" name="">
            <a:extLst xmlns:a="http://schemas.openxmlformats.org/drawingml/2006/main">
              <a:ext uri="{FF2B5EF4-FFF2-40B4-BE49-F238E27FC236}">
                <a16:creationId xmlns:a16="http://schemas.microsoft.com/office/drawing/2014/main" id="{DD0267E8-E83B-47C6-884F-E1E2CE16F9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5086F1EA-21C2-45DD-A519-3CF41C6A36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86FE71C6-F2A5-4214-9371-1D91FFD73F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6" name="">
            <a:extLst xmlns:a="http://schemas.openxmlformats.org/drawingml/2006/main">
              <a:ext uri="{FF2B5EF4-FFF2-40B4-BE49-F238E27FC236}">
                <a16:creationId xmlns:a16="http://schemas.microsoft.com/office/drawing/2014/main" id="{6AF945C0-B941-4FBA-94A4-645A17C015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1935863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12984D5-BEDB-4509-8C8E-DC96101955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9469D8-818C-4A6A-8450-1E36B34DDD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3" name="">
            <a:extLst xmlns:a="http://schemas.openxmlformats.org/drawingml/2006/main">
              <a:ext uri="{FF2B5EF4-FFF2-40B4-BE49-F238E27FC236}">
                <a16:creationId xmlns:a16="http://schemas.microsoft.com/office/drawing/2014/main" id="{0AA1CCD7-A37E-40DD-A207-1E11335498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6228832F-17BE-4FCA-870B-0D3F74697A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43E121B-650E-43C2-B598-FD472AE58387}"/>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FCCFDE3-65A0-490E-8261-565F6C35FB06}"/>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7" name="">
            <a:extLst xmlns:a="http://schemas.openxmlformats.org/drawingml/2006/main">
              <a:ext uri="{FF2B5EF4-FFF2-40B4-BE49-F238E27FC236}">
                <a16:creationId xmlns:a16="http://schemas.microsoft.com/office/drawing/2014/main" id="{76D3C36C-03B6-4010-9865-02485D45C510}"/>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A2BAAF2-912A-4354-AFEC-2194C40F3205}"/>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9" name="">
            <a:extLst xmlns:a="http://schemas.openxmlformats.org/drawingml/2006/main">
              <a:ext uri="{FF2B5EF4-FFF2-40B4-BE49-F238E27FC236}">
                <a16:creationId xmlns:a16="http://schemas.microsoft.com/office/drawing/2014/main" id="{B5E8CEAA-F78F-4AF2-844B-EDB44FF360B9}"/>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04B8DFB-AF39-45CE-8F81-8096743E147D}"/>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1" name="">
            <a:extLst xmlns:a="http://schemas.openxmlformats.org/drawingml/2006/main">
              <a:ext uri="{FF2B5EF4-FFF2-40B4-BE49-F238E27FC236}">
                <a16:creationId xmlns:a16="http://schemas.microsoft.com/office/drawing/2014/main" id="{CD2C0397-237E-430D-A1B8-09B44CC8CD32}"/>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221198D-5F69-439E-B64B-ABAFDD6C0C40}"/>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3" name="">
            <a:extLst xmlns:a="http://schemas.openxmlformats.org/drawingml/2006/main">
              <a:ext uri="{FF2B5EF4-FFF2-40B4-BE49-F238E27FC236}">
                <a16:creationId xmlns:a16="http://schemas.microsoft.com/office/drawing/2014/main" id="{48345820-3F85-4206-95F3-461F6B12C3D7}"/>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D251BD7-0DF8-4ECA-B39A-1B18E6093E1C}"/>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5" name="">
            <a:extLst xmlns:a="http://schemas.openxmlformats.org/drawingml/2006/main">
              <a:ext uri="{FF2B5EF4-FFF2-40B4-BE49-F238E27FC236}">
                <a16:creationId xmlns:a16="http://schemas.microsoft.com/office/drawing/2014/main" id="{7957EB34-18CB-47A7-85E8-AF6B0ED3CCC5}"/>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A52F95F-D4FD-4966-ACA2-A4AA2FCA6316}"/>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7" name="">
            <a:extLst xmlns:a="http://schemas.openxmlformats.org/drawingml/2006/main">
              <a:ext uri="{FF2B5EF4-FFF2-40B4-BE49-F238E27FC236}">
                <a16:creationId xmlns:a16="http://schemas.microsoft.com/office/drawing/2014/main" id="{8CDD97DA-D4EA-47CB-8F47-1A104F4272F0}"/>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ED66A9F-0F61-4AF7-B65C-A307F3C70707}"/>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19" name="">
            <a:extLst xmlns:a="http://schemas.openxmlformats.org/drawingml/2006/main">
              <a:ext uri="{FF2B5EF4-FFF2-40B4-BE49-F238E27FC236}">
                <a16:creationId xmlns:a16="http://schemas.microsoft.com/office/drawing/2014/main" id="{B88C8C00-DABF-40DC-ADE0-9BB3DECDA7B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B1EA7B6-96FB-4348-8E70-CEC6FC61C19E}"/>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1" name="">
            <a:extLst xmlns:a="http://schemas.openxmlformats.org/drawingml/2006/main">
              <a:ext uri="{FF2B5EF4-FFF2-40B4-BE49-F238E27FC236}">
                <a16:creationId xmlns:a16="http://schemas.microsoft.com/office/drawing/2014/main" id="{869C1D7A-D4E9-4E8B-8BCB-26FEA217DECB}"/>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6D9716A-C23D-4C9C-905D-D1E94821FCE9}"/>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3" name="">
            <a:extLst xmlns:a="http://schemas.openxmlformats.org/drawingml/2006/main">
              <a:ext uri="{FF2B5EF4-FFF2-40B4-BE49-F238E27FC236}">
                <a16:creationId xmlns:a16="http://schemas.microsoft.com/office/drawing/2014/main" id="{EBBB5FDB-F0B9-42A8-8328-070AEA02521F}"/>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FF3AF3A-B166-4875-A196-0CC397D827A1}"/>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5" name="">
            <a:extLst xmlns:a="http://schemas.openxmlformats.org/drawingml/2006/main">
              <a:ext uri="{FF2B5EF4-FFF2-40B4-BE49-F238E27FC236}">
                <a16:creationId xmlns:a16="http://schemas.microsoft.com/office/drawing/2014/main" id="{4D9204AA-49AE-4826-9BDA-4E3B6079195B}"/>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70AE9B1-F512-4DDA-B5CE-D62B3B4C968F}"/>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7" name="">
            <a:extLst xmlns:a="http://schemas.openxmlformats.org/drawingml/2006/main">
              <a:ext uri="{FF2B5EF4-FFF2-40B4-BE49-F238E27FC236}">
                <a16:creationId xmlns:a16="http://schemas.microsoft.com/office/drawing/2014/main" id="{C623A64F-2BF5-43EC-B3C0-E692112342D3}"/>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967930B-420F-4CFE-A94D-692E20D4A909}"/>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187856541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E2B3A6-9370-4408-AE4A-EB849639D9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0CE83E-FE75-4031-98F2-F3DE78B82B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3" name="">
            <a:extLst xmlns:a="http://schemas.openxmlformats.org/drawingml/2006/main">
              <a:ext uri="{FF2B5EF4-FFF2-40B4-BE49-F238E27FC236}">
                <a16:creationId xmlns:a16="http://schemas.microsoft.com/office/drawing/2014/main" id="{C8307202-B7FC-413F-AB04-F700F1BEA7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A145941-79A9-4045-98C8-7CDE73D8CE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629AE9E6-DAB4-4F76-A952-BAA1AE5D09C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6" name="">
            <a:extLst xmlns:a="http://schemas.openxmlformats.org/drawingml/2006/main">
              <a:ext uri="{FF2B5EF4-FFF2-40B4-BE49-F238E27FC236}">
                <a16:creationId xmlns:a16="http://schemas.microsoft.com/office/drawing/2014/main" id="{9D643907-0E82-45BD-87B4-C25D698E66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97159545"/>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706C06-A107-4EBA-86EF-295C065C7A7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63BF5D-AA4C-4C62-8EB0-D5933EB302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2276BD1F-1937-4DA1-B674-35D525BFD4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762C042-8B87-43E3-89E7-92E7496BE4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B878FEE-FACC-4383-8105-DCD030E08242}"/>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6" name="">
            <a:extLst xmlns:a="http://schemas.openxmlformats.org/drawingml/2006/main">
              <a:ext uri="{FF2B5EF4-FFF2-40B4-BE49-F238E27FC236}">
                <a16:creationId xmlns:a16="http://schemas.microsoft.com/office/drawing/2014/main" id="{32545582-D0DE-498B-97FA-16289918CF6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06979304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A2B6DB-0CD6-42D0-9B85-174862B111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5DFBE2A-6A1F-4FA9-AA92-E699FC6E8D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1B8DF3F1-B275-4A7D-B59C-A0CF28F5F3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49544153-4687-416B-9500-9A59866F7A2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E54C94D7-DA37-4A79-8F38-D9A85DFB8D31}"/>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F977A9E7-1361-4630-93CD-F2E7D812D0EE}"/>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212915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2026-10-23T08:07:05.5840000Z</dcterms:created>
  <dcterms:modified xsi:type="dcterms:W3CDTF">2026-10-23T08:07:05.5840000Z</dcterms:modified>
</coreProperties>
</file>