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d4810f2ef24517" /><Relationship Type="http://schemas.openxmlformats.org/officeDocument/2006/relationships/extended-properties" Target="/docProps/app.xml" Id="Rd1d1641147424694" /><Relationship Type="http://schemas.openxmlformats.org/officeDocument/2006/relationships/officeDocument" Target="/ppt/presentation.xml" Id="R4ec8b6ae59e9469f" /></Relationships>
</file>

<file path=ppt/presentation.xml><?xml version="1.0" encoding="utf-8"?>
<p:presentation xmlns:p="http://schemas.openxmlformats.org/presentationml/2006/main">
  <p:sldMasterIdLst>
    <p:sldMasterId xmlns:r="http://schemas.openxmlformats.org/officeDocument/2006/relationships" id="2147483648" r:id="Rf208b2c428d44258"/>
  </p:sldMasterIdLst>
  <p:notesMasterIdLst>
    <p:notesMasterId xmlns:r="http://schemas.openxmlformats.org/officeDocument/2006/relationships" r:id="Rc619067f04ee4bc0"/>
  </p:notesMasterIdLst>
  <p:sldIdLst>
    <p:sldId xmlns:r="http://schemas.openxmlformats.org/officeDocument/2006/relationships" id="256" r:id="R9fdf2a7f276f4380"/>
    <p:sldId xmlns:r="http://schemas.openxmlformats.org/officeDocument/2006/relationships" id="257" r:id="R99fa15adbe6d4380"/>
    <p:sldId xmlns:r="http://schemas.openxmlformats.org/officeDocument/2006/relationships" id="258" r:id="R66cf3fbb6f924bb9"/>
    <p:sldId xmlns:r="http://schemas.openxmlformats.org/officeDocument/2006/relationships" id="259" r:id="R93be2aecf2744248"/>
    <p:sldId xmlns:r="http://schemas.openxmlformats.org/officeDocument/2006/relationships" id="260" r:id="R513ad1c350a44e2a"/>
    <p:sldId xmlns:r="http://schemas.openxmlformats.org/officeDocument/2006/relationships" id="261" r:id="Re05b8e0355104a77"/>
    <p:sldId xmlns:r="http://schemas.openxmlformats.org/officeDocument/2006/relationships" id="262" r:id="Raa2ea87cf43540c8"/>
    <p:sldId xmlns:r="http://schemas.openxmlformats.org/officeDocument/2006/relationships" id="263" r:id="R00652bc004454921"/>
    <p:sldId xmlns:r="http://schemas.openxmlformats.org/officeDocument/2006/relationships" id="264" r:id="R7a2c42b2242a47f2"/>
    <p:sldId xmlns:r="http://schemas.openxmlformats.org/officeDocument/2006/relationships" id="265" r:id="R4f26ea7934064b81"/>
    <p:sldId xmlns:r="http://schemas.openxmlformats.org/officeDocument/2006/relationships" id="266" r:id="R7fd8d940b4b94fb8"/>
    <p:sldId xmlns:r="http://schemas.openxmlformats.org/officeDocument/2006/relationships" id="267" r:id="R022a767f9d8f48be"/>
    <p:sldId xmlns:r="http://schemas.openxmlformats.org/officeDocument/2006/relationships" id="268" r:id="R18d99a955db24641"/>
    <p:sldId xmlns:r="http://schemas.openxmlformats.org/officeDocument/2006/relationships" id="269" r:id="R3b9a625390544379"/>
    <p:sldId xmlns:r="http://schemas.openxmlformats.org/officeDocument/2006/relationships" id="270" r:id="Rd88666b730724780"/>
    <p:sldId xmlns:r="http://schemas.openxmlformats.org/officeDocument/2006/relationships" id="271" r:id="R213e110ea2174d14"/>
    <p:sldId xmlns:r="http://schemas.openxmlformats.org/officeDocument/2006/relationships" id="272" r:id="Rd57ce87afb464acf"/>
    <p:sldId xmlns:r="http://schemas.openxmlformats.org/officeDocument/2006/relationships" id="273" r:id="R7da75d3a713e4773"/>
    <p:sldId xmlns:r="http://schemas.openxmlformats.org/officeDocument/2006/relationships" id="274" r:id="Raad0e6f39bc34598"/>
    <p:sldId xmlns:r="http://schemas.openxmlformats.org/officeDocument/2006/relationships" id="275" r:id="R4a6c812bee6d4edd"/>
    <p:sldId xmlns:r="http://schemas.openxmlformats.org/officeDocument/2006/relationships" id="276" r:id="R5ce54b023f9b420e"/>
    <p:sldId xmlns:r="http://schemas.openxmlformats.org/officeDocument/2006/relationships" id="277" r:id="R7b206974408e4e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94ca77b7344dfb" /><Relationship Type="http://schemas.openxmlformats.org/officeDocument/2006/relationships/slideMaster" Target="/ppt/slideMasters/slideMaster1.xml" Id="Rf208b2c428d44258" /><Relationship Type="http://schemas.openxmlformats.org/officeDocument/2006/relationships/notesMaster" Target="/ppt/notesMasters/notesMaster1.xml" Id="Rc619067f04ee4bc0" /><Relationship Type="http://schemas.openxmlformats.org/officeDocument/2006/relationships/presProps" Target="/ppt/presProps.xml" Id="Rebf6cd98a275451d" /><Relationship Type="http://schemas.openxmlformats.org/officeDocument/2006/relationships/tableStyles" Target="/ppt/tableStyles.xml" Id="R4a17025844c04dd9" /><Relationship Type="http://schemas.openxmlformats.org/officeDocument/2006/relationships/slide" Target="/ppt/slides/slide1.xml" Id="R9fdf2a7f276f4380" /><Relationship Type="http://schemas.openxmlformats.org/officeDocument/2006/relationships/slide" Target="/ppt/slides/slide2.xml" Id="R99fa15adbe6d4380" /><Relationship Type="http://schemas.openxmlformats.org/officeDocument/2006/relationships/slide" Target="/ppt/slides/slide3.xml" Id="R66cf3fbb6f924bb9" /><Relationship Type="http://schemas.openxmlformats.org/officeDocument/2006/relationships/slide" Target="/ppt/slides/slide4.xml" Id="R93be2aecf2744248" /><Relationship Type="http://schemas.openxmlformats.org/officeDocument/2006/relationships/slide" Target="/ppt/slides/slide5.xml" Id="R513ad1c350a44e2a" /><Relationship Type="http://schemas.openxmlformats.org/officeDocument/2006/relationships/slide" Target="/ppt/slides/slide6.xml" Id="Re05b8e0355104a77" /><Relationship Type="http://schemas.openxmlformats.org/officeDocument/2006/relationships/slide" Target="/ppt/slides/slide7.xml" Id="Raa2ea87cf43540c8" /><Relationship Type="http://schemas.openxmlformats.org/officeDocument/2006/relationships/slide" Target="/ppt/slides/slide8.xml" Id="R00652bc004454921" /><Relationship Type="http://schemas.openxmlformats.org/officeDocument/2006/relationships/slide" Target="/ppt/slides/slide9.xml" Id="R7a2c42b2242a47f2" /><Relationship Type="http://schemas.openxmlformats.org/officeDocument/2006/relationships/slide" Target="/ppt/slides/slide10.xml" Id="R4f26ea7934064b81" /><Relationship Type="http://schemas.openxmlformats.org/officeDocument/2006/relationships/slide" Target="/ppt/slides/slide11.xml" Id="R7fd8d940b4b94fb8" /><Relationship Type="http://schemas.openxmlformats.org/officeDocument/2006/relationships/slide" Target="/ppt/slides/slide12.xml" Id="R022a767f9d8f48be" /><Relationship Type="http://schemas.openxmlformats.org/officeDocument/2006/relationships/slide" Target="/ppt/slides/slide13.xml" Id="R18d99a955db24641" /><Relationship Type="http://schemas.openxmlformats.org/officeDocument/2006/relationships/slide" Target="/ppt/slides/slide14.xml" Id="R3b9a625390544379" /><Relationship Type="http://schemas.openxmlformats.org/officeDocument/2006/relationships/slide" Target="/ppt/slides/slide15.xml" Id="Rd88666b730724780" /><Relationship Type="http://schemas.openxmlformats.org/officeDocument/2006/relationships/slide" Target="/ppt/slides/slide16.xml" Id="R213e110ea2174d14" /><Relationship Type="http://schemas.openxmlformats.org/officeDocument/2006/relationships/slide" Target="/ppt/slides/slide17.xml" Id="Rd57ce87afb464acf" /><Relationship Type="http://schemas.openxmlformats.org/officeDocument/2006/relationships/slide" Target="/ppt/slides/slide18.xml" Id="R7da75d3a713e4773" /><Relationship Type="http://schemas.openxmlformats.org/officeDocument/2006/relationships/slide" Target="/ppt/slides/slide19.xml" Id="Raad0e6f39bc34598" /><Relationship Type="http://schemas.openxmlformats.org/officeDocument/2006/relationships/slide" Target="/ppt/slides/slide20.xml" Id="R4a6c812bee6d4edd" /><Relationship Type="http://schemas.openxmlformats.org/officeDocument/2006/relationships/slide" Target="/ppt/slides/slide21.xml" Id="R5ce54b023f9b420e" /><Relationship Type="http://schemas.openxmlformats.org/officeDocument/2006/relationships/slide" Target="/ppt/slides/slide22.xml" Id="R7b206974408e4e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071a7f2c3f42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622f5ae42649be" /><Relationship Type="http://schemas.openxmlformats.org/officeDocument/2006/relationships/notesMaster" Target="/ppt/notesMasters/notesMaster1.xml" Id="R28095e1cf2af4f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85ce9b21a049f2" /><Relationship Type="http://schemas.openxmlformats.org/officeDocument/2006/relationships/notesMaster" Target="/ppt/notesMasters/notesMaster1.xml" Id="R29056041960d40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8e1f20e58d4cf4" /><Relationship Type="http://schemas.openxmlformats.org/officeDocument/2006/relationships/notesMaster" Target="/ppt/notesMasters/notesMaster1.xml" Id="R9409705e82d447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e68b27583f4feb" /><Relationship Type="http://schemas.openxmlformats.org/officeDocument/2006/relationships/notesMaster" Target="/ppt/notesMasters/notesMaster1.xml" Id="R2cd9d5809fdc42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a9382808f3403c" /><Relationship Type="http://schemas.openxmlformats.org/officeDocument/2006/relationships/notesMaster" Target="/ppt/notesMasters/notesMaster1.xml" Id="R85dd1f4e7a5249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83208aff404c70" /><Relationship Type="http://schemas.openxmlformats.org/officeDocument/2006/relationships/notesMaster" Target="/ppt/notesMasters/notesMaster1.xml" Id="Re68e4f600c1742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c88fbdf271481f" /><Relationship Type="http://schemas.openxmlformats.org/officeDocument/2006/relationships/notesMaster" Target="/ppt/notesMasters/notesMaster1.xml" Id="R18b8e32aa95c43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8c378ae0fc4a3f" /><Relationship Type="http://schemas.openxmlformats.org/officeDocument/2006/relationships/notesMaster" Target="/ppt/notesMasters/notesMaster1.xml" Id="Rb484cb12fc8b41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5066537aaf4aaf" /><Relationship Type="http://schemas.openxmlformats.org/officeDocument/2006/relationships/notesMaster" Target="/ppt/notesMasters/notesMaster1.xml" Id="R431b4539be9240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0b9191f08a48dd" /><Relationship Type="http://schemas.openxmlformats.org/officeDocument/2006/relationships/notesMaster" Target="/ppt/notesMasters/notesMaster1.xml" Id="R72197cb513e842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fbe56af3f645e2" /><Relationship Type="http://schemas.openxmlformats.org/officeDocument/2006/relationships/notesMaster" Target="/ppt/notesMasters/notesMaster1.xml" Id="R08010f16765b4e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084accdb144b71" /><Relationship Type="http://schemas.openxmlformats.org/officeDocument/2006/relationships/notesMaster" Target="/ppt/notesMasters/notesMaster1.xml" Id="Ra755ccbddbda4a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594ad879ad424a" /><Relationship Type="http://schemas.openxmlformats.org/officeDocument/2006/relationships/notesMaster" Target="/ppt/notesMasters/notesMaster1.xml" Id="R747d8983037148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e28ce7d57a4a85" /><Relationship Type="http://schemas.openxmlformats.org/officeDocument/2006/relationships/notesMaster" Target="/ppt/notesMasters/notesMaster1.xml" Id="R90cba50b0e5b44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261f1ddfa640fb" /><Relationship Type="http://schemas.openxmlformats.org/officeDocument/2006/relationships/notesMaster" Target="/ppt/notesMasters/notesMaster1.xml" Id="R3b14bdd23d6b4a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23782594ae498e" /><Relationship Type="http://schemas.openxmlformats.org/officeDocument/2006/relationships/notesMaster" Target="/ppt/notesMasters/notesMaster1.xml" Id="R378bb61708b64e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4f7a2775174720" /><Relationship Type="http://schemas.openxmlformats.org/officeDocument/2006/relationships/notesMaster" Target="/ppt/notesMasters/notesMaster1.xml" Id="Ra8746fb09cfb4d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5d810442004a1b" /><Relationship Type="http://schemas.openxmlformats.org/officeDocument/2006/relationships/notesMaster" Target="/ppt/notesMasters/notesMaster1.xml" Id="R3213584f60e741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bce5ef87124788" /><Relationship Type="http://schemas.openxmlformats.org/officeDocument/2006/relationships/notesMaster" Target="/ppt/notesMasters/notesMaster1.xml" Id="Ra1caa4098afb44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9eaeae2e194b73" /><Relationship Type="http://schemas.openxmlformats.org/officeDocument/2006/relationships/notesMaster" Target="/ppt/notesMasters/notesMaster1.xml" Id="R765a357e5acf42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cbe4b097bf412b" /><Relationship Type="http://schemas.openxmlformats.org/officeDocument/2006/relationships/notesMaster" Target="/ppt/notesMasters/notesMaster1.xml" Id="R628ba3c0b4fb4b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27ec9ecae74e6c" /><Relationship Type="http://schemas.openxmlformats.org/officeDocument/2006/relationships/notesMaster" Target="/ppt/notesMasters/notesMaster1.xml" Id="Rf762d4eaa1c746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or artery? Stop when the findings do not fit. First, Palpation: Soft, compressible, nonpulsatile; Pulsation or firm recoil: do not cannulate Next, Location: Often superficial and visible or palpable; Often deeper and protected; confirm anatomy before proceeding Next, Blood return: Usually darker and lower pressure; Bright or pulsatile return is an emergency cue—stop and escalate Next, When uncertain: Reassess the site and therapy; Do not rely on color alone; obtain qualified assistance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Phlebotomy Skills and Practicum Review, pages 7-8. Blood color can be altered by oxygenation and clinical conditions; palpation, anatomy, patient assessment, and facility escalation policy take priority.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Sharps safety is part of every IV start. First, Place an approved, closable, puncture-resistant sharps container within easy reach before beginning. Next, Never bend, break, remove, or recap the introducer needle. Next, Activate the engineered safety feature immediately after withdrawal and visually confirm activation when the device permits. Next, Dispose of the sharp at once; never carry it, hand it to another person, or force it into an overfilled container. Next, If an injury occurs, stop safely and follow the facility exposure-control plan without delay.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sources: Phlebotomy Skills and Practicum Review, pages 5-6 and 12; 30 Hour IV Certification Study Guide, revised March 2013, pages 9-11. Content is adapted to current OSHA requirements, the device instructions for use,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Occupational exposure: immediate response. First, Needlestick or cut: Wash with soap and water; do not scrub aggressively or squeeze the wound Next, Eye or mucous-membrane splash: Flush promptly with water or the designated eyewash Next, Nonintact-skin contact: Wash the area promptly and remove contaminated clothing as directed Next, Every exposure: Report immediately, identify the source process when permitted, and obtain confidential medical evaluation and follow-up Next, Do not delay reporting while deciding whether the exposure seems serious. Follow the employer's written exposure-control plan and current post-exposure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Do not delay reporting while deciding whether the exposure seems serious. Follow the employer's written exposure-control plan and current post-exposure protocol. Additional sources: Phlebotomy Skills and Practicum Review, pages 5-6; 30 Hour IV Certification Study Guide, revised March 2013, pages 9-11. No historical transmission statistics or obsolete cleanup directions were imported.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2928de1cf142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c8881dacf049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8e6e0795754a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21a0640b60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9e275dcc7043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f6f5993c8142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AE6123-FA20-46B6-B014-E5BFFFF01D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C1ABF0-0D1D-4126-9505-2A12FB4800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A9DD1C-7C63-4C5A-AB46-5FE30144D6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069212-3AC6-4533-9128-47C9EB833C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70DF2B-0429-4FCB-9DEA-6F409A7FC9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1F9F2B-F25A-4D80-9FFB-504E7BA928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05BC6F-CBED-4196-A416-E0C030A540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0A2156-8BAD-4511-A85F-137BB35F07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E760AC-0B2C-4840-895C-5FE39FA694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7B725D-11C6-4D7B-8756-9C66AE4D29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a2596e83f44d9" /><Relationship Type="http://schemas.openxmlformats.org/officeDocument/2006/relationships/slideLayout" Target="/ppt/slideLayouts/slideLayout1.xml" Id="R5f89a75f8a7e43bd" /><Relationship Type="http://schemas.openxmlformats.org/officeDocument/2006/relationships/slideLayout" Target="/ppt/slideLayouts/slideLayout2.xml" Id="Rf43c058fde0f411a" /><Relationship Type="http://schemas.openxmlformats.org/officeDocument/2006/relationships/slideLayout" Target="/ppt/slideLayouts/slideLayout3.xml" Id="R4cf2d07236504170" /><Relationship Type="http://schemas.openxmlformats.org/officeDocument/2006/relationships/slideLayout" Target="/ppt/slideLayouts/slideLayout4.xml" Id="R01f2a167565a4a15" /><Relationship Type="http://schemas.openxmlformats.org/officeDocument/2006/relationships/slideLayout" Target="/ppt/slideLayouts/slideLayout5.xml" Id="R65844cb63537425e" /><Relationship Type="http://schemas.openxmlformats.org/officeDocument/2006/relationships/slideLayout" Target="/ppt/slideLayouts/slideLayout6.xml" Id="Rb75430c1209b4e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89a75f8a7e43bd"/>
    <p:sldLayoutId xmlns:r="http://schemas.openxmlformats.org/officeDocument/2006/relationships" id="2147483650" r:id="Rf43c058fde0f411a"/>
    <p:sldLayoutId xmlns:r="http://schemas.openxmlformats.org/officeDocument/2006/relationships" id="2147483651" r:id="R4cf2d07236504170"/>
    <p:sldLayoutId xmlns:r="http://schemas.openxmlformats.org/officeDocument/2006/relationships" id="2147483652" r:id="R01f2a167565a4a15"/>
    <p:sldLayoutId xmlns:r="http://schemas.openxmlformats.org/officeDocument/2006/relationships" id="2147483653" r:id="R65844cb63537425e"/>
    <p:sldLayoutId xmlns:r="http://schemas.openxmlformats.org/officeDocument/2006/relationships" id="2147483654" r:id="Rb75430c1209b4e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e678e142a64c60" /><Relationship Type="http://schemas.openxmlformats.org/officeDocument/2006/relationships/image" Target="/ppt/media/image.jpeg" Id="Rb018f911df7c4a20" /><Relationship Type="http://schemas.openxmlformats.org/officeDocument/2006/relationships/notesSlide" Target="/ppt/notesSlides/notesSlide1.xml" Id="R91ca9f39bb4e48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2ff49ec2e3494b" /><Relationship Type="http://schemas.openxmlformats.org/officeDocument/2006/relationships/notesSlide" Target="/ppt/notesSlides/notesSlide2.xml" Id="Rccff4ca6676740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4d3f8d0a844997" /><Relationship Type="http://schemas.openxmlformats.org/officeDocument/2006/relationships/notesSlide" Target="/ppt/notesSlides/notesSlide3.xml" Id="Rb300b79d65b744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ac0712d6f8412a" /><Relationship Type="http://schemas.openxmlformats.org/officeDocument/2006/relationships/notesSlide" Target="/ppt/notesSlides/notesSlide4.xml" Id="R3ae23031b5034c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9817de19554fa4" /><Relationship Type="http://schemas.openxmlformats.org/officeDocument/2006/relationships/notesSlide" Target="/ppt/notesSlides/notesSlide5.xml" Id="R8a57cb54745a45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367c71d7074dbe" /><Relationship Type="http://schemas.openxmlformats.org/officeDocument/2006/relationships/notesSlide" Target="/ppt/notesSlides/notesSlide6.xml" Id="R6cdc946cd0db4e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c8e35e11024b62" /><Relationship Type="http://schemas.openxmlformats.org/officeDocument/2006/relationships/notesSlide" Target="/ppt/notesSlides/notesSlide7.xml" Id="Rcb53871bf1d847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322d459edf4200" /><Relationship Type="http://schemas.openxmlformats.org/officeDocument/2006/relationships/notesSlide" Target="/ppt/notesSlides/notesSlide8.xml" Id="R8fc94b95e95844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2e7ceb66b740a0" /><Relationship Type="http://schemas.openxmlformats.org/officeDocument/2006/relationships/notesSlide" Target="/ppt/notesSlides/notesSlide9.xml" Id="R2f6a78e544964e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55bdfe538c474b" /><Relationship Type="http://schemas.openxmlformats.org/officeDocument/2006/relationships/notesSlide" Target="/ppt/notesSlides/notesSlide10.xml" Id="R3f21f70cc73843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d7accca97547c8" /><Relationship Type="http://schemas.openxmlformats.org/officeDocument/2006/relationships/notesSlide" Target="/ppt/notesSlides/notesSlide11.xml" Id="Rfe2e601223f44a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b80ee011f4683" /><Relationship Type="http://schemas.openxmlformats.org/officeDocument/2006/relationships/notesSlide" Target="/ppt/notesSlides/notesSlide12.xml" Id="R7e030d9a03764f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c990a5c2d3f4316" /><Relationship Type="http://schemas.openxmlformats.org/officeDocument/2006/relationships/notesSlide" Target="/ppt/notesSlides/notesSlide13.xml" Id="Rf291096cb4ea4a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22ddeb357a4fea" /><Relationship Type="http://schemas.openxmlformats.org/officeDocument/2006/relationships/notesSlide" Target="/ppt/notesSlides/notesSlide14.xml" Id="R32901a6dd5a243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90c00d9e26492f" /><Relationship Type="http://schemas.openxmlformats.org/officeDocument/2006/relationships/notesSlide" Target="/ppt/notesSlides/notesSlide15.xml" Id="R5af51c80e2c84d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e132c2c6d9147bd" /><Relationship Type="http://schemas.openxmlformats.org/officeDocument/2006/relationships/notesSlide" Target="/ppt/notesSlides/notesSlide16.xml" Id="R6875fe3d29d449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c84a79edff046ca" /><Relationship Type="http://schemas.openxmlformats.org/officeDocument/2006/relationships/notesSlide" Target="/ppt/notesSlides/notesSlide17.xml" Id="Rc230e5e028a244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8dd24a3b4c4034" /><Relationship Type="http://schemas.openxmlformats.org/officeDocument/2006/relationships/notesSlide" Target="/ppt/notesSlides/notesSlide18.xml" Id="Rdda47c537ffb40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307f7e4b98b4fa6" /><Relationship Type="http://schemas.openxmlformats.org/officeDocument/2006/relationships/notesSlide" Target="/ppt/notesSlides/notesSlide19.xml" Id="Rd13ba637dc204f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cc419f1c4de43ae" /><Relationship Type="http://schemas.openxmlformats.org/officeDocument/2006/relationships/notesSlide" Target="/ppt/notesSlides/notesSlide20.xml" Id="R9c8e7d3ef6cd42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8c02af801224d63" /><Relationship Type="http://schemas.openxmlformats.org/officeDocument/2006/relationships/notesSlide" Target="/ppt/notesSlides/notesSlide21.xml" Id="R3afae5e6ae504d9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432889612c34b5d" /><Relationship Type="http://schemas.openxmlformats.org/officeDocument/2006/relationships/notesSlide" Target="/ppt/notesSlides/notesSlide22.xml" Id="Rf3253299e2e54dce"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B829B34-F3D4-419E-A34F-D1252040F1F0}"/>
              </a:ext>
            </a:extLst>
          </p:cNvPr>
          <p:cNvPicPr>
            <a:picLocks xmlns:a="http://schemas.openxmlformats.org/drawingml/2006/main" noChangeAspect="1"/>
          </p:cNvPicPr>
          <p:nvPr/>
        </p:nvPicPr>
        <p:blipFill>
          <a:blip xmlns:r="http://schemas.openxmlformats.org/officeDocument/2006/relationships" xmlns:a="http://schemas.openxmlformats.org/drawingml/2006/main" r:embed="Rb018f911df7c4a20"/>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481CE4-145E-4000-B44B-6F3AC71FF49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702525D-C64C-4D50-B7F6-D374044144D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3855BA57-1165-48D3-86D7-EE054A4978E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A48A8E5-D0DB-4F14-9DC2-DCDDF89D5452}"/>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1AADBB85-B8AA-4747-B665-52BBDE02BE8D}"/>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AE4CD1D3-24CB-47B9-BFC9-ED6F2E3F22D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3327363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AD802D-0FF4-4EE8-B0E6-FDA9BEA7EC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4E093A-7444-421E-8549-3EF7BA64BDD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4093FF4A-7E04-4075-97D3-28DBEA4E1C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7BB0608-EB19-4E07-BF7B-19EC63A550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B274207-5F5D-4982-849F-1F39AEAF0567}"/>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52938736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62EC61-E756-4D2D-BB7F-E2961A4355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B46B83-6923-4DB3-96EE-E5A2323B45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F62E1DF6-896A-4A71-8ADA-C8D54DD2E4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C179115-0423-40EA-8AD8-E617E08A4D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5494934-0D76-4B38-965C-0627A11B23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758AAF78-CB37-4BE2-B56A-B061B3C9F3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1832697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020B12-A68D-4847-B452-292E1F754D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657195-A895-45E3-A7AF-799EA4E08C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5DC02336-E45A-4808-8B35-000F6A2D06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7FB369C-4302-4443-9154-D7D6ADB750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5D38EE17-4378-4820-A1C0-CD244A5098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CC034B5F-CE72-43E5-AA6B-04E86277CC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473407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555BDB-BC05-4DD5-94FE-16D74DC46A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667BD7-22E4-4BDE-915C-5691781596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FAFD06BD-CEB5-416D-8DA2-7537FDD4E4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97C1B34-76B0-4A26-BBAC-2808BB444F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0E6A84C-3F9A-42B6-A271-9965E188AB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246827A4-095E-44C9-A2AA-3AEA0349DB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4364711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C95FDA-50C3-433B-A129-CB38B8AF7F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64182F-64BC-4E66-BE12-CB70753629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E906FF9F-785B-48AB-AC1D-D4C2CFC54E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DC37437-D652-43B0-BF5F-882E227E53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0568793-8080-462D-B61B-DBAD5CD017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FDE3BD07-83B3-4E8F-AEBE-7026281D72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4299319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6C3DC7-E745-421A-9589-E23FDCBF46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9D46F8-7AA8-4A1F-AF4B-03B075E99A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DF1B3DA4-0739-47DF-AFD1-B5281F55AE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F1E4473-6DC9-436D-A720-65C2C98D28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E8B95DB-5C92-46D5-9144-52B74CF5BF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C97A4EF6-3760-4941-9871-F5576973C7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308176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D11D6D4-6F72-4244-BB99-9C44A2C99A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C74D91-CD4F-4D4C-B346-493F445E47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3" name="">
            <a:extLst xmlns:a="http://schemas.openxmlformats.org/drawingml/2006/main">
              <a:ext uri="{FF2B5EF4-FFF2-40B4-BE49-F238E27FC236}">
                <a16:creationId xmlns:a16="http://schemas.microsoft.com/office/drawing/2014/main" id="{04E291AF-8B4D-4260-9B7F-D521D8198E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D4AB7F8-2925-4BCF-BE06-50B27E12FA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78827B4C-882E-473E-94DC-66641CC2E667}"/>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9620E98-D2C7-471B-B885-25F0AA04623A}"/>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7" name="">
            <a:extLst xmlns:a="http://schemas.openxmlformats.org/drawingml/2006/main">
              <a:ext uri="{FF2B5EF4-FFF2-40B4-BE49-F238E27FC236}">
                <a16:creationId xmlns:a16="http://schemas.microsoft.com/office/drawing/2014/main" id="{E2AC9281-DE04-4DE6-B322-28455EAECFAB}"/>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8228DB7-345C-4A73-8D98-8BD5A961CCCC}"/>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9" name="">
            <a:extLst xmlns:a="http://schemas.openxmlformats.org/drawingml/2006/main">
              <a:ext uri="{FF2B5EF4-FFF2-40B4-BE49-F238E27FC236}">
                <a16:creationId xmlns:a16="http://schemas.microsoft.com/office/drawing/2014/main" id="{8D083FB0-2A3C-459C-8E1A-A81388CFE965}"/>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4823501-A827-4567-9514-FD51B6339D37}"/>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F552714B-25E4-4683-A3A9-D6731C82A12A}"/>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4F6A1B7-0D33-4E43-B478-4080095764E5}"/>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3" name="">
            <a:extLst xmlns:a="http://schemas.openxmlformats.org/drawingml/2006/main">
              <a:ext uri="{FF2B5EF4-FFF2-40B4-BE49-F238E27FC236}">
                <a16:creationId xmlns:a16="http://schemas.microsoft.com/office/drawing/2014/main" id="{EFB741D8-A792-46B2-83F1-EE5F592213AD}"/>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6F8ABEE-4611-4CFA-9BBB-79EDEC340B30}"/>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5" name="">
            <a:extLst xmlns:a="http://schemas.openxmlformats.org/drawingml/2006/main">
              <a:ext uri="{FF2B5EF4-FFF2-40B4-BE49-F238E27FC236}">
                <a16:creationId xmlns:a16="http://schemas.microsoft.com/office/drawing/2014/main" id="{EFCFFB55-E3C5-404E-91A4-F410E7D3CB8A}"/>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CB25307-108F-4A36-9B23-55FA9F455744}"/>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7" name="">
            <a:extLst xmlns:a="http://schemas.openxmlformats.org/drawingml/2006/main">
              <a:ext uri="{FF2B5EF4-FFF2-40B4-BE49-F238E27FC236}">
                <a16:creationId xmlns:a16="http://schemas.microsoft.com/office/drawing/2014/main" id="{D4BCB46C-0AC1-402C-AD84-C3C8F5B160B6}"/>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57941D4-7550-44DF-A61D-FE514D35E6EB}"/>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19" name="">
            <a:extLst xmlns:a="http://schemas.openxmlformats.org/drawingml/2006/main">
              <a:ext uri="{FF2B5EF4-FFF2-40B4-BE49-F238E27FC236}">
                <a16:creationId xmlns:a16="http://schemas.microsoft.com/office/drawing/2014/main" id="{FA7E4C54-C029-47F0-9CC9-2DB570A9FE3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0D52499-4F67-4325-BC28-C7BB6D0CE1E9}"/>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1" name="">
            <a:extLst xmlns:a="http://schemas.openxmlformats.org/drawingml/2006/main">
              <a:ext uri="{FF2B5EF4-FFF2-40B4-BE49-F238E27FC236}">
                <a16:creationId xmlns:a16="http://schemas.microsoft.com/office/drawing/2014/main" id="{5DF7D742-8E9F-4266-A20A-AF294EDBB787}"/>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DABEC4B-AE13-4383-82AD-707AB0EEAE07}"/>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3" name="">
            <a:extLst xmlns:a="http://schemas.openxmlformats.org/drawingml/2006/main">
              <a:ext uri="{FF2B5EF4-FFF2-40B4-BE49-F238E27FC236}">
                <a16:creationId xmlns:a16="http://schemas.microsoft.com/office/drawing/2014/main" id="{B700E4BC-5666-41F7-85BB-B2A9A4E88BD2}"/>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6AED699-7456-4A93-B21B-92A98C285ED9}"/>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5" name="">
            <a:extLst xmlns:a="http://schemas.openxmlformats.org/drawingml/2006/main">
              <a:ext uri="{FF2B5EF4-FFF2-40B4-BE49-F238E27FC236}">
                <a16:creationId xmlns:a16="http://schemas.microsoft.com/office/drawing/2014/main" id="{9DC9A37D-5666-4DA4-940B-00AA24BC447D}"/>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50A4444-3E24-4FC6-A2F8-B060D5D83FED}"/>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7" name="">
            <a:extLst xmlns:a="http://schemas.openxmlformats.org/drawingml/2006/main">
              <a:ext uri="{FF2B5EF4-FFF2-40B4-BE49-F238E27FC236}">
                <a16:creationId xmlns:a16="http://schemas.microsoft.com/office/drawing/2014/main" id="{9E9C4264-034E-4D9A-982F-EF8E34DFC669}"/>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25AD7A6-0944-4AD5-98CE-E0BECAC048EF}"/>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64172758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37321C-2219-452C-ADAD-B77F51FE3C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5E6D80-B3D1-45D6-88BE-3ADB0EF544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or artery? Stop when the findings do not fit</a:t>
            </a:r>
          </a:p>
        </p:txBody>
      </p:sp>
      <p:sp>
        <p:nvSpPr>
          <p:cNvPr id="3" name="">
            <a:extLst xmlns:a="http://schemas.openxmlformats.org/drawingml/2006/main">
              <a:ext uri="{FF2B5EF4-FFF2-40B4-BE49-F238E27FC236}">
                <a16:creationId xmlns:a16="http://schemas.microsoft.com/office/drawing/2014/main" id="{992D96F2-FDD9-4210-AB8A-5665387630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41DBDD9-AADA-459D-850B-13AD450FAC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BE6198A9-849B-440E-A9E5-4F03150F54C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A119E35-4B8E-487D-A289-D21932695C7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cue</a:t>
            </a:r>
          </a:p>
        </p:txBody>
      </p:sp>
      <p:sp>
        <p:nvSpPr>
          <p:cNvPr id="7" name="">
            <a:extLst xmlns:a="http://schemas.openxmlformats.org/drawingml/2006/main">
              <a:ext uri="{FF2B5EF4-FFF2-40B4-BE49-F238E27FC236}">
                <a16:creationId xmlns:a16="http://schemas.microsoft.com/office/drawing/2014/main" id="{F6AFB99A-035E-455D-A568-064C6497FABC}"/>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AF307B1-1DBC-45F9-B018-33E977716BC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vein</a:t>
            </a:r>
          </a:p>
        </p:txBody>
      </p:sp>
      <p:sp>
        <p:nvSpPr>
          <p:cNvPr id="9" name="">
            <a:extLst xmlns:a="http://schemas.openxmlformats.org/drawingml/2006/main">
              <a:ext uri="{FF2B5EF4-FFF2-40B4-BE49-F238E27FC236}">
                <a16:creationId xmlns:a16="http://schemas.microsoft.com/office/drawing/2014/main" id="{8EB945EC-A048-4B37-82C7-97170917F6D0}"/>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492E7AA-A0C4-4329-A74C-C854003FB4F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artery / safety response</a:t>
            </a:r>
          </a:p>
        </p:txBody>
      </p:sp>
      <p:sp>
        <p:nvSpPr>
          <p:cNvPr id="11" name="">
            <a:extLst xmlns:a="http://schemas.openxmlformats.org/drawingml/2006/main">
              <a:ext uri="{FF2B5EF4-FFF2-40B4-BE49-F238E27FC236}">
                <a16:creationId xmlns:a16="http://schemas.microsoft.com/office/drawing/2014/main" id="{53573B1D-AEA9-43C0-9BE7-1A8013066C97}"/>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B05D5C4-6A07-4C18-A67E-6558597BE098}"/>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Palpation</a:t>
            </a:r>
          </a:p>
        </p:txBody>
      </p:sp>
      <p:sp>
        <p:nvSpPr>
          <p:cNvPr id="13" name="">
            <a:extLst xmlns:a="http://schemas.openxmlformats.org/drawingml/2006/main">
              <a:ext uri="{FF2B5EF4-FFF2-40B4-BE49-F238E27FC236}">
                <a16:creationId xmlns:a16="http://schemas.microsoft.com/office/drawing/2014/main" id="{38F39F9A-4149-4C5E-A1BC-32B65029BAD1}"/>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4ECF045-919F-465E-BBBB-D57BC4BF48EE}"/>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Soft, compressible, nonpulsatile</a:t>
            </a:r>
          </a:p>
        </p:txBody>
      </p:sp>
      <p:sp>
        <p:nvSpPr>
          <p:cNvPr id="15" name="">
            <a:extLst xmlns:a="http://schemas.openxmlformats.org/drawingml/2006/main">
              <a:ext uri="{FF2B5EF4-FFF2-40B4-BE49-F238E27FC236}">
                <a16:creationId xmlns:a16="http://schemas.microsoft.com/office/drawing/2014/main" id="{92220041-C67D-460E-826B-95E4D46BDC6B}"/>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7841123-D39E-4680-BEF6-59D1CF7E25C2}"/>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firm recoil: do not cannulate</a:t>
            </a:r>
          </a:p>
        </p:txBody>
      </p:sp>
      <p:sp>
        <p:nvSpPr>
          <p:cNvPr id="17" name="">
            <a:extLst xmlns:a="http://schemas.openxmlformats.org/drawingml/2006/main">
              <a:ext uri="{FF2B5EF4-FFF2-40B4-BE49-F238E27FC236}">
                <a16:creationId xmlns:a16="http://schemas.microsoft.com/office/drawing/2014/main" id="{F84056BE-1F78-4088-83D2-3D156B9EE95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9B179ED-FBE7-4994-BE9E-A0C5D0C0D37A}"/>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Location</a:t>
            </a:r>
          </a:p>
        </p:txBody>
      </p:sp>
      <p:sp>
        <p:nvSpPr>
          <p:cNvPr id="19" name="">
            <a:extLst xmlns:a="http://schemas.openxmlformats.org/drawingml/2006/main">
              <a:ext uri="{FF2B5EF4-FFF2-40B4-BE49-F238E27FC236}">
                <a16:creationId xmlns:a16="http://schemas.microsoft.com/office/drawing/2014/main" id="{4DBCCD94-E664-4459-A83D-E5230C2D0DB7}"/>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9188005-9330-4897-A1DA-A7AE9CEFE1CD}"/>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superficial and visible or palpable</a:t>
            </a:r>
          </a:p>
        </p:txBody>
      </p:sp>
      <p:sp>
        <p:nvSpPr>
          <p:cNvPr id="21" name="">
            <a:extLst xmlns:a="http://schemas.openxmlformats.org/drawingml/2006/main">
              <a:ext uri="{FF2B5EF4-FFF2-40B4-BE49-F238E27FC236}">
                <a16:creationId xmlns:a16="http://schemas.microsoft.com/office/drawing/2014/main" id="{22F402FF-2455-4DCD-9919-E54A8AA162DA}"/>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85A0D82-14B5-4479-825F-B2CF13CCAA9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deeper and protected; confirm anatomy before proceeding</a:t>
            </a:r>
          </a:p>
        </p:txBody>
      </p:sp>
      <p:sp>
        <p:nvSpPr>
          <p:cNvPr id="23" name="">
            <a:extLst xmlns:a="http://schemas.openxmlformats.org/drawingml/2006/main">
              <a:ext uri="{FF2B5EF4-FFF2-40B4-BE49-F238E27FC236}">
                <a16:creationId xmlns:a16="http://schemas.microsoft.com/office/drawing/2014/main" id="{A93DC243-D087-4930-B09C-3A5FFD4A764B}"/>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4A087A4-8F15-4863-A668-2504925A5633}"/>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a:t>
            </a:r>
          </a:p>
        </p:txBody>
      </p:sp>
      <p:sp>
        <p:nvSpPr>
          <p:cNvPr id="25" name="">
            <a:extLst xmlns:a="http://schemas.openxmlformats.org/drawingml/2006/main">
              <a:ext uri="{FF2B5EF4-FFF2-40B4-BE49-F238E27FC236}">
                <a16:creationId xmlns:a16="http://schemas.microsoft.com/office/drawing/2014/main" id="{46C86A7A-D786-412B-9417-323B4A649A94}"/>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8A44F8E-5702-455D-8C88-E7F3223BFE1D}"/>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darker and lower pressure</a:t>
            </a:r>
          </a:p>
        </p:txBody>
      </p:sp>
      <p:sp>
        <p:nvSpPr>
          <p:cNvPr id="27" name="">
            <a:extLst xmlns:a="http://schemas.openxmlformats.org/drawingml/2006/main">
              <a:ext uri="{FF2B5EF4-FFF2-40B4-BE49-F238E27FC236}">
                <a16:creationId xmlns:a16="http://schemas.microsoft.com/office/drawing/2014/main" id="{397144F7-7355-4087-A517-55137BDEA8B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58DB68D-3A74-48A3-9A1C-D6B2C04A2FF7}"/>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Bright or pulsatile return is an emergency cue—stop and escalate</a:t>
            </a:r>
          </a:p>
        </p:txBody>
      </p:sp>
      <p:sp>
        <p:nvSpPr>
          <p:cNvPr id="29" name="">
            <a:extLst xmlns:a="http://schemas.openxmlformats.org/drawingml/2006/main">
              <a:ext uri="{FF2B5EF4-FFF2-40B4-BE49-F238E27FC236}">
                <a16:creationId xmlns:a16="http://schemas.microsoft.com/office/drawing/2014/main" id="{8A2478FB-9F50-4D8D-BD1B-74DC58C9867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BBC8044-F412-41ED-B13F-2307E2BE84D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When uncertain</a:t>
            </a:r>
          </a:p>
        </p:txBody>
      </p:sp>
      <p:sp>
        <p:nvSpPr>
          <p:cNvPr id="31" name="">
            <a:extLst xmlns:a="http://schemas.openxmlformats.org/drawingml/2006/main">
              <a:ext uri="{FF2B5EF4-FFF2-40B4-BE49-F238E27FC236}">
                <a16:creationId xmlns:a16="http://schemas.microsoft.com/office/drawing/2014/main" id="{3072DFEC-8D1F-45A0-8AB1-75A29EA17673}"/>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E70681C1-E7F0-4BE8-ACCC-88E27693B5BA}"/>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the site and therapy</a:t>
            </a:r>
          </a:p>
        </p:txBody>
      </p:sp>
      <p:sp>
        <p:nvSpPr>
          <p:cNvPr id="33" name="">
            <a:extLst xmlns:a="http://schemas.openxmlformats.org/drawingml/2006/main">
              <a:ext uri="{FF2B5EF4-FFF2-40B4-BE49-F238E27FC236}">
                <a16:creationId xmlns:a16="http://schemas.microsoft.com/office/drawing/2014/main" id="{2DA43CDD-C3DD-4382-8E6E-B2D6F69349D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839A44F-0E00-488D-82E8-E0430D5871B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rely on color alone; obtain qualified assistance</a:t>
            </a:r>
          </a:p>
        </p:txBody>
      </p:sp>
    </p:spTree>
    <p:extLst>
      <p:ext uri="{BB962C8B-B14F-4D97-AF65-F5344CB8AC3E}">
        <p14:creationId xmlns:p14="http://schemas.microsoft.com/office/powerpoint/2010/main" val="116384298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BF9C3C-3362-41DF-92F1-831BDEC4AC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E2E07F-151A-4219-964C-95B1321C99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3" name="">
            <a:extLst xmlns:a="http://schemas.openxmlformats.org/drawingml/2006/main">
              <a:ext uri="{FF2B5EF4-FFF2-40B4-BE49-F238E27FC236}">
                <a16:creationId xmlns:a16="http://schemas.microsoft.com/office/drawing/2014/main" id="{33DB77E4-D5F1-436A-A54F-7203C4A941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0982182-9785-477D-B14E-A93FC5321E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3211AAA-F59D-48B4-A62A-633B5B6F3A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6" name="">
            <a:extLst xmlns:a="http://schemas.openxmlformats.org/drawingml/2006/main">
              <a:ext uri="{FF2B5EF4-FFF2-40B4-BE49-F238E27FC236}">
                <a16:creationId xmlns:a16="http://schemas.microsoft.com/office/drawing/2014/main" id="{C9CBF285-327B-4984-BA14-B3062ED634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5530998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778E57-DAE1-4386-AC2B-881B206854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24748C-45B3-4B45-B27F-B06869FDD3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3" name="">
            <a:extLst xmlns:a="http://schemas.openxmlformats.org/drawingml/2006/main">
              <a:ext uri="{FF2B5EF4-FFF2-40B4-BE49-F238E27FC236}">
                <a16:creationId xmlns:a16="http://schemas.microsoft.com/office/drawing/2014/main" id="{A89E2EA8-5E7D-4DBC-AE51-828718EBBD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219E7EA-513A-4CA7-8991-8467B07368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5EAF469-79BE-433A-A1B1-7E0B553433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6" name="">
            <a:extLst xmlns:a="http://schemas.openxmlformats.org/drawingml/2006/main">
              <a:ext uri="{FF2B5EF4-FFF2-40B4-BE49-F238E27FC236}">
                <a16:creationId xmlns:a16="http://schemas.microsoft.com/office/drawing/2014/main" id="{BE4E6003-114F-4A1B-8EB3-E14F2AF2F5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7982761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D2D4DD7-FCF9-49A2-AE97-849BFF7625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7E314D-B47D-4674-9946-D2568A1FF2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013467B2-9624-4F38-AF27-707D92BBF3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D79E480-8C21-48B5-8DC2-11E659DD04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EE197E5-CA10-4EC1-9652-4ACE563209F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7A6878B-79AB-4AAF-9384-A298809963F6}"/>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3411EF19-E43D-41D0-805F-35DD8C923A8F}"/>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60D6694-5D4D-4908-AD0A-028130A365B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F6370638-C183-40F6-9624-83B9DAF7E522}"/>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1D1048F-B5DC-44BE-BF75-DF1DBA6BC84E}"/>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85188C70-8744-4622-8918-492675288BF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F373C0B-03C7-4424-AA92-A1080CC40C7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E4B32CC0-7F01-4D92-9CA1-E0AD81E78F30}"/>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E53047E-0FC7-4AD0-8056-36E3793F10C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E8433268-4BC8-4DAB-8464-C4ED0DB5D06D}"/>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894DC58-F702-4A5D-A05C-102DEF5254E6}"/>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00398E62-C061-4BFD-9D74-5B9BC93F563C}"/>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4FC7DD0-4716-45B3-8A76-F958718A940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BC827F3E-C80E-4561-BCF0-3C59CA4802C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EE5246E-A651-4F90-9737-2CE962F732F0}"/>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0D334ED6-23DC-4ABE-9C06-D1A4BEAE3B00}"/>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FC4EE47-5C6B-43B4-B20E-2E91890975F4}"/>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E7857613-3811-46EE-8751-6F7D1B5C2CA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9390CC1-85B4-4C32-B08E-07B7FB055F4A}"/>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43082642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AA6FA0-3880-4ABB-AD85-B23E5CD6B14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74E226-EEB8-4F66-89E5-A71D5DFC0C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B3C03B02-697B-4624-867A-F069CF7E67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5CDB1FB-40FA-49BA-BF4F-8DCBCD08E8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C2CBDE8-DBB3-4CBA-9F07-833816AE4E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A9548AAB-3699-4210-B1B0-E103EE0049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8914791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7A3801-B845-4FCC-B2E2-E0E4705F92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0AA505-25E5-40EE-9281-A0DEA3983D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A42E3284-F00F-4A29-82E1-E18420ED7D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F5B2960-4DDD-4F4A-91F2-5815356109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C219C12-67B0-43CA-BE52-767B3487C2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9DCE8052-BE68-4ECB-9462-39CC176B10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437715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AE230B-5CF8-411E-83FB-2C11BFC684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4B6F56-BB72-4865-8637-3DBA2567D2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Sharps safety is part of every IV start</a:t>
            </a:r>
          </a:p>
        </p:txBody>
      </p:sp>
      <p:sp>
        <p:nvSpPr>
          <p:cNvPr id="3" name="">
            <a:extLst xmlns:a="http://schemas.openxmlformats.org/drawingml/2006/main">
              <a:ext uri="{FF2B5EF4-FFF2-40B4-BE49-F238E27FC236}">
                <a16:creationId xmlns:a16="http://schemas.microsoft.com/office/drawing/2014/main" id="{E91EE077-F573-4D53-8188-F0271BF060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11D9941-6CA4-4F54-8C3F-C854759BB4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1BF2F77D-4133-4B80-A139-4B63101EE2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an approved, closable, puncture-resistant sharps container within easy reach before beginning.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bend, break, remove, or recap the introducer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 the engineered safety feature immediately after withdrawal and visually confirm activation when the device permits.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Dispose of the sharp at once; never carry it, hand it to another person, or force it into an overfilled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an injury occurs, stop safely and follow the facility exposure-control plan without delay.</a:t>
            </a:r>
          </a:p>
        </p:txBody>
      </p:sp>
      <p:sp>
        <p:nvSpPr>
          <p:cNvPr id="6" name="">
            <a:extLst xmlns:a="http://schemas.openxmlformats.org/drawingml/2006/main">
              <a:ext uri="{FF2B5EF4-FFF2-40B4-BE49-F238E27FC236}">
                <a16:creationId xmlns:a16="http://schemas.microsoft.com/office/drawing/2014/main" id="{3F0E6E92-366E-428F-A74A-B24222BD54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2351029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160E7E0-DAEC-4AB1-BEBF-AB2875DCA2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A283E7-711E-4E8A-A266-5359073ECE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Occupational exposure: immediate response</a:t>
            </a:r>
          </a:p>
        </p:txBody>
      </p:sp>
      <p:sp>
        <p:nvSpPr>
          <p:cNvPr id="3" name="">
            <a:extLst xmlns:a="http://schemas.openxmlformats.org/drawingml/2006/main">
              <a:ext uri="{FF2B5EF4-FFF2-40B4-BE49-F238E27FC236}">
                <a16:creationId xmlns:a16="http://schemas.microsoft.com/office/drawing/2014/main" id="{DE8889A7-D982-4EED-9902-07625EA8C4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CDEBCCB-98E4-4643-B843-6EA0D2E1C2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737F3E21-FB5D-4DB0-9B06-4EFB02E7F27F}"/>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E1846B8-D621-44CF-8EEC-507EBB77005D}"/>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Exposure</a:t>
            </a:r>
          </a:p>
        </p:txBody>
      </p:sp>
      <p:sp>
        <p:nvSpPr>
          <p:cNvPr id="7" name="">
            <a:extLst xmlns:a="http://schemas.openxmlformats.org/drawingml/2006/main">
              <a:ext uri="{FF2B5EF4-FFF2-40B4-BE49-F238E27FC236}">
                <a16:creationId xmlns:a16="http://schemas.microsoft.com/office/drawing/2014/main" id="{BCB78C03-52E1-40DD-B25E-16ACFE44F0FF}"/>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50B7D0F-3D2C-4CD4-811E-053CE644CFE4}"/>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action</a:t>
            </a:r>
          </a:p>
        </p:txBody>
      </p:sp>
      <p:sp>
        <p:nvSpPr>
          <p:cNvPr id="9" name="">
            <a:extLst xmlns:a="http://schemas.openxmlformats.org/drawingml/2006/main">
              <a:ext uri="{FF2B5EF4-FFF2-40B4-BE49-F238E27FC236}">
                <a16:creationId xmlns:a16="http://schemas.microsoft.com/office/drawing/2014/main" id="{4CDC5903-9518-4ED8-BC2D-5B2F93C4C9F4}"/>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1C899FF-B920-45E3-85EA-1C8C1A3D6EE9}"/>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Needlestick or cut</a:t>
            </a:r>
          </a:p>
        </p:txBody>
      </p:sp>
      <p:sp>
        <p:nvSpPr>
          <p:cNvPr id="11" name="">
            <a:extLst xmlns:a="http://schemas.openxmlformats.org/drawingml/2006/main">
              <a:ext uri="{FF2B5EF4-FFF2-40B4-BE49-F238E27FC236}">
                <a16:creationId xmlns:a16="http://schemas.microsoft.com/office/drawing/2014/main" id="{8D434834-5043-4CF8-B4CA-A57F5C586D5F}"/>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63248BB-FA3F-41EA-A4DF-2B11B910E9B7}"/>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with soap and water; do not scrub aggressively or squeeze the wound</a:t>
            </a:r>
          </a:p>
        </p:txBody>
      </p:sp>
      <p:sp>
        <p:nvSpPr>
          <p:cNvPr id="13" name="">
            <a:extLst xmlns:a="http://schemas.openxmlformats.org/drawingml/2006/main">
              <a:ext uri="{FF2B5EF4-FFF2-40B4-BE49-F238E27FC236}">
                <a16:creationId xmlns:a16="http://schemas.microsoft.com/office/drawing/2014/main" id="{AFAE734E-57A8-4971-8556-2ADEFFFC0F24}"/>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77296A9-4C8B-4CA4-87CE-94BD47FBC38F}"/>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Eye or mucous-membrane splash</a:t>
            </a:r>
          </a:p>
        </p:txBody>
      </p:sp>
      <p:sp>
        <p:nvSpPr>
          <p:cNvPr id="15" name="">
            <a:extLst xmlns:a="http://schemas.openxmlformats.org/drawingml/2006/main">
              <a:ext uri="{FF2B5EF4-FFF2-40B4-BE49-F238E27FC236}">
                <a16:creationId xmlns:a16="http://schemas.microsoft.com/office/drawing/2014/main" id="{E8934987-CE53-42F3-B0FA-39F13DE19707}"/>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8DD55B7-1A35-4A57-A6AC-2E57C8A74C54}"/>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 promptly with water or the designated eyewash</a:t>
            </a:r>
          </a:p>
        </p:txBody>
      </p:sp>
      <p:sp>
        <p:nvSpPr>
          <p:cNvPr id="17" name="">
            <a:extLst xmlns:a="http://schemas.openxmlformats.org/drawingml/2006/main">
              <a:ext uri="{FF2B5EF4-FFF2-40B4-BE49-F238E27FC236}">
                <a16:creationId xmlns:a16="http://schemas.microsoft.com/office/drawing/2014/main" id="{A59B1E59-CAE6-437D-A2C9-BA3D87696C47}"/>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DEBF7AF-609B-48D8-BD97-1D4223F361B0}"/>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Nonintact-skin contact</a:t>
            </a:r>
          </a:p>
        </p:txBody>
      </p:sp>
      <p:sp>
        <p:nvSpPr>
          <p:cNvPr id="19" name="">
            <a:extLst xmlns:a="http://schemas.openxmlformats.org/drawingml/2006/main">
              <a:ext uri="{FF2B5EF4-FFF2-40B4-BE49-F238E27FC236}">
                <a16:creationId xmlns:a16="http://schemas.microsoft.com/office/drawing/2014/main" id="{E0410479-1898-4039-B3EA-2CA67CE1B50B}"/>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7AE864E-73B0-419B-B436-254574683E6D}"/>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the area promptly and remove contaminated clothing as directed</a:t>
            </a:r>
          </a:p>
        </p:txBody>
      </p:sp>
      <p:sp>
        <p:nvSpPr>
          <p:cNvPr id="21" name="">
            <a:extLst xmlns:a="http://schemas.openxmlformats.org/drawingml/2006/main">
              <a:ext uri="{FF2B5EF4-FFF2-40B4-BE49-F238E27FC236}">
                <a16:creationId xmlns:a16="http://schemas.microsoft.com/office/drawing/2014/main" id="{DC2189B1-9D8E-4B92-9785-7B4F29E862C4}"/>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49F0AB9-B385-4193-B49A-B656415BFE89}"/>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Every exposure</a:t>
            </a:r>
          </a:p>
        </p:txBody>
      </p:sp>
      <p:sp>
        <p:nvSpPr>
          <p:cNvPr id="23" name="">
            <a:extLst xmlns:a="http://schemas.openxmlformats.org/drawingml/2006/main">
              <a:ext uri="{FF2B5EF4-FFF2-40B4-BE49-F238E27FC236}">
                <a16:creationId xmlns:a16="http://schemas.microsoft.com/office/drawing/2014/main" id="{7DDDCA83-0E6F-4173-AB50-95A259DF8888}"/>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B2AF56C-584F-4F8A-87E2-56FF2AE8ACC6}"/>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immediately, identify the source process when permitted, and obtain confidential medical evaluation and follow-up</a:t>
            </a:r>
          </a:p>
        </p:txBody>
      </p:sp>
      <p:sp>
        <p:nvSpPr>
          <p:cNvPr id="25" name="">
            <a:extLst xmlns:a="http://schemas.openxmlformats.org/drawingml/2006/main">
              <a:ext uri="{FF2B5EF4-FFF2-40B4-BE49-F238E27FC236}">
                <a16:creationId xmlns:a16="http://schemas.microsoft.com/office/drawing/2014/main" id="{2661C62F-38AA-46A8-A06C-C269B6F982A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delay reporting while deciding whether the exposure seems serious. Follow the employer's written exposure-control plan and current post-exposure protocol.</a:t>
            </a:r>
          </a:p>
        </p:txBody>
      </p:sp>
    </p:spTree>
    <p:extLst>
      <p:ext uri="{BB962C8B-B14F-4D97-AF65-F5344CB8AC3E}">
        <p14:creationId xmlns:p14="http://schemas.microsoft.com/office/powerpoint/2010/main" val="1793536787"/>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F9E3F47-BC53-4D73-98A5-11979D82FF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8A60C6-BFCF-41A6-8D87-98AA1722DC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3" name="">
            <a:extLst xmlns:a="http://schemas.openxmlformats.org/drawingml/2006/main">
              <a:ext uri="{FF2B5EF4-FFF2-40B4-BE49-F238E27FC236}">
                <a16:creationId xmlns:a16="http://schemas.microsoft.com/office/drawing/2014/main" id="{98EB351B-8E60-45E2-9396-95D3C662BF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4ECBF28-A36F-4EB4-9B15-00D3E0001B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A753469B-15FF-466F-AF12-70948CD6364E}"/>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67646B2-7847-4906-86C4-58C6D7C7236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7" name="">
            <a:extLst xmlns:a="http://schemas.openxmlformats.org/drawingml/2006/main">
              <a:ext uri="{FF2B5EF4-FFF2-40B4-BE49-F238E27FC236}">
                <a16:creationId xmlns:a16="http://schemas.microsoft.com/office/drawing/2014/main" id="{2662D8E4-9DE7-4AEB-9C94-CDDC94C3A56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FECA1F8-F82D-4037-9733-99F8D70518D0}"/>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9" name="">
            <a:extLst xmlns:a="http://schemas.openxmlformats.org/drawingml/2006/main">
              <a:ext uri="{FF2B5EF4-FFF2-40B4-BE49-F238E27FC236}">
                <a16:creationId xmlns:a16="http://schemas.microsoft.com/office/drawing/2014/main" id="{3B0E6A2A-5F1A-45F6-8B6D-52569482840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AA691D1-C166-485E-93C1-F11DC6934AC2}"/>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1" name="">
            <a:extLst xmlns:a="http://schemas.openxmlformats.org/drawingml/2006/main">
              <a:ext uri="{FF2B5EF4-FFF2-40B4-BE49-F238E27FC236}">
                <a16:creationId xmlns:a16="http://schemas.microsoft.com/office/drawing/2014/main" id="{812FEBFE-5189-4A10-8324-71A96821E3F4}"/>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17061B4-3698-4C48-8F34-A90362F1691D}"/>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3" name="">
            <a:extLst xmlns:a="http://schemas.openxmlformats.org/drawingml/2006/main">
              <a:ext uri="{FF2B5EF4-FFF2-40B4-BE49-F238E27FC236}">
                <a16:creationId xmlns:a16="http://schemas.microsoft.com/office/drawing/2014/main" id="{9EAF34C2-CEFD-4261-A5D4-C3251A8214B8}"/>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55A973A-3CD5-498F-9357-E17F741EFCC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5" name="">
            <a:extLst xmlns:a="http://schemas.openxmlformats.org/drawingml/2006/main">
              <a:ext uri="{FF2B5EF4-FFF2-40B4-BE49-F238E27FC236}">
                <a16:creationId xmlns:a16="http://schemas.microsoft.com/office/drawing/2014/main" id="{1EC39FFB-5540-4263-91ED-F95F9D6B912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FA275E0-BAAD-4569-8739-CA78E41407C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7" name="">
            <a:extLst xmlns:a="http://schemas.openxmlformats.org/drawingml/2006/main">
              <a:ext uri="{FF2B5EF4-FFF2-40B4-BE49-F238E27FC236}">
                <a16:creationId xmlns:a16="http://schemas.microsoft.com/office/drawing/2014/main" id="{F8D88E4B-0F41-4189-807C-658527FE15B2}"/>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C682B2D-D511-402E-9DBD-2E0FBC343C0D}"/>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19" name="">
            <a:extLst xmlns:a="http://schemas.openxmlformats.org/drawingml/2006/main">
              <a:ext uri="{FF2B5EF4-FFF2-40B4-BE49-F238E27FC236}">
                <a16:creationId xmlns:a16="http://schemas.microsoft.com/office/drawing/2014/main" id="{C50E1730-380B-47A4-AC4B-2F17A27E8B5B}"/>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4C04FEA-5074-46A0-80CF-684670D9AEF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1" name="">
            <a:extLst xmlns:a="http://schemas.openxmlformats.org/drawingml/2006/main">
              <a:ext uri="{FF2B5EF4-FFF2-40B4-BE49-F238E27FC236}">
                <a16:creationId xmlns:a16="http://schemas.microsoft.com/office/drawing/2014/main" id="{E68C417C-8D25-48BA-8776-2E4BF66F88DC}"/>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159F601-AC67-49BA-B8D6-EC4D7EAE281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3" name="">
            <a:extLst xmlns:a="http://schemas.openxmlformats.org/drawingml/2006/main">
              <a:ext uri="{FF2B5EF4-FFF2-40B4-BE49-F238E27FC236}">
                <a16:creationId xmlns:a16="http://schemas.microsoft.com/office/drawing/2014/main" id="{ACEC6C6C-CF48-4741-ACFE-79D92482FB9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0B9988D-596D-44D0-B7C6-0AA9676E1F2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5" name="">
            <a:extLst xmlns:a="http://schemas.openxmlformats.org/drawingml/2006/main">
              <a:ext uri="{FF2B5EF4-FFF2-40B4-BE49-F238E27FC236}">
                <a16:creationId xmlns:a16="http://schemas.microsoft.com/office/drawing/2014/main" id="{FF51BDBD-5BB5-4E98-B9C8-DDC5E21862CD}"/>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D518405-BCDE-45C0-B5B7-3E60A35AF17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7" name="">
            <a:extLst xmlns:a="http://schemas.openxmlformats.org/drawingml/2006/main">
              <a:ext uri="{FF2B5EF4-FFF2-40B4-BE49-F238E27FC236}">
                <a16:creationId xmlns:a16="http://schemas.microsoft.com/office/drawing/2014/main" id="{E1E97A47-D47B-4A79-94C0-00C9CDCD190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898DDBD-3920-43B3-B85B-93F3EB29E3B5}"/>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29" name="">
            <a:extLst xmlns:a="http://schemas.openxmlformats.org/drawingml/2006/main">
              <a:ext uri="{FF2B5EF4-FFF2-40B4-BE49-F238E27FC236}">
                <a16:creationId xmlns:a16="http://schemas.microsoft.com/office/drawing/2014/main" id="{271ABA67-135D-423D-839E-456CFFF4BE8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62C4810-D151-443A-8425-AF8CE003FC6D}"/>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1" name="">
            <a:extLst xmlns:a="http://schemas.openxmlformats.org/drawingml/2006/main">
              <a:ext uri="{FF2B5EF4-FFF2-40B4-BE49-F238E27FC236}">
                <a16:creationId xmlns:a16="http://schemas.microsoft.com/office/drawing/2014/main" id="{1ED6AAF1-3969-43BC-B99D-6EA1F06AD6B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726B85C-7953-45B9-A2AA-138A85FA3668}"/>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3" name="">
            <a:extLst xmlns:a="http://schemas.openxmlformats.org/drawingml/2006/main">
              <a:ext uri="{FF2B5EF4-FFF2-40B4-BE49-F238E27FC236}">
                <a16:creationId xmlns:a16="http://schemas.microsoft.com/office/drawing/2014/main" id="{CDDE1B82-8B93-49CA-B1F1-AC8457169CD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A6B63DC-44F4-4DC7-AF1A-C1EC777D6057}"/>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743458671"/>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D65C12C-570C-4796-B632-066BC26F48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E883BC-4E2A-48BD-B332-BD294B61FE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3" name="">
            <a:extLst xmlns:a="http://schemas.openxmlformats.org/drawingml/2006/main">
              <a:ext uri="{FF2B5EF4-FFF2-40B4-BE49-F238E27FC236}">
                <a16:creationId xmlns:a16="http://schemas.microsoft.com/office/drawing/2014/main" id="{46D211ED-FA36-49F2-B5B9-671F85FECC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A41119D-7445-4025-A2B0-9AF86FDA62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4BBDBA0B-E6EA-4D6C-B2BA-8A8A25DFB5F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EBC831C-D8DE-4CB4-AA77-8E6F0D22C2D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7" name="">
            <a:extLst xmlns:a="http://schemas.openxmlformats.org/drawingml/2006/main">
              <a:ext uri="{FF2B5EF4-FFF2-40B4-BE49-F238E27FC236}">
                <a16:creationId xmlns:a16="http://schemas.microsoft.com/office/drawing/2014/main" id="{7BF95697-84FD-4684-82B5-595F64A9C25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B15B6CC-9672-42D1-AD5F-C1B6AF42B72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9" name="">
            <a:extLst xmlns:a="http://schemas.openxmlformats.org/drawingml/2006/main">
              <a:ext uri="{FF2B5EF4-FFF2-40B4-BE49-F238E27FC236}">
                <a16:creationId xmlns:a16="http://schemas.microsoft.com/office/drawing/2014/main" id="{77AF4F9B-54D9-40AF-B3DF-AC7F96A9DF2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45550DC-3D8A-4FD1-BF81-C6D99027EF2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1" name="">
            <a:extLst xmlns:a="http://schemas.openxmlformats.org/drawingml/2006/main">
              <a:ext uri="{FF2B5EF4-FFF2-40B4-BE49-F238E27FC236}">
                <a16:creationId xmlns:a16="http://schemas.microsoft.com/office/drawing/2014/main" id="{311D0D80-29D4-4BF1-B089-49A3F23599D6}"/>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0405086-0ACD-4C17-8323-B255D25BA31C}"/>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3" name="">
            <a:extLst xmlns:a="http://schemas.openxmlformats.org/drawingml/2006/main">
              <a:ext uri="{FF2B5EF4-FFF2-40B4-BE49-F238E27FC236}">
                <a16:creationId xmlns:a16="http://schemas.microsoft.com/office/drawing/2014/main" id="{718B5E4E-756C-45E6-A46D-53847D19E274}"/>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25579BA-FB47-4C97-990C-94587680819D}"/>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5" name="">
            <a:extLst xmlns:a="http://schemas.openxmlformats.org/drawingml/2006/main">
              <a:ext uri="{FF2B5EF4-FFF2-40B4-BE49-F238E27FC236}">
                <a16:creationId xmlns:a16="http://schemas.microsoft.com/office/drawing/2014/main" id="{32122130-3C5C-4E1B-80A7-E6F2C79850FD}"/>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9FDFE1E-52E9-4D6B-B264-1CD8C6657E7C}"/>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7" name="">
            <a:extLst xmlns:a="http://schemas.openxmlformats.org/drawingml/2006/main">
              <a:ext uri="{FF2B5EF4-FFF2-40B4-BE49-F238E27FC236}">
                <a16:creationId xmlns:a16="http://schemas.microsoft.com/office/drawing/2014/main" id="{F532ED96-1A9A-4DD3-B43B-AC7411120188}"/>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FA637DC-6960-4AD3-982B-AD591E579BB2}"/>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19" name="">
            <a:extLst xmlns:a="http://schemas.openxmlformats.org/drawingml/2006/main">
              <a:ext uri="{FF2B5EF4-FFF2-40B4-BE49-F238E27FC236}">
                <a16:creationId xmlns:a16="http://schemas.microsoft.com/office/drawing/2014/main" id="{136FC548-1E2F-4006-AFD7-2CED8204A158}"/>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C013404-C890-475F-B31A-286DA330A7D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1" name="">
            <a:extLst xmlns:a="http://schemas.openxmlformats.org/drawingml/2006/main">
              <a:ext uri="{FF2B5EF4-FFF2-40B4-BE49-F238E27FC236}">
                <a16:creationId xmlns:a16="http://schemas.microsoft.com/office/drawing/2014/main" id="{536FB2E2-ACA4-44AE-BE27-F3AF3CCB1F05}"/>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001A3A1-C548-4D76-8FC8-3353F75A1F8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3" name="">
            <a:extLst xmlns:a="http://schemas.openxmlformats.org/drawingml/2006/main">
              <a:ext uri="{FF2B5EF4-FFF2-40B4-BE49-F238E27FC236}">
                <a16:creationId xmlns:a16="http://schemas.microsoft.com/office/drawing/2014/main" id="{16814B90-1E99-4B9F-9060-F45A76C50A7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0DFE321-2314-4CEB-83AF-EC69D37FA1F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5" name="">
            <a:extLst xmlns:a="http://schemas.openxmlformats.org/drawingml/2006/main">
              <a:ext uri="{FF2B5EF4-FFF2-40B4-BE49-F238E27FC236}">
                <a16:creationId xmlns:a16="http://schemas.microsoft.com/office/drawing/2014/main" id="{1D11FF6C-166E-44E2-9CF9-735A628CBA4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DD40344-774A-4B9C-ABF7-922B4FEA7542}"/>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7" name="">
            <a:extLst xmlns:a="http://schemas.openxmlformats.org/drawingml/2006/main">
              <a:ext uri="{FF2B5EF4-FFF2-40B4-BE49-F238E27FC236}">
                <a16:creationId xmlns:a16="http://schemas.microsoft.com/office/drawing/2014/main" id="{EFE36E6D-B349-4AAF-B353-79561FC2A76D}"/>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3371DE4-1647-473C-A30B-B483DACB7C94}"/>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29" name="">
            <a:extLst xmlns:a="http://schemas.openxmlformats.org/drawingml/2006/main">
              <a:ext uri="{FF2B5EF4-FFF2-40B4-BE49-F238E27FC236}">
                <a16:creationId xmlns:a16="http://schemas.microsoft.com/office/drawing/2014/main" id="{2201B26D-05DF-4FA1-9A78-6C9AE17E985B}"/>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4D2E0D3-6C6B-4215-9054-30BD751BE2EA}"/>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1" name="">
            <a:extLst xmlns:a="http://schemas.openxmlformats.org/drawingml/2006/main">
              <a:ext uri="{FF2B5EF4-FFF2-40B4-BE49-F238E27FC236}">
                <a16:creationId xmlns:a16="http://schemas.microsoft.com/office/drawing/2014/main" id="{4E84E2FB-63D5-4FB7-AD36-59A13E7FC32D}"/>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F60EC4B8-DAAC-4A19-8AD1-46F81D81BA81}"/>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3" name="">
            <a:extLst xmlns:a="http://schemas.openxmlformats.org/drawingml/2006/main">
              <a:ext uri="{FF2B5EF4-FFF2-40B4-BE49-F238E27FC236}">
                <a16:creationId xmlns:a16="http://schemas.microsoft.com/office/drawing/2014/main" id="{49DB864D-DD8C-4E52-B3D0-E71EC17D711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67E06D26-7719-4897-87CF-77BFA4D0D9B9}"/>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181878936"/>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5F07452-C142-4577-99B4-72964D3854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683491-BEBB-46D9-AC58-FC2F6D6657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13C67BD9-BFA7-4034-98A3-1DA3C7B32E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A573E67-22C6-483C-B44D-AAB5FD2836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9213161D-E28E-447B-8684-81559D5038C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31CD0E5-BD36-43B4-AE43-A06B777F0D02}"/>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F46A4057-A55F-4387-B3AC-82AD7032086D}"/>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998B194-9B2B-4A34-9966-BC4553ADBA8F}"/>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40A628C4-C80E-479E-A326-B1580A7663E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FC32789-DE2F-4634-BBC9-CDF800B62D19}"/>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5A0E451C-C03F-4A02-820B-F5CDC318923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B04049D-3F10-4BBC-9C06-1D977A55D989}"/>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38D2F4D1-258C-42E9-93A9-8945CA9C737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835F25D-EE9A-4648-86A0-A663A0503D8E}"/>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D632B9B5-D388-4D73-AF93-5E37A4A88DF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0C6CC5F-F42D-40AE-8779-6AA41990C91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B5B5DA3D-0BEF-47A8-9AE2-4E510DEFEB17}"/>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E488924-1DB4-4B10-B9CD-38AF273CA55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46064F7E-0D00-4E10-A480-208143F3C29F}"/>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007C048-7077-4F39-9333-47243EDAE949}"/>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36ECA056-2A65-42F5-9462-3A28F71FD0D2}"/>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E1C4F53-BD08-493B-97B9-EAF03214F409}"/>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CA3226A9-1779-401A-9B1D-4307EEC9F9EE}"/>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E730A95-2947-4A8E-99EB-77F1E7B7EFA4}"/>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7103A4A7-D647-4D59-888A-984783E75AD7}"/>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F4E79C8-478F-4704-A213-9C25EA3810CA}"/>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72D8B24E-954E-4540-A6D9-9E17438300D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C9010A9-76AC-4EAB-B1F6-3B16F47CCDCA}"/>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5EDB6125-905A-4E7F-8826-2F6EC3A67EB6}"/>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C1C6B5A-1430-4E30-9123-322DCB37A42D}"/>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9D3E6A1A-346D-4DAC-8B04-6542668A0F4E}"/>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26FF9BD-3C7D-4C62-A253-78D855949673}"/>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A7F87F6B-4C06-4CBE-A70F-8525945A754D}"/>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6060939-1728-4FD5-8A3B-5B6DD646599A}"/>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86298141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9B5050-8E64-461E-9224-1EC60C05DA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341DDE-086B-4A22-B46A-58CF97FBFE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D7312CDF-5C94-40A7-B44D-84B32D31C7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2A3D608-B67E-4D40-A838-C9E34905D1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6D1E300-79BF-4168-9AE4-BA5AF43BCD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C6F4EE35-239D-4E67-9C24-1F37213E71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93912048"/>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D82A16-C11A-4FD4-ADFF-09320AEFF0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8755B24-B987-4F19-929A-92C43A44AF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C3B26506-1DC4-4B5B-8629-A28E88E6D6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3B9FD78-B0B7-4433-82A1-3C9263B37A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C49CE134-00EA-4562-A91F-BF78E45ABA7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EC810EBF-30E3-4D7E-9A21-F881006EA13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958365334"/>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7372F1-F41F-462D-8CD7-7D7818DE79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AE4EDA-E4EB-4980-9A6B-6CE3679C4E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B244D58-EE74-4FAC-9C0E-752C5BCF85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A9ED69F-19B6-4066-8050-11943915B2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B52999BA-1300-44B3-B26A-4414B34BEDA5}"/>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77854589-B4C5-417D-88B1-CEFD9203044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44164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2026-10-23T09:45:47.0500000Z</dcterms:created>
  <dcterms:modified xsi:type="dcterms:W3CDTF">2026-10-23T09:45:47.0500000Z</dcterms:modified>
</coreProperties>
</file>