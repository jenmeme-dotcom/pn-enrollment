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31823bde24a67" /><Relationship Type="http://schemas.openxmlformats.org/officeDocument/2006/relationships/extended-properties" Target="/docProps/app.xml" Id="R970402a783dd4e3b" /><Relationship Type="http://schemas.openxmlformats.org/officeDocument/2006/relationships/officeDocument" Target="/ppt/presentation.xml" Id="R772d77f33f2443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54fcb6c564aaa"/>
  </p:sldMasterIdLst>
  <p:notesMasterIdLst>
    <p:notesMasterId xmlns:r="http://schemas.openxmlformats.org/officeDocument/2006/relationships" r:id="Rdf2079a66805430b"/>
  </p:notesMasterIdLst>
  <p:sldIdLst>
    <p:sldId xmlns:r="http://schemas.openxmlformats.org/officeDocument/2006/relationships" id="256" r:id="R4866492fcc004100"/>
    <p:sldId xmlns:r="http://schemas.openxmlformats.org/officeDocument/2006/relationships" id="257" r:id="R21b29aeafb8742e2"/>
    <p:sldId xmlns:r="http://schemas.openxmlformats.org/officeDocument/2006/relationships" id="258" r:id="R0dcc4094fb6c493c"/>
    <p:sldId xmlns:r="http://schemas.openxmlformats.org/officeDocument/2006/relationships" id="259" r:id="Ra24cd04890a14042"/>
    <p:sldId xmlns:r="http://schemas.openxmlformats.org/officeDocument/2006/relationships" id="260" r:id="R4ecaf6f840794552"/>
    <p:sldId xmlns:r="http://schemas.openxmlformats.org/officeDocument/2006/relationships" id="261" r:id="R013b625dab714e15"/>
    <p:sldId xmlns:r="http://schemas.openxmlformats.org/officeDocument/2006/relationships" id="262" r:id="R43582e76671548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80fd91dd9243f4" /><Relationship Type="http://schemas.openxmlformats.org/officeDocument/2006/relationships/slideMaster" Target="/ppt/slideMasters/slideMaster1.xml" Id="R0f754fcb6c564aaa" /><Relationship Type="http://schemas.openxmlformats.org/officeDocument/2006/relationships/notesMaster" Target="/ppt/notesMasters/notesMaster1.xml" Id="Rdf2079a66805430b" /><Relationship Type="http://schemas.openxmlformats.org/officeDocument/2006/relationships/presProps" Target="/ppt/presProps.xml" Id="R8088773d7e0f4e88" /><Relationship Type="http://schemas.openxmlformats.org/officeDocument/2006/relationships/tableStyles" Target="/ppt/tableStyles.xml" Id="R6e6e8f135d5540a4" /><Relationship Type="http://schemas.openxmlformats.org/officeDocument/2006/relationships/slide" Target="/ppt/slides/slide1.xml" Id="R4866492fcc004100" /><Relationship Type="http://schemas.openxmlformats.org/officeDocument/2006/relationships/slide" Target="/ppt/slides/slide2.xml" Id="R21b29aeafb8742e2" /><Relationship Type="http://schemas.openxmlformats.org/officeDocument/2006/relationships/slide" Target="/ppt/slides/slide3.xml" Id="R0dcc4094fb6c493c" /><Relationship Type="http://schemas.openxmlformats.org/officeDocument/2006/relationships/slide" Target="/ppt/slides/slide4.xml" Id="Ra24cd04890a14042" /><Relationship Type="http://schemas.openxmlformats.org/officeDocument/2006/relationships/slide" Target="/ppt/slides/slide5.xml" Id="R4ecaf6f840794552" /><Relationship Type="http://schemas.openxmlformats.org/officeDocument/2006/relationships/slide" Target="/ppt/slides/slide6.xml" Id="R013b625dab714e15" /><Relationship Type="http://schemas.openxmlformats.org/officeDocument/2006/relationships/slide" Target="/ppt/slides/slide7.xml" Id="R43582e76671548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b7dc4d9f43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20746129e64bfa" /><Relationship Type="http://schemas.openxmlformats.org/officeDocument/2006/relationships/notesMaster" Target="/ppt/notesMasters/notesMaster1.xml" Id="R28d69d02ed16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ba5f7a2364d53" /><Relationship Type="http://schemas.openxmlformats.org/officeDocument/2006/relationships/notesMaster" Target="/ppt/notesMasters/notesMaster1.xml" Id="Rd43bf3fdb01341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b7fc224b64649" /><Relationship Type="http://schemas.openxmlformats.org/officeDocument/2006/relationships/notesMaster" Target="/ppt/notesMasters/notesMaster1.xml" Id="R3715b1bf42df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5b4c4faac400c" /><Relationship Type="http://schemas.openxmlformats.org/officeDocument/2006/relationships/notesMaster" Target="/ppt/notesMasters/notesMaster1.xml" Id="R10f97b6c10e841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501547e5f74c08" /><Relationship Type="http://schemas.openxmlformats.org/officeDocument/2006/relationships/notesMaster" Target="/ppt/notesMasters/notesMaster1.xml" Id="Rd3868b19886d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1aac17b8b4440b" /><Relationship Type="http://schemas.openxmlformats.org/officeDocument/2006/relationships/notesMaster" Target="/ppt/notesMasters/notesMaster1.xml" Id="R0d68ff82786548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241b41cae747f6" /><Relationship Type="http://schemas.openxmlformats.org/officeDocument/2006/relationships/notesMaster" Target="/ppt/notesMasters/notesMaster1.xml" Id="R4153bd20508a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62-63.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62-64.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62-65.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62-66.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62.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c4c9519a84c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93da2526cf4e2f" /><Relationship Type="http://schemas.openxmlformats.org/officeDocument/2006/relationships/slideLayout" Target="/ppt/slideLayouts/slideLayout1.xml" Id="R4a07215821354a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7215821354a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ee30ae02f44f6" /><Relationship Type="http://schemas.openxmlformats.org/officeDocument/2006/relationships/image" Target="/ppt/media/image.jpeg" Id="R1da87ad2e8464b27" /><Relationship Type="http://schemas.openxmlformats.org/officeDocument/2006/relationships/notesSlide" Target="/ppt/notesSlides/notesSlide1.xml" Id="R1290dbdc703c43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da47c1acc4c74" /><Relationship Type="http://schemas.openxmlformats.org/officeDocument/2006/relationships/notesSlide" Target="/ppt/notesSlides/notesSlide2.xml" Id="Rced6164a5def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40b3ccc6c4ec2" /><Relationship Type="http://schemas.openxmlformats.org/officeDocument/2006/relationships/image" Target="/ppt/media/image2.jpeg" Id="Ra8589b5351c545c7" /><Relationship Type="http://schemas.openxmlformats.org/officeDocument/2006/relationships/notesSlide" Target="/ppt/notesSlides/notesSlide3.xml" Id="R24eed049966e4c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89c06c7a94e5c" /><Relationship Type="http://schemas.openxmlformats.org/officeDocument/2006/relationships/image" Target="/ppt/media/image3.jpeg" Id="Rd2cf59d1c3b74d3d" /><Relationship Type="http://schemas.openxmlformats.org/officeDocument/2006/relationships/notesSlide" Target="/ppt/notesSlides/notesSlide4.xml" Id="R17f4150d013b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275ae81d541fa" /><Relationship Type="http://schemas.openxmlformats.org/officeDocument/2006/relationships/image" Target="/ppt/media/image4.jpeg" Id="R13b1966b5c2e4d35" /><Relationship Type="http://schemas.openxmlformats.org/officeDocument/2006/relationships/notesSlide" Target="/ppt/notesSlides/notesSlide5.xml" Id="R5c751738e7474e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4f958e26d4b08" /><Relationship Type="http://schemas.openxmlformats.org/officeDocument/2006/relationships/image" Target="/ppt/media/image5.jpeg" Id="R26446eebf63f4f33" /><Relationship Type="http://schemas.openxmlformats.org/officeDocument/2006/relationships/notesSlide" Target="/ppt/notesSlides/notesSlide6.xml" Id="R1bd82c61ea7644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96106c3a14e14" /><Relationship Type="http://schemas.openxmlformats.org/officeDocument/2006/relationships/notesSlide" Target="/ppt/notesSlides/notesSlide7.xml" Id="R4deb9c8763bb48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9046E-E95D-4798-B0A6-7BBAB13E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4AE3-06F4-405E-8F84-8EF8703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Parenteral 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C5370-2631-45DE-807F-0269ACE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5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87ad2e8464b27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66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91D55-B2C8-49CF-97F6-45E59A91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E9E63-ED6D-4242-962F-6DFA8213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4102-3514-4CC3-9D6F-0EA4BF91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Explain indications and major components of parenteral nutrition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Distinguish peripheral from central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Recognize metabolic, infectious, and mechanical complications</a:t>
            </a:r>
          </a:p>
        </p:txBody>
      </p:sp>
    </p:spTree>
    <p:extLst>
      <p:ext uri="{BB962C8B-B14F-4D97-AF65-F5344CB8AC3E}">
        <p14:creationId xmlns:p14="http://schemas.microsoft.com/office/powerpoint/2010/main" val="2110971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14708-C733-4FBA-ADB3-A4CFA54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Why parenteral nutrition is used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2E18B-FE92-40E6-8D75-BAEAC70C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02A7F-4743-43C3-8309-34D1E16E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supports patients whose gastrointestinal tract cannot meet nutritional needs. Formulations may contain amino acids, dextrose, electrolytes, vitamins, trace elements, fluid, and lipids.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89b5351c545c7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04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CD3DB-A0CF-406A-AF05-607D6D67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Route and concentration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FE0F4-D04A-4BC1-B77B-08C3CB6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BFEB4-84B8-43E0-8D85-9460C52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Peripheral formulations have lower osmolarity and limited duration. Concentrated formulations generally require central access. Verify the prescribed route, formulation, filter, tubing, and dedicated lumen.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f59d1c3b74d3d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0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11A51-829D-4099-AF26-8101E0D4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Safe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B3886-FB74-4B58-B889-04B3A164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D4E0-83A8-4265-8421-F258ED6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strict asepsis, compare the bag with the order, inspect for separation or precipitate, program the exact rate, and avoid unapproved concurrent medications. Do not accelerate a delayed infusion.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1966b5c2e4d35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7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F0983-421C-4A25-AE72-909F0B04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8CC58-EC1F-4942-ACFF-17D77F32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C8C71-5777-4B82-A40C-2350B23F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glucose, fluid balance, weight, electrolytes, liver and renal indicators, triglycerides when lipids are used, site and line condition, temperature, and signs of refeeding syndrome or bloodstream infection.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46eebf63f4f33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55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E164A-8D9C-4A6C-BF27-4C1A97F5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5A091-2021-4AB8-B2EA-194E4642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70D9F-9E06-4B6B-9794-8A84325E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Inspect a simulated PN label and identify discrepancies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Respond to a bag running two hours behind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Plan monitoring for a patient starting concentrated PN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66825-033D-4560-8D71-91818B3A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quiz before attending the skills lab.</a:t>
            </a:r>
          </a:p>
        </p:txBody>
      </p:sp>
    </p:spTree>
    <p:extLst>
      <p:ext uri="{BB962C8B-B14F-4D97-AF65-F5344CB8AC3E}">
        <p14:creationId xmlns:p14="http://schemas.microsoft.com/office/powerpoint/2010/main" val="267146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2026-09-11T14:11:31.6200000Z</dcterms:created>
  <dcterms:modified xsi:type="dcterms:W3CDTF">2026-09-11T14:11:31.6200000Z</dcterms:modified>
</coreProperties>
</file>