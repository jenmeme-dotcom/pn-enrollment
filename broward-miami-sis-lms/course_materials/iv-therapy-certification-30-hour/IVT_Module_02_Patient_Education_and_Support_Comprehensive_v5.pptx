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60b43fbb14672" /><Relationship Type="http://schemas.openxmlformats.org/officeDocument/2006/relationships/extended-properties" Target="/docProps/app.xml" Id="R74cb9aa6466041aa" /><Relationship Type="http://schemas.openxmlformats.org/officeDocument/2006/relationships/officeDocument" Target="/ppt/presentation.xml" Id="Rb8fa3ab002ce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bd89eb0534bb3"/>
  </p:sldMasterIdLst>
  <p:notesMasterIdLst>
    <p:notesMasterId xmlns:r="http://schemas.openxmlformats.org/officeDocument/2006/relationships" r:id="R7f0b7ff6903a40e9"/>
  </p:notesMasterIdLst>
  <p:sldIdLst>
    <p:sldId xmlns:r="http://schemas.openxmlformats.org/officeDocument/2006/relationships" id="256" r:id="R72cd6b0f71cf4446"/>
    <p:sldId xmlns:r="http://schemas.openxmlformats.org/officeDocument/2006/relationships" id="257" r:id="Rd34710c04e7649f8"/>
    <p:sldId xmlns:r="http://schemas.openxmlformats.org/officeDocument/2006/relationships" id="258" r:id="R5b29373a079a4d09"/>
    <p:sldId xmlns:r="http://schemas.openxmlformats.org/officeDocument/2006/relationships" id="259" r:id="Ra5c2299fd4224722"/>
    <p:sldId xmlns:r="http://schemas.openxmlformats.org/officeDocument/2006/relationships" id="260" r:id="R94e6392c297e4fef"/>
    <p:sldId xmlns:r="http://schemas.openxmlformats.org/officeDocument/2006/relationships" id="261" r:id="R7117f6ec1b504f29"/>
    <p:sldId xmlns:r="http://schemas.openxmlformats.org/officeDocument/2006/relationships" id="262" r:id="R0b180ec5022c429a"/>
    <p:sldId xmlns:r="http://schemas.openxmlformats.org/officeDocument/2006/relationships" id="263" r:id="Rc06cca2a22bc45cc"/>
    <p:sldId xmlns:r="http://schemas.openxmlformats.org/officeDocument/2006/relationships" id="264" r:id="Re455092e0220488a"/>
    <p:sldId xmlns:r="http://schemas.openxmlformats.org/officeDocument/2006/relationships" id="265" r:id="R885b6a0c001e4362"/>
    <p:sldId xmlns:r="http://schemas.openxmlformats.org/officeDocument/2006/relationships" id="266" r:id="R9880c138cfd74536"/>
    <p:sldId xmlns:r="http://schemas.openxmlformats.org/officeDocument/2006/relationships" id="267" r:id="Rbc2078b5ed504f02"/>
    <p:sldId xmlns:r="http://schemas.openxmlformats.org/officeDocument/2006/relationships" id="268" r:id="R3eba3d7ada1346d5"/>
    <p:sldId xmlns:r="http://schemas.openxmlformats.org/officeDocument/2006/relationships" id="269" r:id="Rb577b4cc88ab4b35"/>
    <p:sldId xmlns:r="http://schemas.openxmlformats.org/officeDocument/2006/relationships" id="270" r:id="Rca9d5ee0acb94e78"/>
    <p:sldId xmlns:r="http://schemas.openxmlformats.org/officeDocument/2006/relationships" id="271" r:id="R272f9612b8ba4492"/>
    <p:sldId xmlns:r="http://schemas.openxmlformats.org/officeDocument/2006/relationships" id="272" r:id="R755e66c5ef4449da"/>
    <p:sldId xmlns:r="http://schemas.openxmlformats.org/officeDocument/2006/relationships" id="273" r:id="Rff0200b84e3c4b08"/>
    <p:sldId xmlns:r="http://schemas.openxmlformats.org/officeDocument/2006/relationships" id="274" r:id="Rb81719a9527646cc"/>
    <p:sldId xmlns:r="http://schemas.openxmlformats.org/officeDocument/2006/relationships" id="275" r:id="R675714af509649cf"/>
    <p:sldId xmlns:r="http://schemas.openxmlformats.org/officeDocument/2006/relationships" id="276" r:id="Re5d0c2664a214dbf"/>
    <p:sldId xmlns:r="http://schemas.openxmlformats.org/officeDocument/2006/relationships" id="277" r:id="Ra6e17b2903fe48ff"/>
    <p:sldId xmlns:r="http://schemas.openxmlformats.org/officeDocument/2006/relationships" id="278" r:id="Ra50579d7fbf54967"/>
    <p:sldId xmlns:r="http://schemas.openxmlformats.org/officeDocument/2006/relationships" id="279" r:id="R5a39e51c5ecd4603"/>
    <p:sldId xmlns:r="http://schemas.openxmlformats.org/officeDocument/2006/relationships" id="280" r:id="Rf153a2ffc0294a39"/>
    <p:sldId xmlns:r="http://schemas.openxmlformats.org/officeDocument/2006/relationships" id="281" r:id="R594a8b675dc34607"/>
    <p:sldId xmlns:r="http://schemas.openxmlformats.org/officeDocument/2006/relationships" id="282" r:id="R6ceffb3875d249af"/>
    <p:sldId xmlns:r="http://schemas.openxmlformats.org/officeDocument/2006/relationships" id="283" r:id="R63ebb7a9b2e24155"/>
    <p:sldId xmlns:r="http://schemas.openxmlformats.org/officeDocument/2006/relationships" id="284" r:id="Red0e3399da0c44ee"/>
    <p:sldId xmlns:r="http://schemas.openxmlformats.org/officeDocument/2006/relationships" id="285" r:id="R1229d826e606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730a6c22246d5" /><Relationship Type="http://schemas.openxmlformats.org/officeDocument/2006/relationships/slideMaster" Target="/ppt/slideMasters/slideMaster1.xml" Id="R120bd89eb0534bb3" /><Relationship Type="http://schemas.openxmlformats.org/officeDocument/2006/relationships/notesMaster" Target="/ppt/notesMasters/notesMaster1.xml" Id="R7f0b7ff6903a40e9" /><Relationship Type="http://schemas.openxmlformats.org/officeDocument/2006/relationships/presProps" Target="/ppt/presProps.xml" Id="R423f36343c0147fc" /><Relationship Type="http://schemas.openxmlformats.org/officeDocument/2006/relationships/tableStyles" Target="/ppt/tableStyles.xml" Id="R6b3f5d1fbe7b4055" /><Relationship Type="http://schemas.openxmlformats.org/officeDocument/2006/relationships/slide" Target="/ppt/slides/slide1.xml" Id="R72cd6b0f71cf4446" /><Relationship Type="http://schemas.openxmlformats.org/officeDocument/2006/relationships/slide" Target="/ppt/slides/slide2.xml" Id="Rd34710c04e7649f8" /><Relationship Type="http://schemas.openxmlformats.org/officeDocument/2006/relationships/slide" Target="/ppt/slides/slide3.xml" Id="R5b29373a079a4d09" /><Relationship Type="http://schemas.openxmlformats.org/officeDocument/2006/relationships/slide" Target="/ppt/slides/slide4.xml" Id="Ra5c2299fd4224722" /><Relationship Type="http://schemas.openxmlformats.org/officeDocument/2006/relationships/slide" Target="/ppt/slides/slide5.xml" Id="R94e6392c297e4fef" /><Relationship Type="http://schemas.openxmlformats.org/officeDocument/2006/relationships/slide" Target="/ppt/slides/slide6.xml" Id="R7117f6ec1b504f29" /><Relationship Type="http://schemas.openxmlformats.org/officeDocument/2006/relationships/slide" Target="/ppt/slides/slide7.xml" Id="R0b180ec5022c429a" /><Relationship Type="http://schemas.openxmlformats.org/officeDocument/2006/relationships/slide" Target="/ppt/slides/slide8.xml" Id="Rc06cca2a22bc45cc" /><Relationship Type="http://schemas.openxmlformats.org/officeDocument/2006/relationships/slide" Target="/ppt/slides/slide9.xml" Id="Re455092e0220488a" /><Relationship Type="http://schemas.openxmlformats.org/officeDocument/2006/relationships/slide" Target="/ppt/slides/slide10.xml" Id="R885b6a0c001e4362" /><Relationship Type="http://schemas.openxmlformats.org/officeDocument/2006/relationships/slide" Target="/ppt/slides/slide11.xml" Id="R9880c138cfd74536" /><Relationship Type="http://schemas.openxmlformats.org/officeDocument/2006/relationships/slide" Target="/ppt/slides/slide12.xml" Id="Rbc2078b5ed504f02" /><Relationship Type="http://schemas.openxmlformats.org/officeDocument/2006/relationships/slide" Target="/ppt/slides/slide13.xml" Id="R3eba3d7ada1346d5" /><Relationship Type="http://schemas.openxmlformats.org/officeDocument/2006/relationships/slide" Target="/ppt/slides/slide14.xml" Id="Rb577b4cc88ab4b35" /><Relationship Type="http://schemas.openxmlformats.org/officeDocument/2006/relationships/slide" Target="/ppt/slides/slide15.xml" Id="Rca9d5ee0acb94e78" /><Relationship Type="http://schemas.openxmlformats.org/officeDocument/2006/relationships/slide" Target="/ppt/slides/slide16.xml" Id="R272f9612b8ba4492" /><Relationship Type="http://schemas.openxmlformats.org/officeDocument/2006/relationships/slide" Target="/ppt/slides/slide17.xml" Id="R755e66c5ef4449da" /><Relationship Type="http://schemas.openxmlformats.org/officeDocument/2006/relationships/slide" Target="/ppt/slides/slide18.xml" Id="Rff0200b84e3c4b08" /><Relationship Type="http://schemas.openxmlformats.org/officeDocument/2006/relationships/slide" Target="/ppt/slides/slide19.xml" Id="Rb81719a9527646cc" /><Relationship Type="http://schemas.openxmlformats.org/officeDocument/2006/relationships/slide" Target="/ppt/slides/slide20.xml" Id="R675714af509649cf" /><Relationship Type="http://schemas.openxmlformats.org/officeDocument/2006/relationships/slide" Target="/ppt/slides/slide21.xml" Id="Re5d0c2664a214dbf" /><Relationship Type="http://schemas.openxmlformats.org/officeDocument/2006/relationships/slide" Target="/ppt/slides/slide22.xml" Id="Ra6e17b2903fe48ff" /><Relationship Type="http://schemas.openxmlformats.org/officeDocument/2006/relationships/slide" Target="/ppt/slides/slide23.xml" Id="Ra50579d7fbf54967" /><Relationship Type="http://schemas.openxmlformats.org/officeDocument/2006/relationships/slide" Target="/ppt/slides/slide24.xml" Id="R5a39e51c5ecd4603" /><Relationship Type="http://schemas.openxmlformats.org/officeDocument/2006/relationships/slide" Target="/ppt/slides/slide25.xml" Id="Rf153a2ffc0294a39" /><Relationship Type="http://schemas.openxmlformats.org/officeDocument/2006/relationships/slide" Target="/ppt/slides/slide26.xml" Id="R594a8b675dc34607" /><Relationship Type="http://schemas.openxmlformats.org/officeDocument/2006/relationships/slide" Target="/ppt/slides/slide27.xml" Id="R6ceffb3875d249af" /><Relationship Type="http://schemas.openxmlformats.org/officeDocument/2006/relationships/slide" Target="/ppt/slides/slide28.xml" Id="R63ebb7a9b2e24155" /><Relationship Type="http://schemas.openxmlformats.org/officeDocument/2006/relationships/slide" Target="/ppt/slides/slide29.xml" Id="Red0e3399da0c44ee" /><Relationship Type="http://schemas.openxmlformats.org/officeDocument/2006/relationships/slide" Target="/ppt/slides/slide30.xml" Id="R1229d826e606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24d4856f2d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a3364d157439a" /><Relationship Type="http://schemas.openxmlformats.org/officeDocument/2006/relationships/notesMaster" Target="/ppt/notesMasters/notesMaster1.xml" Id="Re51629064e21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b203996e7d4a80" /><Relationship Type="http://schemas.openxmlformats.org/officeDocument/2006/relationships/notesMaster" Target="/ppt/notesMasters/notesMaster1.xml" Id="R9479684809ee47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8ad10341647a7" /><Relationship Type="http://schemas.openxmlformats.org/officeDocument/2006/relationships/notesMaster" Target="/ppt/notesMasters/notesMaster1.xml" Id="R7d1b8995465d4e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fdf2d3e2f4dba" /><Relationship Type="http://schemas.openxmlformats.org/officeDocument/2006/relationships/notesMaster" Target="/ppt/notesMasters/notesMaster1.xml" Id="R070982f1cdbc4b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521d49415544d4" /><Relationship Type="http://schemas.openxmlformats.org/officeDocument/2006/relationships/notesMaster" Target="/ppt/notesMasters/notesMaster1.xml" Id="R91ab1d6a88c4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d269bf2e0a49a4" /><Relationship Type="http://schemas.openxmlformats.org/officeDocument/2006/relationships/notesMaster" Target="/ppt/notesMasters/notesMaster1.xml" Id="R8c1005f556e749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fbba1d68544815" /><Relationship Type="http://schemas.openxmlformats.org/officeDocument/2006/relationships/notesMaster" Target="/ppt/notesMasters/notesMaster1.xml" Id="R7feb2d94940d43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579a6ccbde4050" /><Relationship Type="http://schemas.openxmlformats.org/officeDocument/2006/relationships/notesMaster" Target="/ppt/notesMasters/notesMaster1.xml" Id="R75762406d95c47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1ee064af54ca8" /><Relationship Type="http://schemas.openxmlformats.org/officeDocument/2006/relationships/notesMaster" Target="/ppt/notesMasters/notesMaster1.xml" Id="Rc42f367eefda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4febc722a84850" /><Relationship Type="http://schemas.openxmlformats.org/officeDocument/2006/relationships/notesMaster" Target="/ppt/notesMasters/notesMaster1.xml" Id="Rab5dc15954bd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53e8e80e42489e" /><Relationship Type="http://schemas.openxmlformats.org/officeDocument/2006/relationships/notesMaster" Target="/ppt/notesMasters/notesMaster1.xml" Id="Rf0bdcfc6d65a43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dd62d3a4ca4f29" /><Relationship Type="http://schemas.openxmlformats.org/officeDocument/2006/relationships/notesMaster" Target="/ppt/notesMasters/notesMaster1.xml" Id="R36025d8a09ad4a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c9009948bf4ed0" /><Relationship Type="http://schemas.openxmlformats.org/officeDocument/2006/relationships/notesMaster" Target="/ppt/notesMasters/notesMaster1.xml" Id="R026dd46321824a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c8486eb03947c9" /><Relationship Type="http://schemas.openxmlformats.org/officeDocument/2006/relationships/notesMaster" Target="/ppt/notesMasters/notesMaster1.xml" Id="Rc332ca43b74542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197ddff1214dca" /><Relationship Type="http://schemas.openxmlformats.org/officeDocument/2006/relationships/notesMaster" Target="/ppt/notesMasters/notesMaster1.xml" Id="Rc1f15819227644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b89adab4f24def" /><Relationship Type="http://schemas.openxmlformats.org/officeDocument/2006/relationships/notesMaster" Target="/ppt/notesMasters/notesMaster1.xml" Id="R46dfc88ecb8241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4967c41d594d64" /><Relationship Type="http://schemas.openxmlformats.org/officeDocument/2006/relationships/notesMaster" Target="/ppt/notesMasters/notesMaster1.xml" Id="Rec5331a14bb644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50462b4ba54a4f" /><Relationship Type="http://schemas.openxmlformats.org/officeDocument/2006/relationships/notesMaster" Target="/ppt/notesMasters/notesMaster1.xml" Id="R12b47a25271047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b1df4e60034cbf" /><Relationship Type="http://schemas.openxmlformats.org/officeDocument/2006/relationships/notesMaster" Target="/ppt/notesMasters/notesMaster1.xml" Id="Rde05217f7c1149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093a0905c845ab" /><Relationship Type="http://schemas.openxmlformats.org/officeDocument/2006/relationships/notesMaster" Target="/ppt/notesMasters/notesMaster1.xml" Id="Rce8dad68f42e4e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92b34d5e1946ef" /><Relationship Type="http://schemas.openxmlformats.org/officeDocument/2006/relationships/notesMaster" Target="/ppt/notesMasters/notesMaster1.xml" Id="R4cd6efde91e54a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589748631f4cb7" /><Relationship Type="http://schemas.openxmlformats.org/officeDocument/2006/relationships/notesMaster" Target="/ppt/notesMasters/notesMaster1.xml" Id="R4bea43453eb24b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64e6717eba4ce1" /><Relationship Type="http://schemas.openxmlformats.org/officeDocument/2006/relationships/notesMaster" Target="/ppt/notesMasters/notesMaster1.xml" Id="Rfa453b6a20b54a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e263b9f58d42ef" /><Relationship Type="http://schemas.openxmlformats.org/officeDocument/2006/relationships/notesMaster" Target="/ppt/notesMasters/notesMaster1.xml" Id="Rbd1986df4cbc4f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04b546c2a5448b" /><Relationship Type="http://schemas.openxmlformats.org/officeDocument/2006/relationships/notesMaster" Target="/ppt/notesMasters/notesMaster1.xml" Id="R2989e4afccd7441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4374388e9a4a84" /><Relationship Type="http://schemas.openxmlformats.org/officeDocument/2006/relationships/notesMaster" Target="/ppt/notesMasters/notesMaster1.xml" Id="Re01cc791fc3e45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4fbdf8c96641d8" /><Relationship Type="http://schemas.openxmlformats.org/officeDocument/2006/relationships/notesMaster" Target="/ppt/notesMasters/notesMaster1.xml" Id="R43e6b7c65d7d41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e6c21bd9a541c6" /><Relationship Type="http://schemas.openxmlformats.org/officeDocument/2006/relationships/notesMaster" Target="/ppt/notesMasters/notesMaster1.xml" Id="Rd140bc849cf04d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5c24bb76574cf4" /><Relationship Type="http://schemas.openxmlformats.org/officeDocument/2006/relationships/notesMaster" Target="/ppt/notesMasters/notesMaster1.xml" Id="R3a9ca579c7e44ed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785e3374e78404f" /><Relationship Type="http://schemas.openxmlformats.org/officeDocument/2006/relationships/notesMaster" Target="/ppt/notesMasters/notesMaster1.xml" Id="R9c67da1786da47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49322a87249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9e038750749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559ac085a45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fa0de6e5f4f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88818d5314d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1a59124be46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E06EEB-E1B1-47FC-A47A-0F288A726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73D6E8-5E97-4935-96D3-7A391726E2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B35A8A-07F0-46C7-A45E-2F6F50C67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67A3B9-0902-4659-A380-767884188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2D4D80-111A-4F6F-BEB5-BB5921E4D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CED629-C5F3-4321-9720-B89C90A62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FA1683-624E-436F-95CD-16C135E22F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2CF0B3-AB3B-44B8-A353-06D2688F5E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74FAFC-60F4-4DCE-BBC2-11670CF49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CD4814-579F-46B1-A507-51418BB94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3be0b2c5c84c21" /><Relationship Type="http://schemas.openxmlformats.org/officeDocument/2006/relationships/slideLayout" Target="/ppt/slideLayouts/slideLayout1.xml" Id="R3badefb2634b424f" /><Relationship Type="http://schemas.openxmlformats.org/officeDocument/2006/relationships/slideLayout" Target="/ppt/slideLayouts/slideLayout2.xml" Id="R31a31d40b632462a" /><Relationship Type="http://schemas.openxmlformats.org/officeDocument/2006/relationships/slideLayout" Target="/ppt/slideLayouts/slideLayout3.xml" Id="Rfbd8ea10a9dc4429" /><Relationship Type="http://schemas.openxmlformats.org/officeDocument/2006/relationships/slideLayout" Target="/ppt/slideLayouts/slideLayout4.xml" Id="R246bc7e9c90645b1" /><Relationship Type="http://schemas.openxmlformats.org/officeDocument/2006/relationships/slideLayout" Target="/ppt/slideLayouts/slideLayout5.xml" Id="R6608bd7f147c4c29" /><Relationship Type="http://schemas.openxmlformats.org/officeDocument/2006/relationships/slideLayout" Target="/ppt/slideLayouts/slideLayout6.xml" Id="Rc60a201f824e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adefb2634b424f"/>
    <p:sldLayoutId xmlns:r="http://schemas.openxmlformats.org/officeDocument/2006/relationships" id="2147483650" r:id="R31a31d40b632462a"/>
    <p:sldLayoutId xmlns:r="http://schemas.openxmlformats.org/officeDocument/2006/relationships" id="2147483651" r:id="Rfbd8ea10a9dc4429"/>
    <p:sldLayoutId xmlns:r="http://schemas.openxmlformats.org/officeDocument/2006/relationships" id="2147483652" r:id="R246bc7e9c90645b1"/>
    <p:sldLayoutId xmlns:r="http://schemas.openxmlformats.org/officeDocument/2006/relationships" id="2147483653" r:id="R6608bd7f147c4c29"/>
    <p:sldLayoutId xmlns:r="http://schemas.openxmlformats.org/officeDocument/2006/relationships" id="2147483654" r:id="Rc60a201f824e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d15d73014416c" /><Relationship Type="http://schemas.openxmlformats.org/officeDocument/2006/relationships/notesSlide" Target="/ppt/notesSlides/notesSlide1.xml" Id="R990e8baf5818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aa19ca76e45cc" /><Relationship Type="http://schemas.openxmlformats.org/officeDocument/2006/relationships/notesSlide" Target="/ppt/notesSlides/notesSlide2.xml" Id="Rbed067f8b21d4a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4e67afee146d9" /><Relationship Type="http://schemas.openxmlformats.org/officeDocument/2006/relationships/notesSlide" Target="/ppt/notesSlides/notesSlide3.xml" Id="R7c360acf083e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3f1d169f74837" /><Relationship Type="http://schemas.openxmlformats.org/officeDocument/2006/relationships/notesSlide" Target="/ppt/notesSlides/notesSlide4.xml" Id="Rb1aa3956dba7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3fe91c4e64d4c" /><Relationship Type="http://schemas.openxmlformats.org/officeDocument/2006/relationships/notesSlide" Target="/ppt/notesSlides/notesSlide5.xml" Id="Rbe48b870adbb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836f119654877" /><Relationship Type="http://schemas.openxmlformats.org/officeDocument/2006/relationships/notesSlide" Target="/ppt/notesSlides/notesSlide6.xml" Id="Rb3deab79bc174b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e2c00f7a442f4" /><Relationship Type="http://schemas.openxmlformats.org/officeDocument/2006/relationships/notesSlide" Target="/ppt/notesSlides/notesSlide7.xml" Id="R83a3beae5be946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7397f8fe64134" /><Relationship Type="http://schemas.openxmlformats.org/officeDocument/2006/relationships/notesSlide" Target="/ppt/notesSlides/notesSlide8.xml" Id="R0ba20e67c3bf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9b1d665334834" /><Relationship Type="http://schemas.openxmlformats.org/officeDocument/2006/relationships/notesSlide" Target="/ppt/notesSlides/notesSlide9.xml" Id="R03de5d3b7c6c43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96666da8049c1" /><Relationship Type="http://schemas.openxmlformats.org/officeDocument/2006/relationships/notesSlide" Target="/ppt/notesSlides/notesSlide10.xml" Id="Red5920904c9b40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342a1201d4a53" /><Relationship Type="http://schemas.openxmlformats.org/officeDocument/2006/relationships/notesSlide" Target="/ppt/notesSlides/notesSlide11.xml" Id="R960cc740277b4a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6fd65fec945be" /><Relationship Type="http://schemas.openxmlformats.org/officeDocument/2006/relationships/notesSlide" Target="/ppt/notesSlides/notesSlide12.xml" Id="Reeec22eaab9642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baf80f65c4ef3" /><Relationship Type="http://schemas.openxmlformats.org/officeDocument/2006/relationships/notesSlide" Target="/ppt/notesSlides/notesSlide13.xml" Id="R0674c772e21847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6c4aa0b454bd0" /><Relationship Type="http://schemas.openxmlformats.org/officeDocument/2006/relationships/notesSlide" Target="/ppt/notesSlides/notesSlide14.xml" Id="Rae01cbe772814f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06fa7a1ee4af2" /><Relationship Type="http://schemas.openxmlformats.org/officeDocument/2006/relationships/notesSlide" Target="/ppt/notesSlides/notesSlide15.xml" Id="R8cf06b036a9643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e4e2ac40340b5" /><Relationship Type="http://schemas.openxmlformats.org/officeDocument/2006/relationships/notesSlide" Target="/ppt/notesSlides/notesSlide16.xml" Id="Rb132e656e17947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0ac7863d84a8a" /><Relationship Type="http://schemas.openxmlformats.org/officeDocument/2006/relationships/notesSlide" Target="/ppt/notesSlides/notesSlide17.xml" Id="R24f5364c32fb48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fbb6038dc4839" /><Relationship Type="http://schemas.openxmlformats.org/officeDocument/2006/relationships/notesSlide" Target="/ppt/notesSlides/notesSlide18.xml" Id="Rbd070182d83d41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bdb8c6ab84f69" /><Relationship Type="http://schemas.openxmlformats.org/officeDocument/2006/relationships/notesSlide" Target="/ppt/notesSlides/notesSlide19.xml" Id="R74cea401825c4b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742b802214cc5" /><Relationship Type="http://schemas.openxmlformats.org/officeDocument/2006/relationships/notesSlide" Target="/ppt/notesSlides/notesSlide20.xml" Id="R2445925d6c5346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607bb36a84409" /><Relationship Type="http://schemas.openxmlformats.org/officeDocument/2006/relationships/notesSlide" Target="/ppt/notesSlides/notesSlide21.xml" Id="Rd909501db14d4a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676489b614d07" /><Relationship Type="http://schemas.openxmlformats.org/officeDocument/2006/relationships/notesSlide" Target="/ppt/notesSlides/notesSlide22.xml" Id="R278c285538d44f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689b378c1478a" /><Relationship Type="http://schemas.openxmlformats.org/officeDocument/2006/relationships/notesSlide" Target="/ppt/notesSlides/notesSlide23.xml" Id="Rcdb0e7b8525641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838699039469f" /><Relationship Type="http://schemas.openxmlformats.org/officeDocument/2006/relationships/notesSlide" Target="/ppt/notesSlides/notesSlide24.xml" Id="R6eafe24ab61145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ecc9b29074865" /><Relationship Type="http://schemas.openxmlformats.org/officeDocument/2006/relationships/notesSlide" Target="/ppt/notesSlides/notesSlide25.xml" Id="R7af3300f376a46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d08c29d8c4eba" /><Relationship Type="http://schemas.openxmlformats.org/officeDocument/2006/relationships/notesSlide" Target="/ppt/notesSlides/notesSlide26.xml" Id="R8a4b51c4831943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9dac0c59e4794" /><Relationship Type="http://schemas.openxmlformats.org/officeDocument/2006/relationships/notesSlide" Target="/ppt/notesSlides/notesSlide27.xml" Id="R17b279b34d4946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3f0f1d9064f25" /><Relationship Type="http://schemas.openxmlformats.org/officeDocument/2006/relationships/notesSlide" Target="/ppt/notesSlides/notesSlide28.xml" Id="Rbcc47de572d14fc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dbe19f2614500" /><Relationship Type="http://schemas.openxmlformats.org/officeDocument/2006/relationships/notesSlide" Target="/ppt/notesSlides/notesSlide29.xml" Id="R361ea2e96aea48b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d6ad277944666" /><Relationship Type="http://schemas.openxmlformats.org/officeDocument/2006/relationships/notesSlide" Target="/ppt/notesSlides/notesSlide30.xml" Id="Rda27ce257fb04e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26BF6-4DE9-44AD-91F5-8939DAAC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124F-EA09-4709-834D-9818E3C4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BE580-D5EE-4E09-BF76-36F6AC5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Education and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03652-10FD-4057-A61A-232C4A5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8F65C-1C2A-4755-9D79-A6E32F8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1027003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38A1B-FE28-4739-B0EC-98E611E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DEFE3-7F28-4403-8E7B-615428C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B19B-9800-4E81-BBE2-B1505BA1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4E8D7-318C-4924-BD07-1D9E129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D980A-7D02-4602-A527-5B54214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IV therapy in clear patient-centered language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teaching and the patient's response</a:t>
            </a:r>
          </a:p>
        </p:txBody>
      </p:sp>
    </p:spTree>
    <p:extLst>
      <p:ext uri="{BB962C8B-B14F-4D97-AF65-F5344CB8AC3E}">
        <p14:creationId xmlns:p14="http://schemas.microsoft.com/office/powerpoint/2010/main" val="477227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4F90A-24F6-4792-9F09-C4F8CC75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FA00-0E6B-4CC5-A4B2-6A4CCAF8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 before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DDBFA-8694-4601-991B-69606C4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5112B-23B1-4FE2-9034-F6ED787A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D26FC-4C0D-461F-A21E-18C9DBE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what the patient understands, what happened during previous IV therapy, and what worries them now.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Consider cognition, language, culture, pain, vision, hearing, and readiness to learn.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F805A-B585-4CEC-911C-4712B22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63665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905E5-1977-413C-9BA7-09E162B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AFB39-3EC1-4229-888F-9DDC3D2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Information patients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CF6CC-F5A8-4897-8862-972C31A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B94E-3B0E-4245-B4BB-2BF34AD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0F06A-2098-465D-8501-5E99D1AD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qualified language assistance when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2B43F-E7C9-49D8-85F5-3CC63B8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68945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97ED6-562A-4446-A5C0-AA183B9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0059-644B-481F-9502-7D3AAF9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Reducing anxiety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E8B8-E5CA-4092-B8B4-A90DB7D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C5EFC-DC18-457D-91A0-F1FA5D2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DF97A-BF84-4591-835A-BDF1694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supplies before approaching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calm explanation, preserve privacy, position the patient comfortably, and invite questions.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minimize fear or promise a painless procedure.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1B131-D4BC-4095-BA3A-FE09736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41353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A0844-920D-49E5-949B-02FF4A16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BE821-7E3E-4316-B623-92BFA7D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Teach-back and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2755-DA68-4E76-BAFB-092FB0E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F40A9-1AD0-4116-9895-D3FDC66F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2843F-5F48-4AD2-B535-C61E76BF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29311-78C2-441B-BBC6-D3071F3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29891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2E1AF-ECED-426E-B921-88F9893C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824EF-EA6B-4701-B249-09E7BC5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1126-0282-4DF9-9602-388C0861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586B-41E3-4466-BD1F-AE543CA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A9C97-CFB3-4130-B84D-98E7D8F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Veins return blood to the heart at lower pressure, have thinner walls than arteries, and often contain valves.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Superficial veins of the hand and forearm are commonly considered for peripheral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Begin distally when clinically appropriate so proximal sites remain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B57C4-806F-4D95-9856-84B352F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34073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85195-C825-467E-A79A-3E17A0D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E62C6-1069-42D4-AAEF-A688959F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0580F-AAD5-45CD-982E-20B6CE25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022A-3F1B-4D59-B2C6-87E6495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A2247-D05A-4227-8436-6CE3568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both extremities for vein visibility, palpability, direction, depth, resilience, and nearby joints.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smallest suitable catheter and shortest suitable length to the prescribed therapy, anticipated duration, vein, patient age, and condition.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7A5CA-D928-43D7-BDB4-7FB5F979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2781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84894-6391-46A2-AB3D-61B7A29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19386-A4ED-4A2E-B9FA-60DFF003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41F27-BE2F-4701-BD99-7A8F043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1280-BDAB-466E-ADB9-AF6D4C63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96EB8-07E9-4ABD-8219-7679E75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Avoid or seek explicit direction for sites affected by infection, burns, impaired circulation or sensation, prior infiltration/phlebitis, dialysis access, lymph-node dissection, paralysis, or other contraindications.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Lower-extremity and special-population access must follow current policy and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D9BE2-04AF-4F93-99EE-D8A3448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36946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EFDF5-82B1-4BD0-BBD9-75C3539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4F126-65C1-4E67-A5AB-F035A9A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Patient-centered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3EC28-2A4D-4A7C-B2B1-531917E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22001-B789-490F-8C61-4A35E61A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894F3-E6E1-4350-9B07-04931B9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 and steps, obtain cooperation, address anxiety, preserve privacy, position comfortably, and honor the patient's right to ask questions or refuse.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5B560-3878-4233-B049-A202A042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0432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7203-4FA0-48A7-B65F-46F7DD4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72642-E37C-4CFD-B8E7-F40A3699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45E07-0C79-4B46-BAC3-59FFD82A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CA60D-3525-4F86-873E-404639B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BE0D9-9583-4236-A62A-CC97A77C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the order verification, date/time, indication, site/side, vein when required, device type/gauge/length, number of attempts and inserter, antiseptic, dressing/securement, patency, solution/medication/rate, pump settings, patient tolerance/teaching, assessments, complications, actions, notifications, and response.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discontinuation and catheter integrity.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D2667-32B0-45B9-8D26-D93875ED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43663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FB05E-616C-4434-B147-D427090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CF7F-667F-462C-B21C-BC972E7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18CC0-06E2-487A-A4F9-E7F50651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FBA6C-F92B-4EB2-AFD9-F9445B3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B4677-6ED6-4B78-BFAD-A9BF2C02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Teach the patient to protect the device and report pain, burning, wetness, leaking, swelling, redness, warmth, coolness, tightness, bleeding, pump alarms, fever/chills, shortness of breath, rash, or other new symptoms.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43467-8D5C-447B-8105-38D96746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37517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86037-5CCE-466D-AE62-76E2390E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B250F-FC2B-4FA7-9BC4-1697EF7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Pre-lab mental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C1A31-C8B7-4439-9533-1A424C7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216DF-D53C-4CF1-B620-A9DCEFD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F3607-DC19-43B7-A00C-1D1FAEC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deliberate pause before every procedure: correct patient, order, therapy, access, equipment, infection-control plan, calculation, emergency plan, and documentation.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lab, verbalize each safety check and stop immediately if a critical element is missed.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38F8-4A51-4C11-A05F-40D8A72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7958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FAC23-F15A-4D78-A96B-B61F6D1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44AD3-2B8D-41BC-8B94-00D2D38F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Education in the Administration of IV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E51F5-CE54-46C5-A9BD-5CA354B6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A39AB-610A-4031-9239-B74340D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70F86-EB35-4FE6-9481-373E56AF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2 Module Objectives At the conclusion of this self-learning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the nursing actions which will relieve patient's anxiety towards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patient needs for education regarding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nursing actions which will help patient cope with IV therapy.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80010-6DE8-4004-A891-2E7735DA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30AAA-6D8B-42E5-BEFA-4818AD6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13</a:t>
            </a:r>
          </a:p>
        </p:txBody>
      </p:sp>
    </p:spTree>
    <p:extLst>
      <p:ext uri="{BB962C8B-B14F-4D97-AF65-F5344CB8AC3E}">
        <p14:creationId xmlns:p14="http://schemas.microsoft.com/office/powerpoint/2010/main" val="442555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FBE81-0D52-46BC-A709-0107D79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D359-92B5-4AC4-98F9-8A3EC05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79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Education in the Administration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CD761-C02E-4A91-84A5-585626B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584EC-A0F3-4AA6-92FD-7DBE0A7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DFE0F-B141-4D85-8D2D-7038A83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nursing actions which show compassion for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Scope of IV Therapy Delivery of Solutions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Medications and Blood Products Techniques for Administration of IV Therapy Direct Access to Circulation Technical Skills Patient Centered Care Assessment of Physical and Emotional State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Patient/Family Attitudes Recognition of Anxiety Elderly Patients Nursing Interventions Preparation Patient/Family Teaching Technical Expertise Documentation Glossary Bibliography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8F004-EE0F-4F7B-AA8E-2BC80939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648ED-2384-4E06-AB71-3B745725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13</a:t>
            </a:r>
          </a:p>
        </p:txBody>
      </p:sp>
    </p:spTree>
    <p:extLst>
      <p:ext uri="{BB962C8B-B14F-4D97-AF65-F5344CB8AC3E}">
        <p14:creationId xmlns:p14="http://schemas.microsoft.com/office/powerpoint/2010/main" val="1482958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674D5-B1FB-489C-B03B-B5A3D28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0021E-1950-42FE-9E11-7E7E21A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B2A0A-89CC-49ED-948A-3A9C051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08FC1-25A0-41CE-B79E-BE9B51B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DC569-6CF3-4715-9B8D-3A88F9C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Intravenous Therapy is used for the administration of a wide variety of solutions, medications, and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a very complex area of practice which challenges the nurse in attaining and maintaining clinical competency in: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Methods of Delivery *Dosages *Selection of Equipment *Operation of Equipment *Troubleshooting Catheters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Tubing, and Equipment Techniques for administration of IV Therapy IV administration provides direct access to the patient's body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B7E95-F0D1-477B-A3F0-A13A12D4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3D7F8-38ED-42F6-9FC3-0E58C9DB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12500147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626C5-B187-45F0-8408-89CF4C3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FC2DD-F8BD-4371-8DEA-074071E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FDB75-7D12-40F1-8AA4-95BA1374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F72CE-70EC-4556-99E6-E11FF26B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1B30-BD10-4CED-BDBA-D4A3B422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advantage of immediate action is also a disadvantage should an error be made in amount, dosage, rate or method of delivery.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an invasive therapy which also offers a risk of life-threatening infection.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not an isolated technical skill but combines cognitive and intuitive skills of the nurse in interpreting, evaluating, and acting on behalf of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centered nursing care in the administration of IV therapy includes: observation, assessment, knowledge of the patients overall condition, and disease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A452D-3020-4E8B-A090-A3D5BB1C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CC907-8C92-4023-A9D3-B59B709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4638976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75EC4-D7F6-400E-BDD7-061EC434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4B42-32C4-488A-9CA4-B2ED092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3E721-25E8-4D79-9B4A-205A4DD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9E0AB-8BDE-4A48-840C-58BEE0B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31381-035E-4028-9BE5-1C0DC1FB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education as part of nursing action meets the patient's right to know.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Accurate information given to the patient prepares him or her to cooperate and participate in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IV therapy is an invasive therapy in which complications may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Patient's may have had prior experience with the procedure or received information from friends or family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2AB49-AC3E-4658-8C50-62241FCF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2E815-2A40-4386-B761-855A5C0C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18874266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EC17-C6E3-45E8-8870-158073DA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77E9D-EBDE-4F4E-BB26-76B46B5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Scope of IV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40F1C-AACB-4019-8B70-A0284E6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9EAF4-0F71-4DEF-A669-AF7B583B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C589-A08F-4C3C-992B-47686AF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Their level of understanding must be assessed.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aspects that the patient may fear are: *Pain *Disfigurement *Bruising *Bleeding *Altered Body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503DF-FE09-4EDA-AAE2-A7D2B9FC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BEAEC-A12A-4721-A2F7-287F1F9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14</a:t>
            </a:r>
          </a:p>
        </p:txBody>
      </p:sp>
    </p:spTree>
    <p:extLst>
      <p:ext uri="{BB962C8B-B14F-4D97-AF65-F5344CB8AC3E}">
        <p14:creationId xmlns:p14="http://schemas.microsoft.com/office/powerpoint/2010/main" val="1252264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DB919-9C53-4522-BB4A-E8D0EB0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2E209-6163-4913-B999-75888C3A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91DD2-F7F8-4744-A36D-5F3BB74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81299-8B96-4F88-B931-C8C1801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3C8FD-ED43-4080-94B9-B8134E54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caring for the patient receiving IV therapy must initially assess the patient's physical condition and emotional state prior to the administration of IV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RN is responsible for patient assessment and coordinating the delegation of information to the LPN.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assessment includes: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*Patient's attitude *Previous experience *Knowledge level * Ability to cope with painful procedures Observe the patient's body language and facial expressions for overt signs of anxiety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9C3AA-C911-4757-B13E-5D61BAE4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40385-051B-4F4B-A3DE-CA3EBE2A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2545271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0DCCF-A81C-45DF-BC10-89D3196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E047C-69B4-4DE8-9292-7EAEC91E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86FD9-29FA-458A-BD19-2CAB6DB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51070-D42E-4F41-A26A-7AB270B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DE5E3-F1D2-4871-B5CE-B5085D0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(talking more than usual, silence, crying, trembling, etc.).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Listen to the patient and allow the patient to verbalize their anxieties.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Acknowledgement of the painful nature of some IV procedures, most of which are only briefly painful, should be offered.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calm approach to the patient is always appropriate when questioning the patient as to his or her level of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776B1-83C4-4602-B0BB-9493599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D38AF-2E8C-4B8A-8892-CA5B60B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4732794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91FD4-0655-4391-8975-E2AD0C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6769B-DC49-4DC2-8301-C8E5880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E7AF-CE85-43D8-A474-A33C382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10F0-DD68-4D65-9BED-204F7B80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DFC18-7D5F-4BA9-BC41-724F57D5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Have the patient verbalize what he or she knows about the type of IV therapy ordered and what the patient's expectations are.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Factual answers to patient's questions about risks, and emphasizing careful technique to prevent complications are important.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should give careful explanations of: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*Type of IV Therapy *Length of Therapy *Expected Effects *Any Patient Restrictions Specific instructions should be given the patient regarding what signs and symptoms should be reported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BE52B-E4A5-4E94-9445-A84B2ED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B2FBA-E3BE-4CF4-A3B0-0D34877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2823023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2B90C-CE0B-4B7E-9AB8-477276E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A774B-3DEE-45D9-ADE3-8F8B72B9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DB3F5-4E58-4DE2-9517-15DA05B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CE93-B007-4F67-8AFD-555A86E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2258F-3B34-4149-8F1D-982DDAE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 the nurse during the infusion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 explanations should be given, when possible, to family members or friends as well as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 they can reinforce information and provide support for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cases in which the patient will be going home with some form if IV therapy, for example a Hickman catheter or an implanted infusion port, detailed information, verbal and written,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1FAB0-BB87-493F-85D3-21FBEC7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4ED86-D503-4526-97D6-51A52EB9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21410533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93957-0805-4A6F-B4D2-65C545FE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1DAC-F5EF-4586-976D-F6AD1A9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580A2-6DD2-4491-95F8-3F8599B4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86FE6-48CB-4CB8-9C0B-17BACC0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6DA83-EF19-4ACF-BF4B-499919C0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must be given for those procedures the patient and/or family will be performing.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Careful coordination with the home health care team is essential for smooth transition from inpatient to home setting.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meticulous technique necessary for the prevention of infection and other complications requires instruction and demonstration by the nurse and return demonstration by the patient or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caregivers.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5DCD9-659A-47E1-A03A-14C0A936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18EAB-F4DA-4740-82E2-E674C38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2063838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42584-D6E7-47D0-95BE-066B79E8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F44C6-5A26-432C-8FF6-E735F55B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 Centered Care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020C6-2469-4B64-A0F2-13BC80E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580C5-FD2A-480A-A553-24F7001E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8D3D-9873-4513-825F-E336CBB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Timely and complete documentation of all procedures and of those solutions and medications given, as well as any side effects or complications of therapy are necessary to provide a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clinical and legal record of the patient's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B419E-ACD3-46BA-8485-BD9C30A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D4329-4DD0-4F60-ABC2-7BF71DF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15</a:t>
            </a:r>
          </a:p>
        </p:txBody>
      </p:sp>
    </p:spTree>
    <p:extLst>
      <p:ext uri="{BB962C8B-B14F-4D97-AF65-F5344CB8AC3E}">
        <p14:creationId xmlns:p14="http://schemas.microsoft.com/office/powerpoint/2010/main" val="14137021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0D44C-BCB4-4257-8701-710D592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1554-3488-46A1-8D86-A14E5A4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30CC-F257-4597-90E3-42C65FC6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964D8-7993-422E-89FC-D41109E2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48485-B197-4E78-8F3E-AB0E756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Glossary Accountable Subject to giving an account: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answerable Deep vein inside chest or neck (not on surface) Policy Definite course or method of action...to guide and determine present and future action Procedure A particular way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acting or accomplishing something Responsible Able to answer for one's conduct and obligations Rule Prescribed guide for conduct or action Standard Something established by authority,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custom, or general consent Scope of practice Extent of (nursing) practice Module Bibliography Florida Statute 464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9E69-94B3-4FF2-BA1D-5738EFC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3F753-0812-4677-9318-AE9A88E8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12938385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28D1-9D70-4077-9EBE-F16CCA1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7793-79A8-44D9-80F2-4C09A4D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6F943-F8E4-47F3-B323-5DF4F8D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C8682-23B6-42CE-80A0-2C5F483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5D6E8-7675-4558-9268-25BAE84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Nursing Florida Board of Nursing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Rules 64B9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Agency for Health Care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Pocket Guide to Intravenous Therapy, Third Edition, La Roca et al, Mosby, Baltimore, MD 1997.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3358-4D6D-4AC2-BF6C-4414733C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16310-CBF8-4016-8351-C509D8C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7032264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A25CB-752E-4CD9-B98D-A358976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4726E-C58A-4526-8023-A7C113B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Central Vein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57FA-32B5-4B81-AB20-FFAE1B12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951A8-242B-468A-99B3-DB39983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3DA5A-6AA9-4D71-B6AF-C46A35C6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Intravenous Therapy: Clinical Principal and Practice, Terry et al, W.B.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Saunders Company, Philadelphia, PA, 1995.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American Heritage Dictionary, Second College Edition, Houghton Mifflin Company, Boston, MA 1976.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7A405-10AD-4FEF-BC89-4657D2EF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B620C-46B7-4164-A400-16ACF26D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16</a:t>
            </a:r>
          </a:p>
        </p:txBody>
      </p:sp>
    </p:spTree>
    <p:extLst>
      <p:ext uri="{BB962C8B-B14F-4D97-AF65-F5344CB8AC3E}">
        <p14:creationId xmlns:p14="http://schemas.microsoft.com/office/powerpoint/2010/main" val="16535992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79FDD-CA89-4A24-B958-1E0776DD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0E230-8FA9-4A3F-962F-5B7F74C3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9BEF1-AF19-4FCD-9448-320F39F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A0476-A5BE-4244-9024-9E6C793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D2049-1ACF-4C90-A02E-F8B2E459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teach-back for site protection and reportable symptoms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Adapt teaching for an older adult with hearing loss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therapeutically to a patient who refuses insertion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E8828-3A1B-4EA0-AAA4-BF9A823D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4216475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E235A-7592-494A-AB9E-89490806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FDB2B-6DF5-412F-AD0E-895602E1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B4BB-A251-4E4B-8993-AF808FC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7C052-DAF2-459C-82F8-AAF522A5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D4C91-237A-4E2F-8757-C44F8F37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 Use qualified language assistance when needed.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 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4BF4A-6AB9-4C15-9EF0-F1002449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124527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2026-10-21T01:34:23.3420000Z</dcterms:created>
  <dcterms:modified xsi:type="dcterms:W3CDTF">2026-10-21T01:34:23.3420000Z</dcterms:modified>
</coreProperties>
</file>