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602d331dc459b" /><Relationship Type="http://schemas.openxmlformats.org/officeDocument/2006/relationships/extended-properties" Target="/docProps/app.xml" Id="R28d8f5d030c348c6" /><Relationship Type="http://schemas.openxmlformats.org/officeDocument/2006/relationships/officeDocument" Target="/ppt/presentation.xml" Id="Ra080aae97146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01d580b2347ba"/>
  </p:sldMasterIdLst>
  <p:notesMasterIdLst>
    <p:notesMasterId xmlns:r="http://schemas.openxmlformats.org/officeDocument/2006/relationships" r:id="R9b001eba6ea24fc7"/>
  </p:notesMasterIdLst>
  <p:sldIdLst>
    <p:sldId xmlns:r="http://schemas.openxmlformats.org/officeDocument/2006/relationships" id="256" r:id="R54f9b65f745747c7"/>
    <p:sldId xmlns:r="http://schemas.openxmlformats.org/officeDocument/2006/relationships" id="257" r:id="Rc9d1de8fb67144f2"/>
    <p:sldId xmlns:r="http://schemas.openxmlformats.org/officeDocument/2006/relationships" id="258" r:id="R6a0429992e604b2f"/>
    <p:sldId xmlns:r="http://schemas.openxmlformats.org/officeDocument/2006/relationships" id="259" r:id="R450f05a4d308496b"/>
    <p:sldId xmlns:r="http://schemas.openxmlformats.org/officeDocument/2006/relationships" id="260" r:id="R7792012f5b6441e0"/>
    <p:sldId xmlns:r="http://schemas.openxmlformats.org/officeDocument/2006/relationships" id="261" r:id="Raa5b1655239f4ab8"/>
    <p:sldId xmlns:r="http://schemas.openxmlformats.org/officeDocument/2006/relationships" id="262" r:id="R75a5bdb70222459e"/>
    <p:sldId xmlns:r="http://schemas.openxmlformats.org/officeDocument/2006/relationships" id="263" r:id="R8b9b3de1ee6f4044"/>
    <p:sldId xmlns:r="http://schemas.openxmlformats.org/officeDocument/2006/relationships" id="264" r:id="Re163267f938e420a"/>
    <p:sldId xmlns:r="http://schemas.openxmlformats.org/officeDocument/2006/relationships" id="265" r:id="R39ce3016f9ad4147"/>
    <p:sldId xmlns:r="http://schemas.openxmlformats.org/officeDocument/2006/relationships" id="266" r:id="Rbb41540e0f404e14"/>
    <p:sldId xmlns:r="http://schemas.openxmlformats.org/officeDocument/2006/relationships" id="267" r:id="Rccf738b7ab334389"/>
    <p:sldId xmlns:r="http://schemas.openxmlformats.org/officeDocument/2006/relationships" id="268" r:id="R3abe2d0690514fb8"/>
    <p:sldId xmlns:r="http://schemas.openxmlformats.org/officeDocument/2006/relationships" id="269" r:id="Rfc82238969e4423a"/>
    <p:sldId xmlns:r="http://schemas.openxmlformats.org/officeDocument/2006/relationships" id="270" r:id="R143318e2a57e4b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8e48ca2bb4638" /><Relationship Type="http://schemas.openxmlformats.org/officeDocument/2006/relationships/slideMaster" Target="/ppt/slideMasters/slideMaster1.xml" Id="R94801d580b2347ba" /><Relationship Type="http://schemas.openxmlformats.org/officeDocument/2006/relationships/notesMaster" Target="/ppt/notesMasters/notesMaster1.xml" Id="R9b001eba6ea24fc7" /><Relationship Type="http://schemas.openxmlformats.org/officeDocument/2006/relationships/presProps" Target="/ppt/presProps.xml" Id="Rdc87bde3a7054742" /><Relationship Type="http://schemas.openxmlformats.org/officeDocument/2006/relationships/tableStyles" Target="/ppt/tableStyles.xml" Id="Rdfd2d1067ee24c3a" /><Relationship Type="http://schemas.openxmlformats.org/officeDocument/2006/relationships/slide" Target="/ppt/slides/slide1.xml" Id="R54f9b65f745747c7" /><Relationship Type="http://schemas.openxmlformats.org/officeDocument/2006/relationships/slide" Target="/ppt/slides/slide2.xml" Id="Rc9d1de8fb67144f2" /><Relationship Type="http://schemas.openxmlformats.org/officeDocument/2006/relationships/slide" Target="/ppt/slides/slide3.xml" Id="R6a0429992e604b2f" /><Relationship Type="http://schemas.openxmlformats.org/officeDocument/2006/relationships/slide" Target="/ppt/slides/slide4.xml" Id="R450f05a4d308496b" /><Relationship Type="http://schemas.openxmlformats.org/officeDocument/2006/relationships/slide" Target="/ppt/slides/slide5.xml" Id="R7792012f5b6441e0" /><Relationship Type="http://schemas.openxmlformats.org/officeDocument/2006/relationships/slide" Target="/ppt/slides/slide6.xml" Id="Raa5b1655239f4ab8" /><Relationship Type="http://schemas.openxmlformats.org/officeDocument/2006/relationships/slide" Target="/ppt/slides/slide7.xml" Id="R75a5bdb70222459e" /><Relationship Type="http://schemas.openxmlformats.org/officeDocument/2006/relationships/slide" Target="/ppt/slides/slide8.xml" Id="R8b9b3de1ee6f4044" /><Relationship Type="http://schemas.openxmlformats.org/officeDocument/2006/relationships/slide" Target="/ppt/slides/slide9.xml" Id="Re163267f938e420a" /><Relationship Type="http://schemas.openxmlformats.org/officeDocument/2006/relationships/slide" Target="/ppt/slides/slide10.xml" Id="R39ce3016f9ad4147" /><Relationship Type="http://schemas.openxmlformats.org/officeDocument/2006/relationships/slide" Target="/ppt/slides/slide11.xml" Id="Rbb41540e0f404e14" /><Relationship Type="http://schemas.openxmlformats.org/officeDocument/2006/relationships/slide" Target="/ppt/slides/slide12.xml" Id="Rccf738b7ab334389" /><Relationship Type="http://schemas.openxmlformats.org/officeDocument/2006/relationships/slide" Target="/ppt/slides/slide13.xml" Id="R3abe2d0690514fb8" /><Relationship Type="http://schemas.openxmlformats.org/officeDocument/2006/relationships/slide" Target="/ppt/slides/slide14.xml" Id="Rfc82238969e4423a" /><Relationship Type="http://schemas.openxmlformats.org/officeDocument/2006/relationships/slide" Target="/ppt/slides/slide15.xml" Id="R143318e2a57e4b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fa82dbaec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3208348314cda" /><Relationship Type="http://schemas.openxmlformats.org/officeDocument/2006/relationships/notesMaster" Target="/ppt/notesMasters/notesMaster1.xml" Id="Rcbd8cd93effc42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34922b2e4f4e14" /><Relationship Type="http://schemas.openxmlformats.org/officeDocument/2006/relationships/notesMaster" Target="/ppt/notesMasters/notesMaster1.xml" Id="Rc03f868bdd5b49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becd1eb8104c95" /><Relationship Type="http://schemas.openxmlformats.org/officeDocument/2006/relationships/notesMaster" Target="/ppt/notesMasters/notesMaster1.xml" Id="Rbafa0273da7d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95de53fbe64547" /><Relationship Type="http://schemas.openxmlformats.org/officeDocument/2006/relationships/notesMaster" Target="/ppt/notesMasters/notesMaster1.xml" Id="R064d1ecf75d84d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d86058330849ae" /><Relationship Type="http://schemas.openxmlformats.org/officeDocument/2006/relationships/notesMaster" Target="/ppt/notesMasters/notesMaster1.xml" Id="R18bf2951d1bb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3884dbee94d6e" /><Relationship Type="http://schemas.openxmlformats.org/officeDocument/2006/relationships/notesMaster" Target="/ppt/notesMasters/notesMaster1.xml" Id="Rd24ebe4fde4e40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1911b7fba14ac0" /><Relationship Type="http://schemas.openxmlformats.org/officeDocument/2006/relationships/notesMaster" Target="/ppt/notesMasters/notesMaster1.xml" Id="R39ca93de0b3f44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d7dc67dfe41f8" /><Relationship Type="http://schemas.openxmlformats.org/officeDocument/2006/relationships/notesMaster" Target="/ppt/notesMasters/notesMaster1.xml" Id="R50269e789ebb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d075630304489f" /><Relationship Type="http://schemas.openxmlformats.org/officeDocument/2006/relationships/notesMaster" Target="/ppt/notesMasters/notesMaster1.xml" Id="R5fa05cd90bfd4f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253cf118644d4e" /><Relationship Type="http://schemas.openxmlformats.org/officeDocument/2006/relationships/notesMaster" Target="/ppt/notesMasters/notesMaster1.xml" Id="Rc9e3ac3f1aa742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3ac824a1b14efa" /><Relationship Type="http://schemas.openxmlformats.org/officeDocument/2006/relationships/notesMaster" Target="/ppt/notesMasters/notesMaster1.xml" Id="R5e510faea56741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8a9cce6a9941d2" /><Relationship Type="http://schemas.openxmlformats.org/officeDocument/2006/relationships/notesMaster" Target="/ppt/notesMasters/notesMaster1.xml" Id="R02c847e59cd146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fceed767094075" /><Relationship Type="http://schemas.openxmlformats.org/officeDocument/2006/relationships/notesMaster" Target="/ppt/notesMasters/notesMaster1.xml" Id="R29e543680c1343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8c31a928b4463f" /><Relationship Type="http://schemas.openxmlformats.org/officeDocument/2006/relationships/notesMaster" Target="/ppt/notesMasters/notesMaster1.xml" Id="R4a08706c06ec4a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654e31225141a0" /><Relationship Type="http://schemas.openxmlformats.org/officeDocument/2006/relationships/notesMaster" Target="/ppt/notesMasters/notesMaster1.xml" Id="R397211ce721742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13-25;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06d7bcfe044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06a5076e047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f7162122440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8aa9e61b94f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947d3c3d04d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be5296147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2CFA1B-A3DD-4AE7-B251-554D72BEF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51197F-7078-400E-AD6C-217D9D7D9B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A30594-DD78-4104-878C-E47247746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ECC4A3-7844-4386-B36F-930105A75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7FF395-7216-4A40-8225-78BB05CBBD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72E200-5854-4D7C-BA78-D00E5FA00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3E0C15-D00D-4114-A830-29BB89CBB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149624-01E4-4B09-BBC9-A03A51E90F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232FE1-76B8-47EE-BC3B-C50DDC812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D30567-07F6-406E-93E8-893FE1B9C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dac00ec824e2c" /><Relationship Type="http://schemas.openxmlformats.org/officeDocument/2006/relationships/slideLayout" Target="/ppt/slideLayouts/slideLayout1.xml" Id="Rd0bcc1fb7965455a" /><Relationship Type="http://schemas.openxmlformats.org/officeDocument/2006/relationships/slideLayout" Target="/ppt/slideLayouts/slideLayout2.xml" Id="R60ef995c68bf4b48" /><Relationship Type="http://schemas.openxmlformats.org/officeDocument/2006/relationships/slideLayout" Target="/ppt/slideLayouts/slideLayout3.xml" Id="R49ee6323120a4674" /><Relationship Type="http://schemas.openxmlformats.org/officeDocument/2006/relationships/slideLayout" Target="/ppt/slideLayouts/slideLayout4.xml" Id="R6703accabbde40ec" /><Relationship Type="http://schemas.openxmlformats.org/officeDocument/2006/relationships/slideLayout" Target="/ppt/slideLayouts/slideLayout5.xml" Id="R2200c8387ca2420b" /><Relationship Type="http://schemas.openxmlformats.org/officeDocument/2006/relationships/slideLayout" Target="/ppt/slideLayouts/slideLayout6.xml" Id="Ra24dc83b986e44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bcc1fb7965455a"/>
    <p:sldLayoutId xmlns:r="http://schemas.openxmlformats.org/officeDocument/2006/relationships" id="2147483650" r:id="R60ef995c68bf4b48"/>
    <p:sldLayoutId xmlns:r="http://schemas.openxmlformats.org/officeDocument/2006/relationships" id="2147483651" r:id="R49ee6323120a4674"/>
    <p:sldLayoutId xmlns:r="http://schemas.openxmlformats.org/officeDocument/2006/relationships" id="2147483652" r:id="R6703accabbde40ec"/>
    <p:sldLayoutId xmlns:r="http://schemas.openxmlformats.org/officeDocument/2006/relationships" id="2147483653" r:id="R2200c8387ca2420b"/>
    <p:sldLayoutId xmlns:r="http://schemas.openxmlformats.org/officeDocument/2006/relationships" id="2147483654" r:id="Ra24dc83b986e44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12b00a6a042b9" /><Relationship Type="http://schemas.openxmlformats.org/officeDocument/2006/relationships/notesSlide" Target="/ppt/notesSlides/notesSlide1.xml" Id="R507eb3d8d757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a9ad59a094601" /><Relationship Type="http://schemas.openxmlformats.org/officeDocument/2006/relationships/notesSlide" Target="/ppt/notesSlides/notesSlide2.xml" Id="Rb955d4cb08ce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bb952f1124d70" /><Relationship Type="http://schemas.openxmlformats.org/officeDocument/2006/relationships/notesSlide" Target="/ppt/notesSlides/notesSlide3.xml" Id="Re8e5b79e8805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10dd04e3a43cc" /><Relationship Type="http://schemas.openxmlformats.org/officeDocument/2006/relationships/notesSlide" Target="/ppt/notesSlides/notesSlide4.xml" Id="Rf91282c527f448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5846b8c46437c" /><Relationship Type="http://schemas.openxmlformats.org/officeDocument/2006/relationships/notesSlide" Target="/ppt/notesSlides/notesSlide5.xml" Id="R40542a967a71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5f71af5c74264" /><Relationship Type="http://schemas.openxmlformats.org/officeDocument/2006/relationships/notesSlide" Target="/ppt/notesSlides/notesSlide6.xml" Id="Rd5d3ccd3f7dc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b84544cd34903" /><Relationship Type="http://schemas.openxmlformats.org/officeDocument/2006/relationships/notesSlide" Target="/ppt/notesSlides/notesSlide7.xml" Id="Rf422096b2d92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b2301dc9d472d" /><Relationship Type="http://schemas.openxmlformats.org/officeDocument/2006/relationships/notesSlide" Target="/ppt/notesSlides/notesSlide8.xml" Id="Recaf5cd6270e40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ba24011ca4e5b" /><Relationship Type="http://schemas.openxmlformats.org/officeDocument/2006/relationships/notesSlide" Target="/ppt/notesSlides/notesSlide9.xml" Id="Rbafc5ebe2e9e46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caf1a23514c32" /><Relationship Type="http://schemas.openxmlformats.org/officeDocument/2006/relationships/notesSlide" Target="/ppt/notesSlides/notesSlide10.xml" Id="R247cc5eb09e04a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a5fe2222849e5" /><Relationship Type="http://schemas.openxmlformats.org/officeDocument/2006/relationships/notesSlide" Target="/ppt/notesSlides/notesSlide11.xml" Id="Ra31fcc28cbc249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947322fbc481e" /><Relationship Type="http://schemas.openxmlformats.org/officeDocument/2006/relationships/notesSlide" Target="/ppt/notesSlides/notesSlide12.xml" Id="Rc9988e26ab2e49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a2b97c2904ce7" /><Relationship Type="http://schemas.openxmlformats.org/officeDocument/2006/relationships/notesSlide" Target="/ppt/notesSlides/notesSlide13.xml" Id="R44128aaf458344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6ac2ce849414b" /><Relationship Type="http://schemas.openxmlformats.org/officeDocument/2006/relationships/notesSlide" Target="/ppt/notesSlides/notesSlide14.xml" Id="R56026740d7e84f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4657f3d31470b" /><Relationship Type="http://schemas.openxmlformats.org/officeDocument/2006/relationships/notesSlide" Target="/ppt/notesSlides/notesSlide15.xml" Id="R22e26983335446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669A9-1F88-4E06-B69D-7720571B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25E7-89C5-4439-9BEF-D6590972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4A4B5-DEC2-49F5-A298-8226B98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Education and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E5E4C-7CA4-4122-AF40-9922CEF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8017D-50D2-4412-8147-D6B7002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Expanded instructor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40084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98B71-D977-4357-9B81-0EF75FF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4CC7E-FB99-4E12-A109-530EAEB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9F413-7645-4613-84C7-CDD5413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5B8D2-3D56-4571-8C87-552035FC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A6D18-8E71-4818-BAE0-5A57FE0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IV therapy in clear patient-centered language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teaching and the patient's response</a:t>
            </a:r>
          </a:p>
        </p:txBody>
      </p:sp>
    </p:spTree>
    <p:extLst>
      <p:ext uri="{BB962C8B-B14F-4D97-AF65-F5344CB8AC3E}">
        <p14:creationId xmlns:p14="http://schemas.microsoft.com/office/powerpoint/2010/main" val="41874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57AE-4F55-4162-A79D-41EEA312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6AC63-2C78-478D-8F34-D2C6575D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 before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51130-E8F9-45D9-8E8D-4F188B6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7C1E6-EABD-43B7-8CF9-A9DCE817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CFE73-FA76-4180-9D0C-4A5468C3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what the patient understands, what happened during previous IV therapy, and what worries them now.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Consider cognition, language, culture, pain, vision, hearing, and readiness to learn.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4BB13-DEA1-4865-980C-703068A9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6101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ED36-D12E-478E-BD25-874F51CD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6C1A2-682F-4D79-8009-A3BBF391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Information patients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5BE38-CEF7-46D9-B69D-AB228E3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47E62-2F13-4E40-AB27-5C01C487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BB0CF-24DB-4783-BC23-4E2C9BE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qualified language assistance when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3EF1F-0EE1-4F18-A3B6-E2EEB6F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63732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D85A5-F5A1-412E-96F9-4858E111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7E976-AA43-452E-9234-7DAEC13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Reducing anxiety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2C1C0-AFE3-4C0A-90A7-11D0B2B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2689F-6F8F-44AB-9B65-DC6415B6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35428-3FF6-4C34-8390-F62A6B80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supplies before approaching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calm explanation, preserve privacy, position the patient comfortably, and invite questions.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minimize fear or promise a painless procedure.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1661C-E1D6-4CF0-A9B0-7DE8C85E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17797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7674D-8D28-41A1-BF9F-83100B31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68B69-BDDB-40EF-8531-54C36D4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Teach-back and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1C13D-6583-4BE1-90C5-EF7716F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8507-737A-43A0-9A7D-2CA5E7A2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D78A4-424B-4A1E-869B-0F37288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5232F-2CCC-4CE1-8AF8-EC13A31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492132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DFACF-422C-44F8-908A-5BC059EA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6E9C-AAE8-434F-A54C-82DA1D6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C5AC7-6661-42BB-8F3D-887E43C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E7C16-0B17-4C47-A9F7-264F02D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DA1AF-B391-4AA1-9215-2729C70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Veins return blood to the heart at lower pressure, have thinner walls than arteries, and often contain valves.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Superficial veins of the hand and forearm are commonly considered for peripheral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Begin distally when clinically appropriate so proximal sites remain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A1C6B-3C77-4925-9780-27BA9CF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61227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B3C2F-7E1B-4C93-B169-9B54E51A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EAC6-556F-4158-8C63-67FCDDDD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A3C2-E922-43A8-ABA4-7EE6141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D9A2A-83B1-497C-AB7A-588F4E2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8DC55-2237-42A3-B360-D048F73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both extremities for vein visibility, palpability, direction, depth, resilience, and nearby joints.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smallest suitable catheter and shortest suitable length to the prescribed therapy, anticipated duration, vein, patient age, and condition.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4B83B-DD16-46C1-9ED1-6CD4E8B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34858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005BF-B3F6-4F73-AE25-372903E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09236-24F1-45BF-83F9-57BA1632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Circulation, Veins, and Peripheral Site Selection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0CC60-7FBC-42C4-BF1B-C455DBE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15CBB-61FB-49A6-B198-E6A7D418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DD340-9DB5-46C3-9A8A-52B1657F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Avoid or seek explicit direction for sites affected by infection, burns, impaired circulation or sensation, prior infiltration/phlebitis, dialysis access, lymph-node dissection, paralysis, or other contraindications.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Lower-extremity and special-population access must follow current policy and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F24BD-9EC9-4868-A08D-78DE3FE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69790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5454B-41D2-4673-96C7-609F666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96D1F-7DB1-4BCB-810E-D770488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Patient-centered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118D5-2D48-484E-B075-AFFDB52D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F5739-7796-41F5-9CB2-82C82AD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88776-2370-41C3-BDE0-F0C5B424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 and steps, obtain cooperation, address anxiety, preserve privacy, position comfortably, and honor the patient's right to ask questions or refuse.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CE395-B1BA-4780-B479-2222BFD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79879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95CE9-3732-4E3E-94E8-93FE224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C4A9-C839-404D-98ED-E9CFC2E6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1A8B2-B431-48F3-8EDD-7DB7677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8D62F-7307-42B8-93DA-B7BFCBFE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76D7-BC73-470F-A535-7FEB3E3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Document the order verification, date/time, indication, site/side, vein when required, device type/gauge/length, number of attempts and inserter, antiseptic, dressing/securement, patency, solution/medication/rate, pump settings, patient tolerance/teaching, assessments, complications, actions, notifications, and response.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discontinuation and catheter integrity.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6F8E-E78F-4F1B-AEFF-7470C47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72629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C2689-0F52-4106-AF70-546CCC7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B3054-8F14-4D4B-87AA-D56A899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Documentation, Patient Teaching, and Lab Readiness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736DE-DB3D-43BC-A443-939D0659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2D5D5-B8E2-4721-8C0F-7A36831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A8E9-516B-48B9-BC30-9BCE50F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Teach the patient to protect the device and report pain, burning, wetness, leaking, swelling, redness, warmth, coolness, tightness, bleeding, pump alarms, fever/chills, shortness of breath, rash, or other new symptoms.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D93B5-3A5D-4DDD-9296-6FAD83D3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914097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E689A-455C-4DD0-9E3D-2FF7DE6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DDC6E-C225-4E47-A172-1B854D3B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Pre-lab mental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1B418-5D29-450C-9013-CCF05FB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5286A-6103-4769-A6C5-5CE84CDF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DDBF8-E0EC-4AFC-B29B-3B769473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a deliberate pause before every procedure: correct patient, order, therapy, access, equipment, infection-control plan, calculation, emergency plan, and documentation.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lab, verbalize each safety check and stop immediately if a critical element is missed.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E3B0-2507-4BF5-84A0-F869CB85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279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A3769-B474-4556-B6DA-8646DA5E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7F6FD-DD67-48FD-B16A-D7C261F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1375E-72C1-4EEA-A360-4D56E04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6A058-0EC7-424E-9A65-86AA7F17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625D2-D66E-4870-9D6D-07DAFED3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teach-back for site protection and reportable symptoms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Adapt teaching for an older adult with hearing loss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therapeutically to a patient who refuses insertion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DD37A-E903-4367-8AD2-81FFC85D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2134980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DD371-B6CE-46F1-840D-419246B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DCFCC-2280-4955-895E-39EE450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371EA-DC08-4FC5-A8A3-B831714E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9D34-EA7F-4F3A-AEFC-7728E816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6322E-5249-4158-B067-A7F7148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physical condition, prior experience, and anxiety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 Use qualified language assistance when needed.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 Record topics taught, learning barriers, teaching method, demonstrated understanding, and follow-up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EFB80-1579-4AF0-A2B2-EFD6608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878078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2026-10-20T23:43:11.9300000Z</dcterms:created>
  <dcterms:modified xsi:type="dcterms:W3CDTF">2026-10-20T23:43:11.9300000Z</dcterms:modified>
</coreProperties>
</file>