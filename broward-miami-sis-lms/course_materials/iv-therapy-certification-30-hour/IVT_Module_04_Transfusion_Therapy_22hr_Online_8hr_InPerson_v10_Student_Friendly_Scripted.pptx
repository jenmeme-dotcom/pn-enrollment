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53f618530249a4" /><Relationship Type="http://schemas.openxmlformats.org/officeDocument/2006/relationships/extended-properties" Target="/docProps/app.xml" Id="R764dba81809b42a3" /><Relationship Type="http://schemas.openxmlformats.org/officeDocument/2006/relationships/officeDocument" Target="/ppt/presentation.xml" Id="Ree940989ec5d4e5e" /></Relationships>
</file>

<file path=ppt/presentation.xml><?xml version="1.0" encoding="utf-8"?>
<p:presentation xmlns:p="http://schemas.openxmlformats.org/presentationml/2006/main">
  <p:sldMasterIdLst>
    <p:sldMasterId xmlns:r="http://schemas.openxmlformats.org/officeDocument/2006/relationships" id="2147483648" r:id="R6fd776a588544239"/>
  </p:sldMasterIdLst>
  <p:notesMasterIdLst>
    <p:notesMasterId xmlns:r="http://schemas.openxmlformats.org/officeDocument/2006/relationships" r:id="R21bf9ce9c0e34234"/>
  </p:notesMasterIdLst>
  <p:sldIdLst>
    <p:sldId xmlns:r="http://schemas.openxmlformats.org/officeDocument/2006/relationships" id="256" r:id="R3ac573600de74a07"/>
    <p:sldId xmlns:r="http://schemas.openxmlformats.org/officeDocument/2006/relationships" id="257" r:id="R6dc4d229bcbd4c89"/>
    <p:sldId xmlns:r="http://schemas.openxmlformats.org/officeDocument/2006/relationships" id="258" r:id="R6deae9d3ae114846"/>
    <p:sldId xmlns:r="http://schemas.openxmlformats.org/officeDocument/2006/relationships" id="259" r:id="R4ca3fda0968c4fb1"/>
    <p:sldId xmlns:r="http://schemas.openxmlformats.org/officeDocument/2006/relationships" id="260" r:id="R232c686c061c486f"/>
    <p:sldId xmlns:r="http://schemas.openxmlformats.org/officeDocument/2006/relationships" id="261" r:id="R6155f527a2f942c1"/>
    <p:sldId xmlns:r="http://schemas.openxmlformats.org/officeDocument/2006/relationships" id="262" r:id="R48f3f950012f4a60"/>
    <p:sldId xmlns:r="http://schemas.openxmlformats.org/officeDocument/2006/relationships" id="263" r:id="R6dc667aefb1741dc"/>
    <p:sldId xmlns:r="http://schemas.openxmlformats.org/officeDocument/2006/relationships" id="264" r:id="Re38f2734cd92494c"/>
    <p:sldId xmlns:r="http://schemas.openxmlformats.org/officeDocument/2006/relationships" id="265" r:id="R613043e4e26b44e1"/>
    <p:sldId xmlns:r="http://schemas.openxmlformats.org/officeDocument/2006/relationships" id="266" r:id="R2592a0b43b85489b"/>
    <p:sldId xmlns:r="http://schemas.openxmlformats.org/officeDocument/2006/relationships" id="267" r:id="R83f1671bad5844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024647a9934d30" /><Relationship Type="http://schemas.openxmlformats.org/officeDocument/2006/relationships/slideMaster" Target="/ppt/slideMasters/slideMaster1.xml" Id="R6fd776a588544239" /><Relationship Type="http://schemas.openxmlformats.org/officeDocument/2006/relationships/notesMaster" Target="/ppt/notesMasters/notesMaster1.xml" Id="R21bf9ce9c0e34234" /><Relationship Type="http://schemas.openxmlformats.org/officeDocument/2006/relationships/presProps" Target="/ppt/presProps.xml" Id="Rab70bbdeee9048bd" /><Relationship Type="http://schemas.openxmlformats.org/officeDocument/2006/relationships/tableStyles" Target="/ppt/tableStyles.xml" Id="R0a47b35fc9674f27" /><Relationship Type="http://schemas.openxmlformats.org/officeDocument/2006/relationships/slide" Target="/ppt/slides/slide1.xml" Id="R3ac573600de74a07" /><Relationship Type="http://schemas.openxmlformats.org/officeDocument/2006/relationships/slide" Target="/ppt/slides/slide2.xml" Id="R6dc4d229bcbd4c89" /><Relationship Type="http://schemas.openxmlformats.org/officeDocument/2006/relationships/slide" Target="/ppt/slides/slide3.xml" Id="R6deae9d3ae114846" /><Relationship Type="http://schemas.openxmlformats.org/officeDocument/2006/relationships/slide" Target="/ppt/slides/slide4.xml" Id="R4ca3fda0968c4fb1" /><Relationship Type="http://schemas.openxmlformats.org/officeDocument/2006/relationships/slide" Target="/ppt/slides/slide5.xml" Id="R232c686c061c486f" /><Relationship Type="http://schemas.openxmlformats.org/officeDocument/2006/relationships/slide" Target="/ppt/slides/slide6.xml" Id="R6155f527a2f942c1" /><Relationship Type="http://schemas.openxmlformats.org/officeDocument/2006/relationships/slide" Target="/ppt/slides/slide7.xml" Id="R48f3f950012f4a60" /><Relationship Type="http://schemas.openxmlformats.org/officeDocument/2006/relationships/slide" Target="/ppt/slides/slide8.xml" Id="R6dc667aefb1741dc" /><Relationship Type="http://schemas.openxmlformats.org/officeDocument/2006/relationships/slide" Target="/ppt/slides/slide9.xml" Id="Re38f2734cd92494c" /><Relationship Type="http://schemas.openxmlformats.org/officeDocument/2006/relationships/slide" Target="/ppt/slides/slide10.xml" Id="R613043e4e26b44e1" /><Relationship Type="http://schemas.openxmlformats.org/officeDocument/2006/relationships/slide" Target="/ppt/slides/slide11.xml" Id="R2592a0b43b85489b" /><Relationship Type="http://schemas.openxmlformats.org/officeDocument/2006/relationships/slide" Target="/ppt/slides/slide12.xml" Id="R83f1671bad5844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2074e4d93649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d01cdf26934404" /><Relationship Type="http://schemas.openxmlformats.org/officeDocument/2006/relationships/notesMaster" Target="/ppt/notesMasters/notesMaster1.xml" Id="Rd847f15b946342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5d74b553944ba4" /><Relationship Type="http://schemas.openxmlformats.org/officeDocument/2006/relationships/notesMaster" Target="/ppt/notesMasters/notesMaster1.xml" Id="Rdbea0cc763b840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89c5d72eaf4cf9" /><Relationship Type="http://schemas.openxmlformats.org/officeDocument/2006/relationships/notesMaster" Target="/ppt/notesMasters/notesMaster1.xml" Id="R05602e6270d04b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914a6595514b3b" /><Relationship Type="http://schemas.openxmlformats.org/officeDocument/2006/relationships/notesMaster" Target="/ppt/notesMasters/notesMaster1.xml" Id="R36f655fb325f49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f24e2cdf2743db" /><Relationship Type="http://schemas.openxmlformats.org/officeDocument/2006/relationships/notesMaster" Target="/ppt/notesMasters/notesMaster1.xml" Id="R2d57b47161b940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f3909887df4e1b" /><Relationship Type="http://schemas.openxmlformats.org/officeDocument/2006/relationships/notesMaster" Target="/ppt/notesMasters/notesMaster1.xml" Id="R30d596c3ed8449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04451367074fb6" /><Relationship Type="http://schemas.openxmlformats.org/officeDocument/2006/relationships/notesMaster" Target="/ppt/notesMasters/notesMaster1.xml" Id="Rdc906ee118c14d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1bebe159fb4ec8" /><Relationship Type="http://schemas.openxmlformats.org/officeDocument/2006/relationships/notesMaster" Target="/ppt/notesMasters/notesMaster1.xml" Id="R30c761942f8a40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ed0f4de7c84d15" /><Relationship Type="http://schemas.openxmlformats.org/officeDocument/2006/relationships/notesMaster" Target="/ppt/notesMasters/notesMaster1.xml" Id="R620d41103a344b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57049948674144" /><Relationship Type="http://schemas.openxmlformats.org/officeDocument/2006/relationships/notesMaster" Target="/ppt/notesMasters/notesMaster1.xml" Id="R53a0e65f9af145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8019f41b0a489e" /><Relationship Type="http://schemas.openxmlformats.org/officeDocument/2006/relationships/notesMaster" Target="/ppt/notesMasters/notesMaster1.xml" Id="R43d23c1c63a448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8dfef465814a7f" /><Relationship Type="http://schemas.openxmlformats.org/officeDocument/2006/relationships/notesMaster" Target="/ppt/notesMasters/notesMaster1.xml" Id="R2bce2a8cea0a40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a2deea1e7d42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c35f55a0d747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a378a847bf48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c62b8371704c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47fc3cac1a4c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47ae1639cf42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750BA1-1F23-4D07-8721-10A89815C8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9E9F7D-AA58-4F67-B9FB-AFC7538E39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902FBB-A2FD-4E12-B409-EAD246C1D9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996052-CDF5-40A1-98AF-D361BDDDA5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C68D0E-169B-40E4-90ED-66B929359E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62E194-48CC-479D-A17C-442A0CF967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94C928-DFEA-4DCC-BE50-EB56D921B0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1559699-A678-4970-9CF5-D55537062B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3C5C61-0D03-402E-B54A-2CF5BC9AF9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8A7000-9281-4860-A284-D5DF4B0614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8d9fdc1de64947" /><Relationship Type="http://schemas.openxmlformats.org/officeDocument/2006/relationships/slideLayout" Target="/ppt/slideLayouts/slideLayout1.xml" Id="R9d5a03d0d420460d" /><Relationship Type="http://schemas.openxmlformats.org/officeDocument/2006/relationships/slideLayout" Target="/ppt/slideLayouts/slideLayout2.xml" Id="Rfdb876d31a324afb" /><Relationship Type="http://schemas.openxmlformats.org/officeDocument/2006/relationships/slideLayout" Target="/ppt/slideLayouts/slideLayout3.xml" Id="R376e505ae5a74efb" /><Relationship Type="http://schemas.openxmlformats.org/officeDocument/2006/relationships/slideLayout" Target="/ppt/slideLayouts/slideLayout4.xml" Id="R222ae19e295340eb" /><Relationship Type="http://schemas.openxmlformats.org/officeDocument/2006/relationships/slideLayout" Target="/ppt/slideLayouts/slideLayout5.xml" Id="Rd106d88d7d7d494c" /><Relationship Type="http://schemas.openxmlformats.org/officeDocument/2006/relationships/slideLayout" Target="/ppt/slideLayouts/slideLayout6.xml" Id="R19efd08af6984b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a03d0d420460d"/>
    <p:sldLayoutId xmlns:r="http://schemas.openxmlformats.org/officeDocument/2006/relationships" id="2147483650" r:id="Rfdb876d31a324afb"/>
    <p:sldLayoutId xmlns:r="http://schemas.openxmlformats.org/officeDocument/2006/relationships" id="2147483651" r:id="R376e505ae5a74efb"/>
    <p:sldLayoutId xmlns:r="http://schemas.openxmlformats.org/officeDocument/2006/relationships" id="2147483652" r:id="R222ae19e295340eb"/>
    <p:sldLayoutId xmlns:r="http://schemas.openxmlformats.org/officeDocument/2006/relationships" id="2147483653" r:id="Rd106d88d7d7d494c"/>
    <p:sldLayoutId xmlns:r="http://schemas.openxmlformats.org/officeDocument/2006/relationships" id="2147483654" r:id="R19efd08af6984b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677ccf16d64560" /><Relationship Type="http://schemas.openxmlformats.org/officeDocument/2006/relationships/notesSlide" Target="/ppt/notesSlides/notesSlide1.xml" Id="Ra56a23fb856544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670066d1da481d" /><Relationship Type="http://schemas.openxmlformats.org/officeDocument/2006/relationships/notesSlide" Target="/ppt/notesSlides/notesSlide2.xml" Id="R4f4f6a4c4d2c40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8e28f4bfbd4866" /><Relationship Type="http://schemas.openxmlformats.org/officeDocument/2006/relationships/notesSlide" Target="/ppt/notesSlides/notesSlide3.xml" Id="Rc168d39e33e04a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1da4ed040e4e8b" /><Relationship Type="http://schemas.openxmlformats.org/officeDocument/2006/relationships/notesSlide" Target="/ppt/notesSlides/notesSlide4.xml" Id="R94eddad777134b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66e65cd27c4537" /><Relationship Type="http://schemas.openxmlformats.org/officeDocument/2006/relationships/notesSlide" Target="/ppt/notesSlides/notesSlide5.xml" Id="Rb46ff59cc4ea4f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a5cc18dc694411" /><Relationship Type="http://schemas.openxmlformats.org/officeDocument/2006/relationships/notesSlide" Target="/ppt/notesSlides/notesSlide6.xml" Id="Rd9fc3fda25ee49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f3d84af58f47f2" /><Relationship Type="http://schemas.openxmlformats.org/officeDocument/2006/relationships/notesSlide" Target="/ppt/notesSlides/notesSlide7.xml" Id="R1b31107f77b348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491350f82744a9" /><Relationship Type="http://schemas.openxmlformats.org/officeDocument/2006/relationships/notesSlide" Target="/ppt/notesSlides/notesSlide8.xml" Id="R719ca201b48049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a7cc088f50240af" /><Relationship Type="http://schemas.openxmlformats.org/officeDocument/2006/relationships/notesSlide" Target="/ppt/notesSlides/notesSlide9.xml" Id="Raba6e36cb4224a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f5c3192b6a4db7" /><Relationship Type="http://schemas.openxmlformats.org/officeDocument/2006/relationships/notesSlide" Target="/ppt/notesSlides/notesSlide10.xml" Id="R5b7184f49e8d47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625ad200e34466" /><Relationship Type="http://schemas.openxmlformats.org/officeDocument/2006/relationships/notesSlide" Target="/ppt/notesSlides/notesSlide11.xml" Id="R7d7782f3ae7a4c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4d2ddfb92a14a32" /><Relationship Type="http://schemas.openxmlformats.org/officeDocument/2006/relationships/notesSlide" Target="/ppt/notesSlides/notesSlide12.xml" Id="R254cb4d349fd41d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96E85E-3701-466E-B834-2F84A28ECFC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592087-97F1-44FA-9056-C41EC3633B4E}"/>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E11078FF-46A4-49FB-91EC-C6A91A323EE7}"/>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Transfusion Therapy</a:t>
            </a:r>
          </a:p>
        </p:txBody>
      </p:sp>
      <p:sp>
        <p:nvSpPr>
          <p:cNvPr id="4" name="">
            <a:extLst xmlns:a="http://schemas.openxmlformats.org/drawingml/2006/main">
              <a:ext uri="{FF2B5EF4-FFF2-40B4-BE49-F238E27FC236}">
                <a16:creationId xmlns:a16="http://schemas.microsoft.com/office/drawing/2014/main" id="{822D758F-E5BC-4FCC-9750-3CD78D4A3760}"/>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4  |  30-Hour Basic Intravenous Therapy</a:t>
            </a:r>
          </a:p>
        </p:txBody>
      </p:sp>
      <p:sp>
        <p:nvSpPr>
          <p:cNvPr id="5" name="">
            <a:extLst xmlns:a="http://schemas.openxmlformats.org/drawingml/2006/main">
              <a:ext uri="{FF2B5EF4-FFF2-40B4-BE49-F238E27FC236}">
                <a16:creationId xmlns:a16="http://schemas.microsoft.com/office/drawing/2014/main" id="{9605C9B3-1859-4962-9A5E-28A320A32F3B}"/>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65748643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9C6D97-5E40-4361-A6E7-2D89300E39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70E344-C25C-4D63-9E09-F259F9A0D2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753772B1-A943-455F-80C7-F3B77B451BD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E5EB6F6-1F02-446B-8652-7D4FC9984E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4030F47-8C75-478B-B7CA-0510B9B4288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167112543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E1474E-F72F-46CD-A4A9-A897A2C547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E06BA5-E0FA-4501-B528-02796AA24D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FC73C845-0ED4-49BA-A30A-1CC4ADD100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BE50856-9074-47F1-A3CF-F0A874A059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ED15EFD-0392-43D0-9444-D9429F7821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CF0D60FF-EB0D-480D-B823-6A076CF968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6388257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273569-6EBE-479D-AC6D-73712836F2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B28699-0FE0-4549-9CE9-53FC1DBEE6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9AED37DD-0ACF-4E93-93A9-CDF8125F61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34CD612-8633-4F84-AAEA-4AF06A4F4F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8FBDAD9F-B546-49DA-9A5E-1185B8CDD3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08BBB5FC-7A14-496F-AA33-2095B56100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7848991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ECBF00-DD56-4CE9-9D5D-0243598E87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5F016D-0EC2-46FD-8628-7E66465504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3AEA8909-67F8-4783-8BDD-258510A218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9025CAD-8937-4E0C-864F-3BE5A4E2DD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6F30BCC-526D-44C9-81ED-B3194B27C2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8744FB56-67CB-45DF-9FB3-30A74CF8E6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4572786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187857-CB35-4A27-AA93-87E93FD8E9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49601C-2560-406C-9C61-9283E106AC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2DC3C5B2-3016-4152-ADEE-D1747D0F26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73A1FA3-8A77-41BD-B9E1-1EA3925786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D394E1D-332A-4C67-B7D8-D125894027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8FDB266D-2B74-44C5-9E15-2B3F8C20F25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923326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BCC1A90-C19B-469B-911A-B57507143B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DE93A6-D056-4963-894E-3F7B569965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69C890DC-F604-46E5-9BA2-A0C8BFE5F6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E93E657-6C70-4257-B5F1-4AF426F838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B2EFED8-FC7A-4FBF-ACF2-9ECD6AAFF1A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9F3EC27-623E-4FB2-9B15-741444760887}"/>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F32BD51C-FEFA-491D-993B-3E1C4D7398EC}"/>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981DBC1-ADFE-4632-9257-5348F86C0397}"/>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85A45E72-7D5B-491B-A5E4-D19DCE154DFB}"/>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74A8E39-5411-418B-A7D5-CF99ECD1B430}"/>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42998E88-99A9-4587-A76A-86595A8B8F4F}"/>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3DCD038-AD01-4E0D-B3CA-9D84B9895CE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5104D0C1-F76A-4636-833C-7F55E748DF7E}"/>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868564F-B7D2-4C19-8848-908D4BCBE45C}"/>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8CC86CFE-1C53-4A3B-95A9-AD973DF84EC9}"/>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A21FE5E-C835-4B47-BC6D-D268C1BD710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10F33256-F045-4A2E-BEFB-DB1C252D125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646AC64-BCCB-4A6C-9FBE-C5F0E55ED522}"/>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4F7EE8B1-9BBA-4ECA-9F35-3E03CDEAAF28}"/>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C13700C-51A4-45B5-9DB8-521510EDA3DB}"/>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30D3A153-EBEB-409B-939A-654F065450A4}"/>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494D894-D435-4386-B018-11E1A587EEA1}"/>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846E4139-11DF-45A4-A268-4182D8C5D96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54D0D98-EE76-4343-8DD9-CED1244398B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55041151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55E2C8-83BF-4556-9B9C-F68D5A182D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848AFA-B7DF-42A2-9FCC-AA21A0FF1E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0C475B90-4A34-43D6-82E2-4614D2E482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C6D2FFE-3D46-475B-8095-4A5492C40B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A5011E30-3A72-417D-9440-931D2B9EDB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9843116B-CEFD-4D1D-8580-48A173C464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3097387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C50A08-DAB8-46C5-A913-39B97DA1E0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A69ED5-1278-4898-81D6-1070C9A0F3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828A3AED-98EB-414E-A48A-0EF6445CEF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0F476080-E17C-4BAF-B767-DABCAB2C71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220A8819-165D-4479-906A-3FA11C317491}"/>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C541AD3-F0CB-4730-B634-F2EF5BA32F7A}"/>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49C2F33D-8214-4A47-A66A-5BD0B65D5F69}"/>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6D59EBA-679E-4B3E-BC15-C4061FB06F79}"/>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A58B09EE-D62D-4A53-BD40-A359D0B60F5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886D365-BF5F-4702-ACC1-2E0ADE681115}"/>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C85707D8-153B-443E-AFDC-50D44765677F}"/>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96C45E2-D6AE-41C5-8BAB-542BCDE78541}"/>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FCEA9502-5D32-4291-B0ED-2FB0BF201FD5}"/>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2217430-416E-467E-813B-C6CDA7860D09}"/>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0EEFFD11-3AF1-4E9C-84B4-F79D68F0AE36}"/>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2D7B960-2934-409D-B2FE-1AC5C5D37DE5}"/>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D1449CC1-43E9-445C-98BA-1EFA18DB5E3C}"/>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A9D6E52-355A-44E7-8ACE-4D792CF4AD6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9E9C2718-7EF3-47CA-9049-0A1E1B79A1F6}"/>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8DF501F-AD16-4B68-A455-9A708340BD0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44C57D84-8871-4424-8A88-2B4CEBB6F4DA}"/>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3AE32B5-984C-45B5-B365-3E67168D4C9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5BE1FD73-1AD4-4E5F-AEFA-6E5DE2E522DD}"/>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D07CC93-1B47-44B5-8FE5-8401B4BB7552}"/>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C2D4A53C-8CEB-4308-AEF5-7255E0002560}"/>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C79D1F6-4B9B-43DB-91FA-293ABB418EE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77343E1D-2D78-4F5B-8DAF-CBF8D3BE71D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FA3243E-0287-41C6-BD79-FF7CE9DF5BFD}"/>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173166700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37AB87-B704-4365-928A-7686FD4EB9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B6BBB8-F84C-4348-BF0E-380D474B5E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040A5901-26AE-4114-8BC7-FFFA5D6A2F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4629EEC-9ECA-46EE-B6FE-0B225E4769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8E32479-08DB-4B86-80A3-DEAE7B3E14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C165FE0A-15A6-4AF4-ADD7-6F426731FA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2484218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AFF55C-2987-4AD4-8EB5-8B51CE8F27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3E5689-0A17-403C-901F-1D23AD0B7B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C340707A-1CBA-41F9-9633-6BAF688DA3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8605D2A-410F-4F5C-A4A0-9A2339A6072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B5CD30E-40C4-47D4-9BFE-3207CA970EEE}"/>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3DFC6363-052E-41AD-8C71-440F547EDDF4}"/>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70509367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1F0A2F-980A-4552-B2CA-D1BDCD5AD4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4F874D-4BEA-4DD2-A4E1-D6F720701D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0C531071-BA0E-45CF-8325-DA9FACDAAC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5A66294-B266-4AAD-9A85-CC614D1BE4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C399F06-7120-47C1-91EC-2295399DE90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B8E88677-A1FE-4C1E-9B15-0AA195FF8361}"/>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0853545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2026-10-23T08:07:04.3710000Z</dcterms:created>
  <dcterms:modified xsi:type="dcterms:W3CDTF">2026-10-23T08:07:04.3710000Z</dcterms:modified>
</coreProperties>
</file>