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47d14ab46849cc" /><Relationship Type="http://schemas.openxmlformats.org/officeDocument/2006/relationships/extended-properties" Target="/docProps/app.xml" Id="Rc0c5ba868a3d401c" /><Relationship Type="http://schemas.openxmlformats.org/officeDocument/2006/relationships/officeDocument" Target="/ppt/presentation.xml" Id="R8b27096a4def43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6e2bcf29464821"/>
  </p:sldMasterIdLst>
  <p:notesMasterIdLst>
    <p:notesMasterId xmlns:r="http://schemas.openxmlformats.org/officeDocument/2006/relationships" r:id="Rabdf7467518444dc"/>
  </p:notesMasterIdLst>
  <p:sldIdLst>
    <p:sldId xmlns:r="http://schemas.openxmlformats.org/officeDocument/2006/relationships" id="256" r:id="R7465808817a643be"/>
    <p:sldId xmlns:r="http://schemas.openxmlformats.org/officeDocument/2006/relationships" id="257" r:id="Rc5fd2e40449349e2"/>
    <p:sldId xmlns:r="http://schemas.openxmlformats.org/officeDocument/2006/relationships" id="258" r:id="R1b4d234e127e4b23"/>
    <p:sldId xmlns:r="http://schemas.openxmlformats.org/officeDocument/2006/relationships" id="259" r:id="R26afaa05e9e64b7c"/>
    <p:sldId xmlns:r="http://schemas.openxmlformats.org/officeDocument/2006/relationships" id="260" r:id="R226b1ee74ab343c0"/>
    <p:sldId xmlns:r="http://schemas.openxmlformats.org/officeDocument/2006/relationships" id="261" r:id="R01f7097667ed484e"/>
    <p:sldId xmlns:r="http://schemas.openxmlformats.org/officeDocument/2006/relationships" id="262" r:id="R7679410121974eb9"/>
    <p:sldId xmlns:r="http://schemas.openxmlformats.org/officeDocument/2006/relationships" id="263" r:id="R4ea04be59d0b4891"/>
    <p:sldId xmlns:r="http://schemas.openxmlformats.org/officeDocument/2006/relationships" id="264" r:id="R0b91c4c9a2644303"/>
    <p:sldId xmlns:r="http://schemas.openxmlformats.org/officeDocument/2006/relationships" id="265" r:id="R0a3b4f1367074b25"/>
    <p:sldId xmlns:r="http://schemas.openxmlformats.org/officeDocument/2006/relationships" id="266" r:id="Rf012a9bebeac4cf6"/>
    <p:sldId xmlns:r="http://schemas.openxmlformats.org/officeDocument/2006/relationships" id="267" r:id="R025546fa94454d20"/>
    <p:sldId xmlns:r="http://schemas.openxmlformats.org/officeDocument/2006/relationships" id="268" r:id="R26b77e80cd5748d8"/>
    <p:sldId xmlns:r="http://schemas.openxmlformats.org/officeDocument/2006/relationships" id="269" r:id="R3115c28a00984b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e33d9399dd4d84" /><Relationship Type="http://schemas.openxmlformats.org/officeDocument/2006/relationships/slideMaster" Target="/ppt/slideMasters/slideMaster1.xml" Id="R136e2bcf29464821" /><Relationship Type="http://schemas.openxmlformats.org/officeDocument/2006/relationships/notesMaster" Target="/ppt/notesMasters/notesMaster1.xml" Id="Rabdf7467518444dc" /><Relationship Type="http://schemas.openxmlformats.org/officeDocument/2006/relationships/presProps" Target="/ppt/presProps.xml" Id="Rce363940ca0847ef" /><Relationship Type="http://schemas.openxmlformats.org/officeDocument/2006/relationships/tableStyles" Target="/ppt/tableStyles.xml" Id="R9173cde8dbf140a2" /><Relationship Type="http://schemas.openxmlformats.org/officeDocument/2006/relationships/slide" Target="/ppt/slides/slide1.xml" Id="R7465808817a643be" /><Relationship Type="http://schemas.openxmlformats.org/officeDocument/2006/relationships/slide" Target="/ppt/slides/slide2.xml" Id="Rc5fd2e40449349e2" /><Relationship Type="http://schemas.openxmlformats.org/officeDocument/2006/relationships/slide" Target="/ppt/slides/slide3.xml" Id="R1b4d234e127e4b23" /><Relationship Type="http://schemas.openxmlformats.org/officeDocument/2006/relationships/slide" Target="/ppt/slides/slide4.xml" Id="R26afaa05e9e64b7c" /><Relationship Type="http://schemas.openxmlformats.org/officeDocument/2006/relationships/slide" Target="/ppt/slides/slide5.xml" Id="R226b1ee74ab343c0" /><Relationship Type="http://schemas.openxmlformats.org/officeDocument/2006/relationships/slide" Target="/ppt/slides/slide6.xml" Id="R01f7097667ed484e" /><Relationship Type="http://schemas.openxmlformats.org/officeDocument/2006/relationships/slide" Target="/ppt/slides/slide7.xml" Id="R7679410121974eb9" /><Relationship Type="http://schemas.openxmlformats.org/officeDocument/2006/relationships/slide" Target="/ppt/slides/slide8.xml" Id="R4ea04be59d0b4891" /><Relationship Type="http://schemas.openxmlformats.org/officeDocument/2006/relationships/slide" Target="/ppt/slides/slide9.xml" Id="R0b91c4c9a2644303" /><Relationship Type="http://schemas.openxmlformats.org/officeDocument/2006/relationships/slide" Target="/ppt/slides/slide10.xml" Id="R0a3b4f1367074b25" /><Relationship Type="http://schemas.openxmlformats.org/officeDocument/2006/relationships/slide" Target="/ppt/slides/slide11.xml" Id="Rf012a9bebeac4cf6" /><Relationship Type="http://schemas.openxmlformats.org/officeDocument/2006/relationships/slide" Target="/ppt/slides/slide12.xml" Id="R025546fa94454d20" /><Relationship Type="http://schemas.openxmlformats.org/officeDocument/2006/relationships/slide" Target="/ppt/slides/slide13.xml" Id="R26b77e80cd5748d8" /><Relationship Type="http://schemas.openxmlformats.org/officeDocument/2006/relationships/slide" Target="/ppt/slides/slide14.xml" Id="R3115c28a00984b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6182931dbf44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669bdb5dff412e" /><Relationship Type="http://schemas.openxmlformats.org/officeDocument/2006/relationships/notesMaster" Target="/ppt/notesMasters/notesMaster1.xml" Id="R8424320297bf43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b3f3d41cab4b4f" /><Relationship Type="http://schemas.openxmlformats.org/officeDocument/2006/relationships/notesMaster" Target="/ppt/notesMasters/notesMaster1.xml" Id="R768817fa3e814b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0b284c398848dc" /><Relationship Type="http://schemas.openxmlformats.org/officeDocument/2006/relationships/notesMaster" Target="/ppt/notesMasters/notesMaster1.xml" Id="R33da0bff69b647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4f81de259f4d5d" /><Relationship Type="http://schemas.openxmlformats.org/officeDocument/2006/relationships/notesMaster" Target="/ppt/notesMasters/notesMaster1.xml" Id="Rdd38c37eaeb24e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7df31192e94a66" /><Relationship Type="http://schemas.openxmlformats.org/officeDocument/2006/relationships/notesMaster" Target="/ppt/notesMasters/notesMaster1.xml" Id="R89ade2a4f64845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c3763905c84922" /><Relationship Type="http://schemas.openxmlformats.org/officeDocument/2006/relationships/notesMaster" Target="/ppt/notesMasters/notesMaster1.xml" Id="R686ee4f671c04e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5f2a140a594160" /><Relationship Type="http://schemas.openxmlformats.org/officeDocument/2006/relationships/notesMaster" Target="/ppt/notesMasters/notesMaster1.xml" Id="Rb50374fd729746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b80c6867cf449c" /><Relationship Type="http://schemas.openxmlformats.org/officeDocument/2006/relationships/notesMaster" Target="/ppt/notesMasters/notesMaster1.xml" Id="R8ea76b4e23b245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e4178362e64018" /><Relationship Type="http://schemas.openxmlformats.org/officeDocument/2006/relationships/notesMaster" Target="/ppt/notesMasters/notesMaster1.xml" Id="R6d43fb260ff243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401fbc6cc6454c" /><Relationship Type="http://schemas.openxmlformats.org/officeDocument/2006/relationships/notesMaster" Target="/ppt/notesMasters/notesMaster1.xml" Id="R71381fec4fe947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0be4dd98ac40cd" /><Relationship Type="http://schemas.openxmlformats.org/officeDocument/2006/relationships/notesMaster" Target="/ppt/notesMasters/notesMaster1.xml" Id="Rdb43579c5c3d46f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9db5615c2c745a6" /><Relationship Type="http://schemas.openxmlformats.org/officeDocument/2006/relationships/notesMaster" Target="/ppt/notesMasters/notesMaster1.xml" Id="Rb9963b558c10445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7efa88f14764961" /><Relationship Type="http://schemas.openxmlformats.org/officeDocument/2006/relationships/notesMaster" Target="/ppt/notesMasters/notesMaster1.xml" Id="Rfd8a66a5ee2d4a7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fbdd346ed434043" /><Relationship Type="http://schemas.openxmlformats.org/officeDocument/2006/relationships/notesMaster" Target="/ppt/notesMasters/notesMaster1.xml" Id="Ra7bd83135be344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67;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67;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67-79;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67-79;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67-79;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67-79;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67-79;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67-79;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67-79;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67-79;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67-79;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67-79;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67; BMHI IVT 030 course content. Online preparation precedes live practice.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67;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a5a53685fe41d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d22ba39bb34c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2c5b8786fa4ae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ad5092a7634f5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e64aeaae0b494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8f88fc027d4a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B5571D6-E02C-4FD9-A635-A5B2E86FD3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E166C1D-8044-4CDB-B991-CC9C6CFB0E2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B3AE9F3-16C1-4A81-9DFE-B2FAF4988E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6A2CBE-3C93-422D-BFBF-DD7259E143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AEC7AE7-27C3-4C03-A392-CF1AD64F92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263F00D-BF31-41CA-9102-10EA061AC3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13FAFB2-E5A0-4988-9B70-C66D22B16D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48F80F3-E166-4896-AD79-A7EA12CAC13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F32A2F-F8CC-4EAC-9708-455E0D6550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07FFE87-4C30-424B-A2B7-FACE16354D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6d0fba009943d8" /><Relationship Type="http://schemas.openxmlformats.org/officeDocument/2006/relationships/slideLayout" Target="/ppt/slideLayouts/slideLayout1.xml" Id="R798ba50a435d4865" /><Relationship Type="http://schemas.openxmlformats.org/officeDocument/2006/relationships/slideLayout" Target="/ppt/slideLayouts/slideLayout2.xml" Id="Rff87b98f3db84dc4" /><Relationship Type="http://schemas.openxmlformats.org/officeDocument/2006/relationships/slideLayout" Target="/ppt/slideLayouts/slideLayout3.xml" Id="R74735cfe217149f7" /><Relationship Type="http://schemas.openxmlformats.org/officeDocument/2006/relationships/slideLayout" Target="/ppt/slideLayouts/slideLayout4.xml" Id="R88eab6f3dd86401e" /><Relationship Type="http://schemas.openxmlformats.org/officeDocument/2006/relationships/slideLayout" Target="/ppt/slideLayouts/slideLayout5.xml" Id="R969fb4b6b65346b4" /><Relationship Type="http://schemas.openxmlformats.org/officeDocument/2006/relationships/slideLayout" Target="/ppt/slideLayouts/slideLayout6.xml" Id="R1c2fe3b445ae49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8ba50a435d4865"/>
    <p:sldLayoutId xmlns:r="http://schemas.openxmlformats.org/officeDocument/2006/relationships" id="2147483650" r:id="Rff87b98f3db84dc4"/>
    <p:sldLayoutId xmlns:r="http://schemas.openxmlformats.org/officeDocument/2006/relationships" id="2147483651" r:id="R74735cfe217149f7"/>
    <p:sldLayoutId xmlns:r="http://schemas.openxmlformats.org/officeDocument/2006/relationships" id="2147483652" r:id="R88eab6f3dd86401e"/>
    <p:sldLayoutId xmlns:r="http://schemas.openxmlformats.org/officeDocument/2006/relationships" id="2147483653" r:id="R969fb4b6b65346b4"/>
    <p:sldLayoutId xmlns:r="http://schemas.openxmlformats.org/officeDocument/2006/relationships" id="2147483654" r:id="R1c2fe3b445ae49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f70f8626a64e30" /><Relationship Type="http://schemas.openxmlformats.org/officeDocument/2006/relationships/notesSlide" Target="/ppt/notesSlides/notesSlide1.xml" Id="R3099139b839148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4b4c0796754de2" /><Relationship Type="http://schemas.openxmlformats.org/officeDocument/2006/relationships/notesSlide" Target="/ppt/notesSlides/notesSlide2.xml" Id="Re1d74af540c647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29d7c3eba64976" /><Relationship Type="http://schemas.openxmlformats.org/officeDocument/2006/relationships/notesSlide" Target="/ppt/notesSlides/notesSlide3.xml" Id="R9d7fc5f0bbb44e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bf66221dee47ca" /><Relationship Type="http://schemas.openxmlformats.org/officeDocument/2006/relationships/notesSlide" Target="/ppt/notesSlides/notesSlide4.xml" Id="Rd6a20ee326164f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211d48ef5b4690" /><Relationship Type="http://schemas.openxmlformats.org/officeDocument/2006/relationships/notesSlide" Target="/ppt/notesSlides/notesSlide5.xml" Id="Rfb3c946feb084c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617b5a305749f1" /><Relationship Type="http://schemas.openxmlformats.org/officeDocument/2006/relationships/notesSlide" Target="/ppt/notesSlides/notesSlide6.xml" Id="Rcded73ae5cce46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8adb87c3fa4708" /><Relationship Type="http://schemas.openxmlformats.org/officeDocument/2006/relationships/notesSlide" Target="/ppt/notesSlides/notesSlide7.xml" Id="Rea18d8e5927544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a6e3148dd649f0" /><Relationship Type="http://schemas.openxmlformats.org/officeDocument/2006/relationships/notesSlide" Target="/ppt/notesSlides/notesSlide8.xml" Id="R0d1894f211d944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f4f6d7c8684a17" /><Relationship Type="http://schemas.openxmlformats.org/officeDocument/2006/relationships/notesSlide" Target="/ppt/notesSlides/notesSlide9.xml" Id="Rbaa094b375f643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eef0b0716e498c" /><Relationship Type="http://schemas.openxmlformats.org/officeDocument/2006/relationships/notesSlide" Target="/ppt/notesSlides/notesSlide10.xml" Id="Rd7b2de4f9ed44df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0a9b96ec8747b4" /><Relationship Type="http://schemas.openxmlformats.org/officeDocument/2006/relationships/notesSlide" Target="/ppt/notesSlides/notesSlide11.xml" Id="Ra8a6ebaaedae44e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138035cc5a4369" /><Relationship Type="http://schemas.openxmlformats.org/officeDocument/2006/relationships/notesSlide" Target="/ppt/notesSlides/notesSlide12.xml" Id="Rcb4b03160e4b4bb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0eeab4538e4cb9" /><Relationship Type="http://schemas.openxmlformats.org/officeDocument/2006/relationships/notesSlide" Target="/ppt/notesSlides/notesSlide13.xml" Id="Rc9dc4da30b0b475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655ed9a64f407e" /><Relationship Type="http://schemas.openxmlformats.org/officeDocument/2006/relationships/notesSlide" Target="/ppt/notesSlides/notesSlide14.xml" Id="Ra2623aa3780548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2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70634-CAB4-40C1-9088-C4436B7F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8AE4C-E5E9-458C-B1B8-DB8C2102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rPr>
              <a:t>BROWARD-MIAMI HEALTH INSTITUTE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52D5E-D784-4086-9B7C-5250B38D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990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Chemotherapy Safety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43D59-4551-4312-97F5-3C3B511B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6  |  30-Hour Basic Intravenous Therapy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FE28EF-30D8-4904-A797-9F55549C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rPr>
              <a:t>Expanded instructor presentation</a:t>
            </a:r>
          </a:p>
        </p:txBody>
      </p:sp>
    </p:spTree>
    <p:extLst>
      <p:ext uri="{BB962C8B-B14F-4D97-AF65-F5344CB8AC3E}">
        <p14:creationId xmlns:p14="http://schemas.microsoft.com/office/powerpoint/2010/main" val="4308099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5B446-1808-4EF6-B833-9BA6B46A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426FE-5C96-4BEC-B040-7897CBF2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Learning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78064-B63C-4098-83DF-5F05500C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4BF08-9C08-4BB9-A38B-DD0E26E4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A8B25-B4AF-4302-BE2B-03EBF623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191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Explain major treatment concepts and common adverse effects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Describe safe handling and exposure precautions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Recognize extravasation and other urgent complications</a:t>
            </a:r>
          </a:p>
        </p:txBody>
      </p:sp>
    </p:spTree>
    <p:extLst>
      <p:ext uri="{BB962C8B-B14F-4D97-AF65-F5344CB8AC3E}">
        <p14:creationId xmlns:p14="http://schemas.microsoft.com/office/powerpoint/2010/main" val="10656008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EE5EA-5323-4042-8FF2-9732D621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5D9A2-7629-4952-9B0D-AC0D1A29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Role and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6CF57-043A-4A0F-9A2F-9660A3E5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CA29D-3E4D-4B2D-909D-4B79AF8E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C9A8B-D3F0-4A32-B22E-07EB168B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Cancer therapy may use multiple agents and routes.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LPN participation must stay within current Florida rules, direct-supervision requirements, validated competency, and institutional policy.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81D49-8E40-4676-9AA4-4F689B05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2142525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FDD36-E9F5-482E-B4DD-575DF24A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F0743-09DB-4219-9044-1E77B293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Patient assessment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5A2B2-A186-41FE-AE15-0D23C2E2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CFAAD2-D6C6-491A-9D6E-C375A0AC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CB934-B784-4B71-8CF0-B1374A83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Review the regimen, laboratory results, allergies, access device, premedications, hydration, current symptoms, and emergency plan.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Verify the protocol and independent checks required for high-alert therapy.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574A9-B2BC-4330-B7CD-560CD784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9451844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4FC83A-12AB-41BD-A4D4-D8FA74FB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47120-6670-4865-A47A-EADF0381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Exposure prevention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45AE5-E177-4544-A8CE-A12514C9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4DC9D3-EEAF-4748-B7E5-B3227952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C63A3-69F7-47E0-9423-C8C2BE6C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Use chemotherapy-rated PPE and closed or secure connections according to policy.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Keep required spill materials available.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Dispose of contaminated supplies and bodily waste using hazardous-drug procedures.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47E8C-4A18-4EAE-9055-31C02F88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7280724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FAC98-0236-4536-AF3A-763B60DE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0A328-F2BB-4F9C-ADA0-5AFBC4B5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Extravasation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4F749-CEC2-47D4-A015-1B80E258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9435F-AB46-43B3-9C62-68DE4CA7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1ED60-5F4A-4D5C-9E24-F1D803D4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Pain, burning, swelling, resistance, leakage, or loss of blood return can signal extravasation.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Stop the drug, leave access in place when the agent-specific protocol requires aspiration or antidote, notify the qualified clinician, and follow the exact drug protocol.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65269-8752-4B69-B980-D6BB5E87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0111829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FAB4D8-3130-4568-81C9-D9913970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BE073-2EA1-4C2C-BD23-00EDDA7A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85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Blood Components, Parenteral Nutrition, and High-Risk Therapy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2E0AC1-F776-4714-9F1F-37A0E2D9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ABE4F2-2093-44AA-A20E-763542D3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C2E13-B99D-4DAF-89DA-F00A153D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Blood administration requires specific authorization, patient identification, consent verification, baseline assessment, product verification by qualified staff, dedicated compatible tubing/solution, close early monitoring, and prompt response to reactions.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If a reaction is suspected, stop the transfusion, maintain access as policy directs with compatible solution/new tubing, assess and support the patient, notify required personnel, recheck identification, and complete ordered specimens/documentation.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F33889-9C10-43CC-BDD7-DB4F56A6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5110162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E39C8-B83A-483E-8187-08AD4450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B0548-E0A0-415E-AB9A-F4BC83FD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85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Blood Components, Parenteral Nutrition, and High-Risk Therapy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C7113-8958-467B-AF79-A15E2DDC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1E502-5D6D-44E0-9610-F7AB83FB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DF291-1092-444F-B8C2-744E4E24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Parenteral nutrition contains concentrated nutrients and carries metabolic, infection, and line risks.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Verify the formulation and rate, use the required central or peripheral route, dedicated lumen and filter when ordered, strict asepsis, glucose/electrolyte monitoring, and never abruptly change therapy without direction.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17EE5-2819-4017-94FC-AF170484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4531860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DD51C-CE08-496F-8BA5-9E10D405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095D5-DB6C-4F9A-9E41-4F05D5BB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85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Blood Components, Parenteral Nutrition, and High-Risk Therapy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4E1415-9B52-4562-A2BA-5776B32C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57409-74C9-4B5B-92EB-78A7EAEE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6884E-8009-4F52-952E-25195DA5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High-alert and vesicant medications require current drug-specific guidance, appropriate access, blood return/patency checks when indicated, close monitoring, and immediate use of the facility extravasation or emergency protocol.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FB538-4986-4D3A-AE6B-8967D68F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5696959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8647B-EB5D-4610-B57F-367A756A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1D1351-1A8C-4031-AC5C-2CEDFC08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Local complications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04FE3-BC3D-49C2-934E-C6871124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2FAEC7-4649-47A0-86A0-CF858247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24C3D-2834-4B37-9C58-922070CE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Infiltration: cool, pale, swollen, uncomfortable site; slowed infusion.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Extravasation: vesicant leakage with pain, blistering, tissue injury, or altered sensation.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Phlebitis: pain, erythema, warmth, swelling, or palpable venous cord.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Hematoma/bleeding, occlusion, dislodgement, leakage, nerve injury, and arterial puncture.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66EA33-0A16-418E-A647-ACACB8A0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3580457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81A90-FBB1-4AF3-A105-11337534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322AC-1ED4-4B63-99B0-D442D621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Systemic complications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27BDEA-C69D-42BE-AE70-2D7FD376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4DB11-C5BB-4C7E-ACA7-799221BF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57FE20-78DB-4513-AC17-B56D63C6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Allergic reaction/anaphylaxis, bloodstream infection/sepsis, fluid overload, speed shock, air embolism, catheter embolism, and transfusion reaction require rapid recognition.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E4BD6-1DB0-4E7D-985C-1D00682B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5194199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46711C-97C4-4F3F-9632-331B6053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15AEA-710C-410F-BBBA-94E560CE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General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4572C-CB3A-475E-8721-CF48C00B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6C9AC-0D00-4C44-B2EA-9D672092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3609C-2A98-42D3-9B4A-BA743069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Stop the infusion when indicated, assess airway/breathing/circulation and vital signs, activate emergency response, notify the RN/prescriber, preserve access or equipment as drug-specific protocol requires, position/support the patient, administer ordered treatment, document objective findings/actions/response, and complete an event report when required.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Never force-flush an occluded or compromised device.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5607A-8B88-4FC8-8CFE-F4CDCEA1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260093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2A68E-3CBC-4ED2-AD5E-F082FED1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8C45B-D436-4523-9F02-E9D316D4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Practice and competency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29362-90E4-4A3D-B606-78412FAE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C66E3-4F7C-43A1-9579-36D05EC8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D94A9-2512-4077-8A31-CBA23A92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191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Identify findings that require an immediate stop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Select PPE for preparation, administration, and spill response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Rehearse the facility extravasation algorithm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91B8B-9551-4819-80B4-51C14C16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Complete the matching online lesson and assessment before the in-person laboratory.</a:t>
            </a:r>
          </a:p>
        </p:txBody>
      </p:sp>
    </p:spTree>
    <p:extLst>
      <p:ext uri="{BB962C8B-B14F-4D97-AF65-F5344CB8AC3E}">
        <p14:creationId xmlns:p14="http://schemas.microsoft.com/office/powerpoint/2010/main" val="887046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4044CE-1320-45F5-98FA-F67EFC8E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CB4B1-7251-4DE9-9F7A-BAB13D8A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Key 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CB63FC-5B32-4D1F-A131-1F3C4F38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BFCA80-53D5-4B94-80BD-10CE0B31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E8F62-4ACC-4F05-B9F8-85C8B35F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1917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Explain major treatment concepts and common adverse effects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Review the regimen, laboratory results, allergies, access device, premedications, hydration, current symptoms, and emergency plan. Verify the protocol and independent checks required for high-alert therapy.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Pain, burning, swelling, resistance, leakage, or loss of blood return can signal extravasation. Stop the drug, leave access in place when the agent-specific protocol requires aspiration or antidote, notify the qualified clinician, and follow the exact drug protocol.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73614-595D-4579-8DF5-A704578D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Review the course lesson, complete the assessment, and bring questions to the live session.</a:t>
            </a:r>
          </a:p>
        </p:txBody>
      </p:sp>
    </p:spTree>
    <p:extLst>
      <p:ext uri="{BB962C8B-B14F-4D97-AF65-F5344CB8AC3E}">
        <p14:creationId xmlns:p14="http://schemas.microsoft.com/office/powerpoint/2010/main" val="14512731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2026-10-20T23:43:17.9480000Z</dcterms:created>
  <dcterms:modified xsi:type="dcterms:W3CDTF">2026-10-20T23:43:17.9480000Z</dcterms:modified>
</coreProperties>
</file>