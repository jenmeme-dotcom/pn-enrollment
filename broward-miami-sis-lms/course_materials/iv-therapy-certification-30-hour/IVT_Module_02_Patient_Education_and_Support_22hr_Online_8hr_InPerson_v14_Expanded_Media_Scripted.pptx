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5dd64897c44f9" /><Relationship Type="http://schemas.openxmlformats.org/officeDocument/2006/relationships/extended-properties" Target="/docProps/app.xml" Id="Re1f60a3e757d4132" /><Relationship Type="http://schemas.openxmlformats.org/officeDocument/2006/relationships/officeDocument" Target="/ppt/presentation.xml" Id="Rde79d52b2779419c" /></Relationships>
</file>

<file path=ppt/presentation.xml><?xml version="1.0" encoding="utf-8"?>
<p:presentation xmlns:p="http://schemas.openxmlformats.org/presentationml/2006/main">
  <p:sldMasterIdLst>
    <p:sldMasterId xmlns:r="http://schemas.openxmlformats.org/officeDocument/2006/relationships" id="2147483648" r:id="R350fde1997df464b"/>
  </p:sldMasterIdLst>
  <p:notesMasterIdLst>
    <p:notesMasterId xmlns:r="http://schemas.openxmlformats.org/officeDocument/2006/relationships" r:id="R48bbab1a3872486f"/>
  </p:notesMasterIdLst>
  <p:sldIdLst>
    <p:sldId xmlns:r="http://schemas.openxmlformats.org/officeDocument/2006/relationships" id="256" r:id="R3a56a28aafab4d50"/>
    <p:sldId xmlns:r="http://schemas.openxmlformats.org/officeDocument/2006/relationships" id="257" r:id="R6e7b4add98a44ef9"/>
    <p:sldId xmlns:r="http://schemas.openxmlformats.org/officeDocument/2006/relationships" id="258" r:id="Red58e7987d3a4d70"/>
    <p:sldId xmlns:r="http://schemas.openxmlformats.org/officeDocument/2006/relationships" id="259" r:id="R0f25294221b74af9"/>
    <p:sldId xmlns:r="http://schemas.openxmlformats.org/officeDocument/2006/relationships" id="260" r:id="Rb8cfc90ff97842a3"/>
    <p:sldId xmlns:r="http://schemas.openxmlformats.org/officeDocument/2006/relationships" id="261" r:id="R2fc97e08c2cd452c"/>
    <p:sldId xmlns:r="http://schemas.openxmlformats.org/officeDocument/2006/relationships" id="262" r:id="R8b63258fe91d4a40"/>
    <p:sldId xmlns:r="http://schemas.openxmlformats.org/officeDocument/2006/relationships" id="263" r:id="R76084a2702494880"/>
    <p:sldId xmlns:r="http://schemas.openxmlformats.org/officeDocument/2006/relationships" id="264" r:id="R8cdab3aad5cc49e0"/>
    <p:sldId xmlns:r="http://schemas.openxmlformats.org/officeDocument/2006/relationships" id="265" r:id="R828541742a4748f9"/>
    <p:sldId xmlns:r="http://schemas.openxmlformats.org/officeDocument/2006/relationships" id="266" r:id="R874d42e94dbc42cf"/>
    <p:sldId xmlns:r="http://schemas.openxmlformats.org/officeDocument/2006/relationships" id="267" r:id="Rd74fb62a7d274e51"/>
    <p:sldId xmlns:r="http://schemas.openxmlformats.org/officeDocument/2006/relationships" id="268" r:id="Rf9ee207fe3d44d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21cc3446414cd2" /><Relationship Type="http://schemas.openxmlformats.org/officeDocument/2006/relationships/slideMaster" Target="/ppt/slideMasters/slideMaster1.xml" Id="R350fde1997df464b" /><Relationship Type="http://schemas.openxmlformats.org/officeDocument/2006/relationships/notesMaster" Target="/ppt/notesMasters/notesMaster1.xml" Id="R48bbab1a3872486f" /><Relationship Type="http://schemas.openxmlformats.org/officeDocument/2006/relationships/presProps" Target="/ppt/presProps.xml" Id="R69a916daa32d467c" /><Relationship Type="http://schemas.openxmlformats.org/officeDocument/2006/relationships/tableStyles" Target="/ppt/tableStyles.xml" Id="R3e5ace9892564337" /><Relationship Type="http://schemas.openxmlformats.org/officeDocument/2006/relationships/slide" Target="/ppt/slides/slide1.xml" Id="R3a56a28aafab4d50" /><Relationship Type="http://schemas.openxmlformats.org/officeDocument/2006/relationships/slide" Target="/ppt/slides/slide2.xml" Id="R6e7b4add98a44ef9" /><Relationship Type="http://schemas.openxmlformats.org/officeDocument/2006/relationships/slide" Target="/ppt/slides/slide3.xml" Id="Red58e7987d3a4d70" /><Relationship Type="http://schemas.openxmlformats.org/officeDocument/2006/relationships/slide" Target="/ppt/slides/slide4.xml" Id="R0f25294221b74af9" /><Relationship Type="http://schemas.openxmlformats.org/officeDocument/2006/relationships/slide" Target="/ppt/slides/slide5.xml" Id="Rb8cfc90ff97842a3" /><Relationship Type="http://schemas.openxmlformats.org/officeDocument/2006/relationships/slide" Target="/ppt/slides/slide6.xml" Id="R2fc97e08c2cd452c" /><Relationship Type="http://schemas.openxmlformats.org/officeDocument/2006/relationships/slide" Target="/ppt/slides/slide7.xml" Id="R8b63258fe91d4a40" /><Relationship Type="http://schemas.openxmlformats.org/officeDocument/2006/relationships/slide" Target="/ppt/slides/slide8.xml" Id="R76084a2702494880" /><Relationship Type="http://schemas.openxmlformats.org/officeDocument/2006/relationships/slide" Target="/ppt/slides/slide9.xml" Id="R8cdab3aad5cc49e0" /><Relationship Type="http://schemas.openxmlformats.org/officeDocument/2006/relationships/slide" Target="/ppt/slides/slide10.xml" Id="R828541742a4748f9" /><Relationship Type="http://schemas.openxmlformats.org/officeDocument/2006/relationships/slide" Target="/ppt/slides/slide11.xml" Id="R874d42e94dbc42cf" /><Relationship Type="http://schemas.openxmlformats.org/officeDocument/2006/relationships/slide" Target="/ppt/slides/slide12.xml" Id="Rd74fb62a7d274e51" /><Relationship Type="http://schemas.openxmlformats.org/officeDocument/2006/relationships/slide" Target="/ppt/slides/slide13.xml" Id="Rf9ee207fe3d44d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d127dfc56f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81b9de92a048c2" /><Relationship Type="http://schemas.openxmlformats.org/officeDocument/2006/relationships/notesMaster" Target="/ppt/notesMasters/notesMaster1.xml" Id="R17d71e375a8843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47d811152f48c4" /><Relationship Type="http://schemas.openxmlformats.org/officeDocument/2006/relationships/notesMaster" Target="/ppt/notesMasters/notesMaster1.xml" Id="R8fac6028854d4d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2422f9aed948bc" /><Relationship Type="http://schemas.openxmlformats.org/officeDocument/2006/relationships/notesMaster" Target="/ppt/notesMasters/notesMaster1.xml" Id="R0b7a64bfb3cb44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41654ae92f4415" /><Relationship Type="http://schemas.openxmlformats.org/officeDocument/2006/relationships/notesMaster" Target="/ppt/notesMasters/notesMaster1.xml" Id="Rbe44192e96be46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fcaa6f7ab647e6" /><Relationship Type="http://schemas.openxmlformats.org/officeDocument/2006/relationships/notesMaster" Target="/ppt/notesMasters/notesMaster1.xml" Id="Rc810c5acbfd44c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462576fdc64fd7" /><Relationship Type="http://schemas.openxmlformats.org/officeDocument/2006/relationships/notesMaster" Target="/ppt/notesMasters/notesMaster1.xml" Id="R420db02887ba44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4a922770184b61" /><Relationship Type="http://schemas.openxmlformats.org/officeDocument/2006/relationships/notesMaster" Target="/ppt/notesMasters/notesMaster1.xml" Id="R0e9f8bb345984b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c0bfae30b340e2" /><Relationship Type="http://schemas.openxmlformats.org/officeDocument/2006/relationships/notesMaster" Target="/ppt/notesMasters/notesMaster1.xml" Id="Rabf50f6db2664c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35f1b4af3445d" /><Relationship Type="http://schemas.openxmlformats.org/officeDocument/2006/relationships/notesMaster" Target="/ppt/notesMasters/notesMaster1.xml" Id="R2bfab19fc6b649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5a4fb350db4f33" /><Relationship Type="http://schemas.openxmlformats.org/officeDocument/2006/relationships/notesMaster" Target="/ppt/notesMasters/notesMaster1.xml" Id="R51027ce3f8c747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397cbb1821406c" /><Relationship Type="http://schemas.openxmlformats.org/officeDocument/2006/relationships/notesMaster" Target="/ppt/notesMasters/notesMaster1.xml" Id="Ra98249f6122a4c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99b6f68f1540d2" /><Relationship Type="http://schemas.openxmlformats.org/officeDocument/2006/relationships/notesMaster" Target="/ppt/notesMasters/notesMaster1.xml" Id="Rafc813a48d494a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887bec6f4049ac" /><Relationship Type="http://schemas.openxmlformats.org/officeDocument/2006/relationships/notesMaster" Target="/ppt/notesMasters/notesMaster1.xml" Id="R38a10f5c91f74e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0fcbef621648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1f50a9e5c041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be0173f71a43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419d30ca904a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d2992d200c41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c177409a5449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2DDF37-8687-403F-B234-3E35AA7B38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E3260A-81FD-4A6A-89F8-4832C09E6C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DFD741-F80A-47C6-9C3B-A92A296A80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87F197-2B03-4628-A779-40719A3967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83ADF1-BC0E-4563-AEE3-9D4E9B310F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760842-9FF1-4ED3-9592-72C5601C1D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820AC0-A862-479F-A334-4564130D29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038BE8-A396-4553-BD55-FB78B9B796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72157-1F6D-4E3B-92A6-82704DDFA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F2AC62-922A-46B0-8C0A-1753F5DDFD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751f4bcde24340" /><Relationship Type="http://schemas.openxmlformats.org/officeDocument/2006/relationships/slideLayout" Target="/ppt/slideLayouts/slideLayout1.xml" Id="R5de81c415de14dc0" /><Relationship Type="http://schemas.openxmlformats.org/officeDocument/2006/relationships/slideLayout" Target="/ppt/slideLayouts/slideLayout2.xml" Id="Rd73abd66db8e4555" /><Relationship Type="http://schemas.openxmlformats.org/officeDocument/2006/relationships/slideLayout" Target="/ppt/slideLayouts/slideLayout3.xml" Id="Re33815444d804878" /><Relationship Type="http://schemas.openxmlformats.org/officeDocument/2006/relationships/slideLayout" Target="/ppt/slideLayouts/slideLayout4.xml" Id="R215b44215f8d4790" /><Relationship Type="http://schemas.openxmlformats.org/officeDocument/2006/relationships/slideLayout" Target="/ppt/slideLayouts/slideLayout5.xml" Id="R14cf54807a8b4a4e" /><Relationship Type="http://schemas.openxmlformats.org/officeDocument/2006/relationships/slideLayout" Target="/ppt/slideLayouts/slideLayout6.xml" Id="R26a23040735742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81c415de14dc0"/>
    <p:sldLayoutId xmlns:r="http://schemas.openxmlformats.org/officeDocument/2006/relationships" id="2147483650" r:id="Rd73abd66db8e4555"/>
    <p:sldLayoutId xmlns:r="http://schemas.openxmlformats.org/officeDocument/2006/relationships" id="2147483651" r:id="Re33815444d804878"/>
    <p:sldLayoutId xmlns:r="http://schemas.openxmlformats.org/officeDocument/2006/relationships" id="2147483652" r:id="R215b44215f8d4790"/>
    <p:sldLayoutId xmlns:r="http://schemas.openxmlformats.org/officeDocument/2006/relationships" id="2147483653" r:id="R14cf54807a8b4a4e"/>
    <p:sldLayoutId xmlns:r="http://schemas.openxmlformats.org/officeDocument/2006/relationships" id="2147483654" r:id="R26a23040735742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9ae86072e1426c" /><Relationship Type="http://schemas.openxmlformats.org/officeDocument/2006/relationships/image" Target="/ppt/media/image.jpeg" Id="Rb1f40b9860c54bf4" /><Relationship Type="http://schemas.openxmlformats.org/officeDocument/2006/relationships/notesSlide" Target="/ppt/notesSlides/notesSlide1.xml" Id="R4302aec6d7064d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76b1b54f024b8a" /><Relationship Type="http://schemas.openxmlformats.org/officeDocument/2006/relationships/notesSlide" Target="/ppt/notesSlides/notesSlide2.xml" Id="R30ef5e3ccd3743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f0a67395824778" /><Relationship Type="http://schemas.openxmlformats.org/officeDocument/2006/relationships/notesSlide" Target="/ppt/notesSlides/notesSlide3.xml" Id="Rda1cb8fc320d45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68d24e12f745a0" /><Relationship Type="http://schemas.openxmlformats.org/officeDocument/2006/relationships/notesSlide" Target="/ppt/notesSlides/notesSlide4.xml" Id="R965aee32855b4b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1ecd8fa48040fd" /><Relationship Type="http://schemas.openxmlformats.org/officeDocument/2006/relationships/notesSlide" Target="/ppt/notesSlides/notesSlide5.xml" Id="Ref40fca5794443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2fed279b82409c" /><Relationship Type="http://schemas.openxmlformats.org/officeDocument/2006/relationships/notesSlide" Target="/ppt/notesSlides/notesSlide6.xml" Id="R12055ac9d8dc4e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0248739b054b3c" /><Relationship Type="http://schemas.openxmlformats.org/officeDocument/2006/relationships/notesSlide" Target="/ppt/notesSlides/notesSlide7.xml" Id="Rd12c6660be074a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57a9ddba5b441e" /><Relationship Type="http://schemas.openxmlformats.org/officeDocument/2006/relationships/notesSlide" Target="/ppt/notesSlides/notesSlide8.xml" Id="R21d2386dd8ee49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cc501032584c18" /><Relationship Type="http://schemas.openxmlformats.org/officeDocument/2006/relationships/notesSlide" Target="/ppt/notesSlides/notesSlide9.xml" Id="R47cab615434e43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06370290e04588" /><Relationship Type="http://schemas.openxmlformats.org/officeDocument/2006/relationships/notesSlide" Target="/ppt/notesSlides/notesSlide10.xml" Id="Rc9aaf6f8c4054e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19ca67f873489f" /><Relationship Type="http://schemas.openxmlformats.org/officeDocument/2006/relationships/notesSlide" Target="/ppt/notesSlides/notesSlide11.xml" Id="Re25d79d150004a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d9e4f9863714854" /><Relationship Type="http://schemas.openxmlformats.org/officeDocument/2006/relationships/notesSlide" Target="/ppt/notesSlides/notesSlide12.xml" Id="Rf34feef064f846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a438fcc6d8473b" /><Relationship Type="http://schemas.openxmlformats.org/officeDocument/2006/relationships/notesSlide" Target="/ppt/notesSlides/notesSlide13.xml" Id="R974bdbc2e53d418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B8A2A43-4EF0-42B8-9CDE-8B2615A8001E}"/>
              </a:ext>
            </a:extLst>
          </p:cNvPr>
          <p:cNvPicPr>
            <a:picLocks xmlns:a="http://schemas.openxmlformats.org/drawingml/2006/main" noChangeAspect="1"/>
          </p:cNvPicPr>
          <p:nvPr/>
        </p:nvPicPr>
        <p:blipFill>
          <a:blip xmlns:r="http://schemas.openxmlformats.org/officeDocument/2006/relationships" xmlns:a="http://schemas.openxmlformats.org/drawingml/2006/main" r:embed="Rb1f40b9860c54bf4"/>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83DA60-84A6-4258-8D22-2E33D5F59BF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53EDC12-6822-4D7A-A5D9-C54958FC1514}"/>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2542DE5-DD91-4709-96C1-1F3EF860D9D5}"/>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F075033-644D-4D39-8996-A337F2901C7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5EF07010-C3C3-4BB8-BAF4-E55BFDCA47E8}"/>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A0578F77-98A2-4750-8AE5-73D5D447871F}"/>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57007619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72EB22-1858-469A-AE38-0CD3BCEA16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092CD3-0749-44A9-BB89-B40934DD3F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87061FF-451E-43CD-8CB9-61A33F7DC4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F0C7770-4F91-42CA-9D1F-10751446B1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71079AF-41E7-4D9E-B70A-5D25465DD18C}"/>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24292597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C4AEE-0973-41B5-8628-91FD373566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437FD3-CAE1-452B-A16C-AC62737F13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1E5E0106-C0E0-42F7-B45D-9BEDC4D31C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2C8F8F0A-34BB-4112-8505-B3BD8CB656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1CDB9B7-A022-436B-9461-A2A5A462BE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E9E54924-9A7E-40E4-A524-7A4B1E9FC6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2154713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50ED88-ECAA-4CDA-86E7-EB727199F0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D1E6834-0740-4AD8-9552-2238AB6F72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44146D82-40DB-4F01-B644-5102F6C1C4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FF457EA-4F08-484A-ABE2-D1425CCC98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0699C0D-8045-415B-8BE3-624B775B12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EF05D24F-3AC3-42DC-9593-8606DFB0C4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7100372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6F3329-D105-43F5-8F8F-6FEEC4455A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147675-4470-4CE5-B0EE-EB22D9CC22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DA0AC4F6-ECF3-4A19-89C9-B5C093A911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D3D64BB-FCFE-46F2-8E98-358C88F243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3EE6A32C-C6F0-4D66-97B4-F4B81422BE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334F6EB3-ACBE-4358-AAE1-2FEE59DCC0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6572853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D11A2-E707-4B35-9DA7-CE84183750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B8EE13-BFE4-490B-80E1-5E25C0B178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3E8520FE-A186-43D9-9EBE-4C7DFAD96C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56B47D28-9E5D-429F-9282-096C9D0565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DB2A569B-00CC-4009-88B3-4A7D6DEA45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770F4AB1-C25E-4E2D-ABDE-7A3010E55A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2326393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99E2B0-31A7-4FFE-8B76-413F4303F8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F79BD5-B2BF-400C-A492-EBDB79566E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0350E7B3-E13B-4189-B896-72F8EAB0D2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BC85C3E-A2C7-461F-865A-22B5A8E3BE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59354019-3BE7-4164-9077-3F0923E137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96C9397E-164C-471F-A47B-36FC2FC8FF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016659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DBCE2D-81E0-4BAD-A9D0-06237521A4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BAD47D-0307-404F-8F6D-65B86F5A1A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F4DE3E3D-4CB1-41C4-BA80-D47B1F5327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19AFD8D-4B6B-4713-BF52-418F9FBB11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0B1B951-7002-42F9-9FAB-3FEC1EB47A2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59376B8B-3404-4404-8FF0-07CA1D4141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159127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66DE6C-CAC0-41A5-AD8C-EC7B4C63F3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F3CE2C-0FC9-4672-B34C-40E757428C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3" name="">
            <a:extLst xmlns:a="http://schemas.openxmlformats.org/drawingml/2006/main">
              <a:ext uri="{FF2B5EF4-FFF2-40B4-BE49-F238E27FC236}">
                <a16:creationId xmlns:a16="http://schemas.microsoft.com/office/drawing/2014/main" id="{E66A7C49-F614-4328-BE92-8B80C4520B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5A23408-7528-4A55-8903-F14FE68461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9CFC437-6445-4657-B49A-D674F37321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6" name="">
            <a:extLst xmlns:a="http://schemas.openxmlformats.org/drawingml/2006/main">
              <a:ext uri="{FF2B5EF4-FFF2-40B4-BE49-F238E27FC236}">
                <a16:creationId xmlns:a16="http://schemas.microsoft.com/office/drawing/2014/main" id="{7192C843-546A-4E72-B6C6-66F61E0E66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505709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D887C7A-C81B-4F09-B8A0-D142857924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81E2FF-2ABD-43E6-9FB7-60CCE78189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DD211199-CEEA-4CFB-9FF2-AC2F4374DC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8ED85CB-1957-4033-827E-14290DC635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B10965EC-AFDF-4BB3-AF6B-B6EE42A2CEDF}"/>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770F0EC-3AD2-434B-A9F7-595B2C71D779}"/>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16E17394-C462-4ED0-9E40-827947CEC939}"/>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9356F07-07C6-4235-8AED-CF9BCB2FB4B3}"/>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2373C593-E615-44D6-9A90-5BCC075D3FA6}"/>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5F730B0-33CC-4057-ADB5-58FD330918B3}"/>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97AA077E-8502-407E-B3BE-8287169D59A3}"/>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FC943CF-918C-4CEB-BA6C-BFD214E2E5C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22DEB004-1991-445D-B8C3-91BA0C94E357}"/>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EB92324-F305-434B-B8C6-1D147C191687}"/>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B817D3F9-030C-4D1D-A40F-0C17BF173FD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069848D-FF88-448D-8445-7D8C0FF2DFF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86C0EF94-175D-4E82-A70E-A95FAC922050}"/>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8A6573B-F853-4E57-B14A-A7E4F8046F30}"/>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82F3F903-56D9-4FF6-A313-AB29D3641CA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234137C-8FDF-44FE-87D9-6795C9677AD3}"/>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E2F73C81-9CAB-4222-AF63-33985D2207C5}"/>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F30962D-FB20-4F64-A56F-24B15D355981}"/>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DDDFEE78-F41B-4BAD-A960-1EA1363A61CB}"/>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D23EB2A-EB75-484F-A00A-D5818A67B91E}"/>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212619696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6B981A-CC75-4042-B773-155A847FE6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5A0B40-529B-4000-89CC-78D650F48D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4E7D3064-E103-4312-9D0D-761E73C41E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9F6403DD-D548-487D-8999-75B412BF51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67FAC6B-AF5D-4F58-B05F-A939C7A7D40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50021956-D0CB-4B8E-9EB9-DF302938B0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8097142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8913D9-6564-4DB4-9511-13E70C1B93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70CC27-CD7D-43DD-BDC4-4FD6864EFC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36449892-E651-46BE-98C5-20EC5DA509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AC16BDDA-D805-4E4C-B79D-B9AE0BB52B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5A0D4B09-6801-4FD9-8BF8-50449677886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E4C252A5-798E-49E0-9F11-7F734927D826}"/>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0824430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70BC92-CF0D-43C2-8332-6E2493CE95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8F5B16-9E50-41F5-ACF2-7A9BC93369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3F6A397A-6303-42D5-B34C-2AA292C797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4643313-9C60-4543-9307-833C19BF55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71A6163-20E8-414D-94D0-272BF75E668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ED9D56CB-75BE-4821-B77D-33168BD4F2A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8077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2026-10-23T09:45:39.3610000Z</dcterms:created>
  <dcterms:modified xsi:type="dcterms:W3CDTF">2026-10-23T09:45:39.3610000Z</dcterms:modified>
</coreProperties>
</file>