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72f23e8157495f" /><Relationship Type="http://schemas.openxmlformats.org/officeDocument/2006/relationships/extended-properties" Target="/docProps/app.xml" Id="R3823bc188bdd47da" /><Relationship Type="http://schemas.openxmlformats.org/officeDocument/2006/relationships/officeDocument" Target="/ppt/presentation.xml" Id="R676fd0ede44d4783" /></Relationships>
</file>

<file path=ppt/presentation.xml><?xml version="1.0" encoding="utf-8"?>
<p:presentation xmlns:p="http://schemas.openxmlformats.org/presentationml/2006/main">
  <p:sldMasterIdLst>
    <p:sldMasterId xmlns:r="http://schemas.openxmlformats.org/officeDocument/2006/relationships" id="2147483648" r:id="R46cbb63e12784e16"/>
  </p:sldMasterIdLst>
  <p:notesMasterIdLst>
    <p:notesMasterId xmlns:r="http://schemas.openxmlformats.org/officeDocument/2006/relationships" r:id="R5e5dbd9b9c094624"/>
  </p:notesMasterIdLst>
  <p:sldIdLst>
    <p:sldId xmlns:r="http://schemas.openxmlformats.org/officeDocument/2006/relationships" id="256" r:id="R271bab10d1004b53"/>
    <p:sldId xmlns:r="http://schemas.openxmlformats.org/officeDocument/2006/relationships" id="257" r:id="Rd883951ba0324819"/>
    <p:sldId xmlns:r="http://schemas.openxmlformats.org/officeDocument/2006/relationships" id="258" r:id="Re046f167d1d0401b"/>
    <p:sldId xmlns:r="http://schemas.openxmlformats.org/officeDocument/2006/relationships" id="259" r:id="R5de2ae0c37f444c8"/>
    <p:sldId xmlns:r="http://schemas.openxmlformats.org/officeDocument/2006/relationships" id="260" r:id="Ra57340be4afb4188"/>
    <p:sldId xmlns:r="http://schemas.openxmlformats.org/officeDocument/2006/relationships" id="261" r:id="R0a8a5a5e906042bf"/>
    <p:sldId xmlns:r="http://schemas.openxmlformats.org/officeDocument/2006/relationships" id="262" r:id="Rb20fe6a0cb704f66"/>
    <p:sldId xmlns:r="http://schemas.openxmlformats.org/officeDocument/2006/relationships" id="263" r:id="R7049cf33ac1b412e"/>
    <p:sldId xmlns:r="http://schemas.openxmlformats.org/officeDocument/2006/relationships" id="264" r:id="Re91c04588c85408d"/>
    <p:sldId xmlns:r="http://schemas.openxmlformats.org/officeDocument/2006/relationships" id="265" r:id="R8b12e2bfa8a94d7c"/>
    <p:sldId xmlns:r="http://schemas.openxmlformats.org/officeDocument/2006/relationships" id="266" r:id="R773c21b6cceb4a20"/>
    <p:sldId xmlns:r="http://schemas.openxmlformats.org/officeDocument/2006/relationships" id="267" r:id="Rffcba26a0822436c"/>
    <p:sldId xmlns:r="http://schemas.openxmlformats.org/officeDocument/2006/relationships" id="268" r:id="Re06208b99c5b418a"/>
    <p:sldId xmlns:r="http://schemas.openxmlformats.org/officeDocument/2006/relationships" id="269" r:id="R77471d2ab89a484a"/>
    <p:sldId xmlns:r="http://schemas.openxmlformats.org/officeDocument/2006/relationships" id="270" r:id="Rfe77d11cdf81490e"/>
    <p:sldId xmlns:r="http://schemas.openxmlformats.org/officeDocument/2006/relationships" id="271" r:id="Rdf28663fb0424f8c"/>
    <p:sldId xmlns:r="http://schemas.openxmlformats.org/officeDocument/2006/relationships" id="272" r:id="Ree4470ec00c84ff8"/>
    <p:sldId xmlns:r="http://schemas.openxmlformats.org/officeDocument/2006/relationships" id="273" r:id="R9cf89cd816d84884"/>
    <p:sldId xmlns:r="http://schemas.openxmlformats.org/officeDocument/2006/relationships" id="274" r:id="Rf44edb2ef4ae46cc"/>
    <p:sldId xmlns:r="http://schemas.openxmlformats.org/officeDocument/2006/relationships" id="275" r:id="R3ddc3ddc164a4662"/>
    <p:sldId xmlns:r="http://schemas.openxmlformats.org/officeDocument/2006/relationships" id="276" r:id="R5ae90c0437a644ea"/>
    <p:sldId xmlns:r="http://schemas.openxmlformats.org/officeDocument/2006/relationships" id="277" r:id="Rd6e0b114b1714675"/>
    <p:sldId xmlns:r="http://schemas.openxmlformats.org/officeDocument/2006/relationships" id="278" r:id="Rbbbc9edd5a624117"/>
    <p:sldId xmlns:r="http://schemas.openxmlformats.org/officeDocument/2006/relationships" id="279" r:id="R4c85beb188a14eb1"/>
    <p:sldId xmlns:r="http://schemas.openxmlformats.org/officeDocument/2006/relationships" id="280" r:id="R44f37497e7c44205"/>
    <p:sldId xmlns:r="http://schemas.openxmlformats.org/officeDocument/2006/relationships" id="281" r:id="Red9a8d05952543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5887adaee14d11" /><Relationship Type="http://schemas.openxmlformats.org/officeDocument/2006/relationships/slideMaster" Target="/ppt/slideMasters/slideMaster1.xml" Id="R46cbb63e12784e16" /><Relationship Type="http://schemas.openxmlformats.org/officeDocument/2006/relationships/notesMaster" Target="/ppt/notesMasters/notesMaster1.xml" Id="R5e5dbd9b9c094624" /><Relationship Type="http://schemas.openxmlformats.org/officeDocument/2006/relationships/presProps" Target="/ppt/presProps.xml" Id="Reecd22bccad34719" /><Relationship Type="http://schemas.openxmlformats.org/officeDocument/2006/relationships/tableStyles" Target="/ppt/tableStyles.xml" Id="Rd12dc90917b44ffc" /><Relationship Type="http://schemas.openxmlformats.org/officeDocument/2006/relationships/slide" Target="/ppt/slides/slide1.xml" Id="R271bab10d1004b53" /><Relationship Type="http://schemas.openxmlformats.org/officeDocument/2006/relationships/slide" Target="/ppt/slides/slide2.xml" Id="Rd883951ba0324819" /><Relationship Type="http://schemas.openxmlformats.org/officeDocument/2006/relationships/slide" Target="/ppt/slides/slide3.xml" Id="Re046f167d1d0401b" /><Relationship Type="http://schemas.openxmlformats.org/officeDocument/2006/relationships/slide" Target="/ppt/slides/slide4.xml" Id="R5de2ae0c37f444c8" /><Relationship Type="http://schemas.openxmlformats.org/officeDocument/2006/relationships/slide" Target="/ppt/slides/slide5.xml" Id="Ra57340be4afb4188" /><Relationship Type="http://schemas.openxmlformats.org/officeDocument/2006/relationships/slide" Target="/ppt/slides/slide6.xml" Id="R0a8a5a5e906042bf" /><Relationship Type="http://schemas.openxmlformats.org/officeDocument/2006/relationships/slide" Target="/ppt/slides/slide7.xml" Id="Rb20fe6a0cb704f66" /><Relationship Type="http://schemas.openxmlformats.org/officeDocument/2006/relationships/slide" Target="/ppt/slides/slide8.xml" Id="R7049cf33ac1b412e" /><Relationship Type="http://schemas.openxmlformats.org/officeDocument/2006/relationships/slide" Target="/ppt/slides/slide9.xml" Id="Re91c04588c85408d" /><Relationship Type="http://schemas.openxmlformats.org/officeDocument/2006/relationships/slide" Target="/ppt/slides/slide10.xml" Id="R8b12e2bfa8a94d7c" /><Relationship Type="http://schemas.openxmlformats.org/officeDocument/2006/relationships/slide" Target="/ppt/slides/slide11.xml" Id="R773c21b6cceb4a20" /><Relationship Type="http://schemas.openxmlformats.org/officeDocument/2006/relationships/slide" Target="/ppt/slides/slide12.xml" Id="Rffcba26a0822436c" /><Relationship Type="http://schemas.openxmlformats.org/officeDocument/2006/relationships/slide" Target="/ppt/slides/slide13.xml" Id="Re06208b99c5b418a" /><Relationship Type="http://schemas.openxmlformats.org/officeDocument/2006/relationships/slide" Target="/ppt/slides/slide14.xml" Id="R77471d2ab89a484a" /><Relationship Type="http://schemas.openxmlformats.org/officeDocument/2006/relationships/slide" Target="/ppt/slides/slide15.xml" Id="Rfe77d11cdf81490e" /><Relationship Type="http://schemas.openxmlformats.org/officeDocument/2006/relationships/slide" Target="/ppt/slides/slide16.xml" Id="Rdf28663fb0424f8c" /><Relationship Type="http://schemas.openxmlformats.org/officeDocument/2006/relationships/slide" Target="/ppt/slides/slide17.xml" Id="Ree4470ec00c84ff8" /><Relationship Type="http://schemas.openxmlformats.org/officeDocument/2006/relationships/slide" Target="/ppt/slides/slide18.xml" Id="R9cf89cd816d84884" /><Relationship Type="http://schemas.openxmlformats.org/officeDocument/2006/relationships/slide" Target="/ppt/slides/slide19.xml" Id="Rf44edb2ef4ae46cc" /><Relationship Type="http://schemas.openxmlformats.org/officeDocument/2006/relationships/slide" Target="/ppt/slides/slide20.xml" Id="R3ddc3ddc164a4662" /><Relationship Type="http://schemas.openxmlformats.org/officeDocument/2006/relationships/slide" Target="/ppt/slides/slide21.xml" Id="R5ae90c0437a644ea" /><Relationship Type="http://schemas.openxmlformats.org/officeDocument/2006/relationships/slide" Target="/ppt/slides/slide22.xml" Id="Rd6e0b114b1714675" /><Relationship Type="http://schemas.openxmlformats.org/officeDocument/2006/relationships/slide" Target="/ppt/slides/slide23.xml" Id="Rbbbc9edd5a624117" /><Relationship Type="http://schemas.openxmlformats.org/officeDocument/2006/relationships/slide" Target="/ppt/slides/slide24.xml" Id="R4c85beb188a14eb1" /><Relationship Type="http://schemas.openxmlformats.org/officeDocument/2006/relationships/slide" Target="/ppt/slides/slide25.xml" Id="R44f37497e7c44205" /><Relationship Type="http://schemas.openxmlformats.org/officeDocument/2006/relationships/slide" Target="/ppt/slides/slide26.xml" Id="Red9a8d05952543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81864a26d47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7599b37ee44e48" /><Relationship Type="http://schemas.openxmlformats.org/officeDocument/2006/relationships/notesMaster" Target="/ppt/notesMasters/notesMaster1.xml" Id="R006e0ad52b6e48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e17b1f3fda4bcf" /><Relationship Type="http://schemas.openxmlformats.org/officeDocument/2006/relationships/notesMaster" Target="/ppt/notesMasters/notesMaster1.xml" Id="R88baa25b1db04b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1bd91bdc994bda" /><Relationship Type="http://schemas.openxmlformats.org/officeDocument/2006/relationships/notesMaster" Target="/ppt/notesMasters/notesMaster1.xml" Id="Re0131f5617a6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99aee8b5304b2b" /><Relationship Type="http://schemas.openxmlformats.org/officeDocument/2006/relationships/notesMaster" Target="/ppt/notesMasters/notesMaster1.xml" Id="R4abbec63062e4a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a5ec751d9a4617" /><Relationship Type="http://schemas.openxmlformats.org/officeDocument/2006/relationships/notesMaster" Target="/ppt/notesMasters/notesMaster1.xml" Id="R2e48e1fdd8da41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39a0f60cbe433b" /><Relationship Type="http://schemas.openxmlformats.org/officeDocument/2006/relationships/notesMaster" Target="/ppt/notesMasters/notesMaster1.xml" Id="R5dfe8cd74a7347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e0a49ed0e14334" /><Relationship Type="http://schemas.openxmlformats.org/officeDocument/2006/relationships/notesMaster" Target="/ppt/notesMasters/notesMaster1.xml" Id="Ra6d15dedf16e40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bc69da1a7c40bc" /><Relationship Type="http://schemas.openxmlformats.org/officeDocument/2006/relationships/notesMaster" Target="/ppt/notesMasters/notesMaster1.xml" Id="R47e56afda3a844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8fa0f01a154981" /><Relationship Type="http://schemas.openxmlformats.org/officeDocument/2006/relationships/notesMaster" Target="/ppt/notesMasters/notesMaster1.xml" Id="R5d399c311a8c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769119ef3b430c" /><Relationship Type="http://schemas.openxmlformats.org/officeDocument/2006/relationships/notesMaster" Target="/ppt/notesMasters/notesMaster1.xml" Id="R19688ae03cb047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8f335fd4504ff7" /><Relationship Type="http://schemas.openxmlformats.org/officeDocument/2006/relationships/notesMaster" Target="/ppt/notesMasters/notesMaster1.xml" Id="Rbf1658cc8e7045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83d077226e45ce" /><Relationship Type="http://schemas.openxmlformats.org/officeDocument/2006/relationships/notesMaster" Target="/ppt/notesMasters/notesMaster1.xml" Id="R6252ff637f824c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916db1075a45ef" /><Relationship Type="http://schemas.openxmlformats.org/officeDocument/2006/relationships/notesMaster" Target="/ppt/notesMasters/notesMaster1.xml" Id="R506592fec17445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41b432703a4c1c" /><Relationship Type="http://schemas.openxmlformats.org/officeDocument/2006/relationships/notesMaster" Target="/ppt/notesMasters/notesMaster1.xml" Id="R001e2c5950324d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dfd33482fa4bf3" /><Relationship Type="http://schemas.openxmlformats.org/officeDocument/2006/relationships/notesMaster" Target="/ppt/notesMasters/notesMaster1.xml" Id="R5fdd88a99c2243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28c6a511364290" /><Relationship Type="http://schemas.openxmlformats.org/officeDocument/2006/relationships/notesMaster" Target="/ppt/notesMasters/notesMaster1.xml" Id="Reec20277802a4b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0f3c03f9ac4174" /><Relationship Type="http://schemas.openxmlformats.org/officeDocument/2006/relationships/notesMaster" Target="/ppt/notesMasters/notesMaster1.xml" Id="Ref0492cfe45943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539d1b9b7346e6" /><Relationship Type="http://schemas.openxmlformats.org/officeDocument/2006/relationships/notesMaster" Target="/ppt/notesMasters/notesMaster1.xml" Id="R4ca9630f030c4c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fa9f3e98f34294" /><Relationship Type="http://schemas.openxmlformats.org/officeDocument/2006/relationships/notesMaster" Target="/ppt/notesMasters/notesMaster1.xml" Id="R6cee95a1b07147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e0011619c4436c" /><Relationship Type="http://schemas.openxmlformats.org/officeDocument/2006/relationships/notesMaster" Target="/ppt/notesMasters/notesMaster1.xml" Id="R879a41e478af41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33dc43aae94d4f" /><Relationship Type="http://schemas.openxmlformats.org/officeDocument/2006/relationships/notesMaster" Target="/ppt/notesMasters/notesMaster1.xml" Id="Rbe40f710538f4e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5d59e7aa42c4394" /><Relationship Type="http://schemas.openxmlformats.org/officeDocument/2006/relationships/notesMaster" Target="/ppt/notesMasters/notesMaster1.xml" Id="R2e32624572fe42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a355deb416470a" /><Relationship Type="http://schemas.openxmlformats.org/officeDocument/2006/relationships/notesMaster" Target="/ppt/notesMasters/notesMaster1.xml" Id="R5669c9938afe4ed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e31a2dc924f4ac0" /><Relationship Type="http://schemas.openxmlformats.org/officeDocument/2006/relationships/notesMaster" Target="/ppt/notesMasters/notesMaster1.xml" Id="R9ab232303bd54b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da5cee9da64628" /><Relationship Type="http://schemas.openxmlformats.org/officeDocument/2006/relationships/notesMaster" Target="/ppt/notesMasters/notesMaster1.xml" Id="R43c23ebb901e49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14240afca6494c" /><Relationship Type="http://schemas.openxmlformats.org/officeDocument/2006/relationships/notesMaster" Target="/ppt/notesMasters/notesMaster1.xml" Id="R2abbf6061d234d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Vascular access device overview. First, Short peripheral catheter: tip remains in a peripheral vein. Next, Midline: longer peripheral device with the tip below the axilla. Next, PICC and other central catheters: tip terminates in central circulation after placement verification. Next, Implanted port: subcutaneous reservoir accessed with an appropriate noncoring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Original BMHI educational image generated October 23, 2026. Source topics: 30 Hour IV Certification Study Guide, revised March 2013, PDF pages 39-44.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Midline therapy boundaries. First, A midline remains a peripheral device even though it is longer than a short peripheral catheter. Next, The prescribed solution must be appropriate for peripheral administration under current standards and policy. Next, Assess the entire extremity, insertion site, dressing, external length when applicable, patency, and patient symptoms. Next, Do not use a midline for therapy that requires central administration or when complication findings are present.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35-36. Current infusion standards and facility policy control therapy selection.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venous anatomy and device indications. First, Long duration or poor peripheral access: Supports repeated therapy while reducing repeated peripheral starts Next, Concentrated or irritating therapy: Central blood flow provides rapid dilution when the prescribed device is appropriate Next, Multiple incompatible therapies: Multiple lumens may separate infusions when each lumen is verified and labeled Next, Hemodynamic monitoring or frequent blood sampling: Requires the correct catheter, confirmed position, competency, and protocol Next, Parenteral nutrition or selected oncology therapy: Often requires a dedicated lumen and strict infection prevention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assessment before every use. First, Patient: New pain, dyspnea, fever, chills, swelling, or neurologic change Next, Site and dressing: Redness, tenderness, drainage, bleeding, swelling, moisture, looseness, or disrupted securement Next, Device: Type, lumen, external length or position marker when applicable, clamps, caps, cracks, leaks Next, Patency: Blood return and flushing response when required; never force resistance Next, Order and compatibility: Correct route, lumen, solution, rate, monitoring, and concurrent infusions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dressing and cap-change principles. First, Prepare the patient and environment, gather supplies, and explain the need to minimize talking, coughing, and movement near the field. Next, Use hand hygiene, required mask and PPE, and sterile technique according to the device and policy. Next, Assess the site and catheter position before cleansing. Next, Use the approved antiseptic with the required friction and drying time, then apply the prescribed securement and dressing. Next, Disinfect and replace connectors only with the authorized technique. Label and document the procedure and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44-45 and checkoff page 58. Fixed historical intervals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flushing and blood-draw safety. First, Confirm the device type, lumen purpose, order, current manufacturer instructions, and facility procedure. Next, Use the specified syringe size, solution, volume, sequence, and clamp technique. Never copy a generic flush recipe across devices. Next, Stop for resistance, pain, swelling, leaking, or suspected damage. Never force a flush. Next, For blood sampling, pause or manage infusions only as the approved procedure directs, maintain asepsis, label specimens at the bedside, and restore prescribed therapy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43-45. Historical flush tables were intentionally not reproduced.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Hypodermoclysis overview. First, Purpose: Subcutaneous fluid administration for selected patients with mild to moderate hydration needs Next, Possible settings: Older adult, palliative, long-term, or limited-access care when ordered and supported by policy Next, Not appropriate: Shock, severe dehydration, need for rapid large-volume resuscitation, or unsuitable solution Next, Monitoring: Site comfort, swelling, leaking, redness, prescribed rate, intake and output, hydration response Next, Competency: Use only with specific education, an order, appropriate equipment, and facility authorization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45-47. Historical rate and volume limits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Arterial lines are monitoring devices. First, Continuous invasive blood-pressure monitoring: Level and zero the transducer using the approved procedure Next, Arterial blood sampling: Use aseptic technique and the authorized waste or return system Next, Site assessment: Check distal color, temperature, sensation, movement, capillary refill, waveform, bleeding, and securement Next, Urgent concerns: Report bleeding, loss of waveform, limb ischemia, disconnection, air, or suspected infection immediately Next, Never administer routine IV fluids or medications through an arterial line. Only the prescribed pressure system and procedure-specific solutions belong in the circuit.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Never administer routine IV fluids or medications through an arterial line. Only the prescribed pressure system and procedure-specific solutions belong in the circuit. Source: 30 Hour IV Certification Study Guide, revised March 2013, arterial-line content and glossary PDF pages 46-47 and 61-62. Current critical-care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Know the central-access device before using it. First, Midline: Peripheral vasculature below the axilla; Not a central line; confirm that the prescribed therapy is peripherally appropriate Next, PICC: Central circulation after peripheral insertion; Verify tip-use clearance, lumen purpose, patency, and dressing condition Next, Nontunneled or tunneled CVC: Central circulation; Use strict asepsis and inspect the exit site, connections, and lumens Next, Implanted port: Central circulation through a subcutaneous reservoir; Access only with the correct noncoring needle and validated competency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30 Hour IV Certification Study Guide, revised March 2013, pages 35-42. Device definitions were retained; historical dwell-time, flush-volume, and dressing-frequency claims were excluded in favor of current orders,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findings that require immediate escalation. First, Sudden dyspnea, chest pain, cyanosis, or altered consciousness: Air embolism or thoracic complication; Stop unsafe use, clamp or protect the system as trained, call emergency response, and support ABCs Next, Neck, chest, shoulder, or arm swelling: Malposition, infiltration, or thrombosis; Stop use and obtain urgent qualified assessment Next, Redness, tenderness, drainage, fever, or chills: Local or bloodstream infection; Assess, notify, and follow culture and device-management orders Next, Resistance, absent blood return, leaking, or damaged catheter: Occlusion, malposition, or device failure; Never force a flush; stop use and escalate Next, Do not remove, reposition, repair, instill a declotting agent, or access a central device unless the action is authorized and competency-validated.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Do not remove, reposition, repair, instill a declotting agent, or access a central device unless the action is authorized and competency-validated. Additional source: 30 Hour IV Certification Study Guide, revised March 2013, pages 37-43. Emergency actions must follow the current device-specific protocol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3aa2c37ba54d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1a11e79f9243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8af715f4f54c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d8f8a85b874e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d2d6871fda40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678f75c76746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5905DB-01CF-4611-846E-39E1E94907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05C1C4-6C36-4308-96BC-260B888184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171D28-1AB5-4050-9B32-45B7ECDA95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09F7AF-8A18-456E-8366-5515B262A5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394990-F12F-4A88-851F-5B5396780B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72640D-CF8D-4F17-999A-7111FAC67C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5130D0-E665-4217-A95B-FAD88F7E35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3C8F1C-3EF6-4FD7-8B14-2C5D8FF249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FE1C4-BC5C-49AF-9082-505683F48F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74F236-870C-43EA-A992-07A81026C4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3f7d3f7d4c4864" /><Relationship Type="http://schemas.openxmlformats.org/officeDocument/2006/relationships/slideLayout" Target="/ppt/slideLayouts/slideLayout1.xml" Id="Re3986c0bf2b24a6f" /><Relationship Type="http://schemas.openxmlformats.org/officeDocument/2006/relationships/slideLayout" Target="/ppt/slideLayouts/slideLayout2.xml" Id="Ra6851f3ab5814da3" /><Relationship Type="http://schemas.openxmlformats.org/officeDocument/2006/relationships/slideLayout" Target="/ppt/slideLayouts/slideLayout3.xml" Id="Rc0a4d626dc3347fe" /><Relationship Type="http://schemas.openxmlformats.org/officeDocument/2006/relationships/slideLayout" Target="/ppt/slideLayouts/slideLayout4.xml" Id="R7b4d2f993e2b4332" /><Relationship Type="http://schemas.openxmlformats.org/officeDocument/2006/relationships/slideLayout" Target="/ppt/slideLayouts/slideLayout5.xml" Id="R69451c79d92c4628" /><Relationship Type="http://schemas.openxmlformats.org/officeDocument/2006/relationships/slideLayout" Target="/ppt/slideLayouts/slideLayout6.xml" Id="R715aed6f38164a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986c0bf2b24a6f"/>
    <p:sldLayoutId xmlns:r="http://schemas.openxmlformats.org/officeDocument/2006/relationships" id="2147483650" r:id="Ra6851f3ab5814da3"/>
    <p:sldLayoutId xmlns:r="http://schemas.openxmlformats.org/officeDocument/2006/relationships" id="2147483651" r:id="Rc0a4d626dc3347fe"/>
    <p:sldLayoutId xmlns:r="http://schemas.openxmlformats.org/officeDocument/2006/relationships" id="2147483652" r:id="R7b4d2f993e2b4332"/>
    <p:sldLayoutId xmlns:r="http://schemas.openxmlformats.org/officeDocument/2006/relationships" id="2147483653" r:id="R69451c79d92c4628"/>
    <p:sldLayoutId xmlns:r="http://schemas.openxmlformats.org/officeDocument/2006/relationships" id="2147483654" r:id="R715aed6f38164a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ab4d0e3882445e" /><Relationship Type="http://schemas.openxmlformats.org/officeDocument/2006/relationships/image" Target="/ppt/media/image.jpeg" Id="R91cd5c1d6407452c" /><Relationship Type="http://schemas.openxmlformats.org/officeDocument/2006/relationships/notesSlide" Target="/ppt/notesSlides/notesSlide1.xml" Id="R47180af2c085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a66ce7efcd40b5" /><Relationship Type="http://schemas.openxmlformats.org/officeDocument/2006/relationships/notesSlide" Target="/ppt/notesSlides/notesSlide2.xml" Id="R9bac581e37cf46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caf5dff16d490b" /><Relationship Type="http://schemas.openxmlformats.org/officeDocument/2006/relationships/notesSlide" Target="/ppt/notesSlides/notesSlide3.xml" Id="R9e5fc5fbff3e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ecacfdc77240d9" /><Relationship Type="http://schemas.openxmlformats.org/officeDocument/2006/relationships/notesSlide" Target="/ppt/notesSlides/notesSlide4.xml" Id="R5c0cb2fc5ec546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53d4985eb8472f" /><Relationship Type="http://schemas.openxmlformats.org/officeDocument/2006/relationships/notesSlide" Target="/ppt/notesSlides/notesSlide5.xml" Id="R40bf91971e4e4c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b14af14fac4925" /><Relationship Type="http://schemas.openxmlformats.org/officeDocument/2006/relationships/notesSlide" Target="/ppt/notesSlides/notesSlide6.xml" Id="Rf8f3a85e8bba40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2ae816ec004e36" /><Relationship Type="http://schemas.openxmlformats.org/officeDocument/2006/relationships/notesSlide" Target="/ppt/notesSlides/notesSlide7.xml" Id="R7e27d7e18dbb40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3c171d12b14ab5" /><Relationship Type="http://schemas.openxmlformats.org/officeDocument/2006/relationships/image" Target="/ppt/media/image.png" Id="Rcdda9025d27e4491" /><Relationship Type="http://schemas.openxmlformats.org/officeDocument/2006/relationships/notesSlide" Target="/ppt/notesSlides/notesSlide8.xml" Id="Rebba6965292246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2c8ab91c424ba9" /><Relationship Type="http://schemas.openxmlformats.org/officeDocument/2006/relationships/notesSlide" Target="/ppt/notesSlides/notesSlide9.xml" Id="Rcf378d9cbf8640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768d176aaaa4ca2" /><Relationship Type="http://schemas.openxmlformats.org/officeDocument/2006/relationships/notesSlide" Target="/ppt/notesSlides/notesSlide10.xml" Id="Rdeceba0b72a4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cc40c30962c481f" /><Relationship Type="http://schemas.openxmlformats.org/officeDocument/2006/relationships/notesSlide" Target="/ppt/notesSlides/notesSlide11.xml" Id="R70002edd1a9546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b700618a4447e7" /><Relationship Type="http://schemas.openxmlformats.org/officeDocument/2006/relationships/notesSlide" Target="/ppt/notesSlides/notesSlide12.xml" Id="R6fadf3a60d6f4c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aa9f1dd1f9425a" /><Relationship Type="http://schemas.openxmlformats.org/officeDocument/2006/relationships/notesSlide" Target="/ppt/notesSlides/notesSlide13.xml" Id="Rfa49131fcf2e4a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2761c6fb594649" /><Relationship Type="http://schemas.openxmlformats.org/officeDocument/2006/relationships/notesSlide" Target="/ppt/notesSlides/notesSlide14.xml" Id="R4cb5a4d1f54c42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fc46e4fab7846c0" /><Relationship Type="http://schemas.openxmlformats.org/officeDocument/2006/relationships/notesSlide" Target="/ppt/notesSlides/notesSlide15.xml" Id="R25e9c49b935949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2607c9bd8145d8" /><Relationship Type="http://schemas.openxmlformats.org/officeDocument/2006/relationships/notesSlide" Target="/ppt/notesSlides/notesSlide16.xml" Id="R98b78ab7b4cb41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239723dc7f4810" /><Relationship Type="http://schemas.openxmlformats.org/officeDocument/2006/relationships/notesSlide" Target="/ppt/notesSlides/notesSlide17.xml" Id="Rdd75603bbdfd43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525c82e7483484b" /><Relationship Type="http://schemas.openxmlformats.org/officeDocument/2006/relationships/notesSlide" Target="/ppt/notesSlides/notesSlide18.xml" Id="R47efbaca38a447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d99683121cf444a" /><Relationship Type="http://schemas.openxmlformats.org/officeDocument/2006/relationships/notesSlide" Target="/ppt/notesSlides/notesSlide19.xml" Id="Rccb994f4e9e64e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a5262499df647bd" /><Relationship Type="http://schemas.openxmlformats.org/officeDocument/2006/relationships/notesSlide" Target="/ppt/notesSlides/notesSlide20.xml" Id="R633a02efe8b847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7321c03268c4dd6" /><Relationship Type="http://schemas.openxmlformats.org/officeDocument/2006/relationships/notesSlide" Target="/ppt/notesSlides/notesSlide21.xml" Id="R37f640e821bf431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06c79a5d9874838" /><Relationship Type="http://schemas.openxmlformats.org/officeDocument/2006/relationships/notesSlide" Target="/ppt/notesSlides/notesSlide22.xml" Id="R4bef028519384b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6364f8f34d84a5b" /><Relationship Type="http://schemas.openxmlformats.org/officeDocument/2006/relationships/notesSlide" Target="/ppt/notesSlides/notesSlide23.xml" Id="R48d7907fd1c34c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c0ed053eeb94663" /><Relationship Type="http://schemas.openxmlformats.org/officeDocument/2006/relationships/notesSlide" Target="/ppt/notesSlides/notesSlide24.xml" Id="Rfa2ada9198cf48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6c6f42e193d4d81" /><Relationship Type="http://schemas.openxmlformats.org/officeDocument/2006/relationships/notesSlide" Target="/ppt/notesSlides/notesSlide25.xml" Id="Rf711a79794da4c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c1c402e6f5f4866" /><Relationship Type="http://schemas.openxmlformats.org/officeDocument/2006/relationships/notesSlide" Target="/ppt/notesSlides/notesSlide26.xml" Id="Rdf02bb9bf720415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D4E20D1-6611-4B51-949A-53716F0DB45D}"/>
              </a:ext>
            </a:extLst>
          </p:cNvPr>
          <p:cNvPicPr>
            <a:picLocks xmlns:a="http://schemas.openxmlformats.org/drawingml/2006/main" noChangeAspect="1"/>
          </p:cNvPicPr>
          <p:nvPr/>
        </p:nvPicPr>
        <p:blipFill>
          <a:blip xmlns:r="http://schemas.openxmlformats.org/officeDocument/2006/relationships" xmlns:a="http://schemas.openxmlformats.org/drawingml/2006/main" r:embed="R91cd5c1d6407452c"/>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0FED27-B2B9-4E08-81A4-21F5BE5210E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26821F5-35DC-4240-BB1E-0F03AAEF0546}"/>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DD426CBF-CA80-49B7-B096-F70A0826E8A8}"/>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49B13AF5-2358-4E31-A57A-B9F377EB50BF}"/>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2E62B8D0-E9BB-4739-9298-D281872DC59C}"/>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EA211BAD-A423-4826-B7C7-366FA8776077}"/>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54253226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C9BD3A-F95A-41E7-95AF-2B49A4A1B7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5A08827-8613-4719-9E10-9945DAFB53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F9DB381-8781-46EA-9D65-D64E590DF74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0DED02B-4035-4EB6-8492-D13CD8F377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FC9EBE63-7551-461B-AB5C-4AC235A545D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1190A9F1-00D2-4C1C-9855-A3B4D87D22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8C58C518-3259-42E1-A822-FD97D240BBF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79468594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CE7310-63A0-428C-A4D1-D5553271BD0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02CE344-670A-4722-9B2A-74D0B1F93B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C731731-4A68-4C26-8853-41F537044FA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A6A6662-0438-4802-A58B-7DF6D61F6C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5" name="">
            <a:extLst xmlns:a="http://schemas.openxmlformats.org/drawingml/2006/main">
              <a:ext uri="{FF2B5EF4-FFF2-40B4-BE49-F238E27FC236}">
                <a16:creationId xmlns:a16="http://schemas.microsoft.com/office/drawing/2014/main" id="{926E4B46-AE50-4D31-AF88-4119D27D05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3565CB05-862D-4914-9799-C24250C894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F3699C4-B194-44F2-BD55-EF02D57969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8" name="">
            <a:extLst xmlns:a="http://schemas.openxmlformats.org/drawingml/2006/main">
              <a:ext uri="{FF2B5EF4-FFF2-40B4-BE49-F238E27FC236}">
                <a16:creationId xmlns:a16="http://schemas.microsoft.com/office/drawing/2014/main" id="{BDF32260-DEB6-4A6D-BADF-8B3299DCD0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3016524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BF79A3-F9BF-4DBD-940F-87DBD5A4FD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ADCA24C-DAB2-471B-85DD-613E619CD8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661FCBD-1788-4871-AEAD-EB4F9915E3A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4677038-42EF-4BCA-A54F-1134FE4BED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5" name="">
            <a:extLst xmlns:a="http://schemas.openxmlformats.org/drawingml/2006/main">
              <a:ext uri="{FF2B5EF4-FFF2-40B4-BE49-F238E27FC236}">
                <a16:creationId xmlns:a16="http://schemas.microsoft.com/office/drawing/2014/main" id="{5842E3A4-315C-4EE8-8636-A73FF17F4A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FBE1DDDC-9F46-42BA-9B8A-736CE85DE6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B80C4288-34E8-4856-90D0-BCFAF3FED2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8" name="">
            <a:extLst xmlns:a="http://schemas.openxmlformats.org/drawingml/2006/main">
              <a:ext uri="{FF2B5EF4-FFF2-40B4-BE49-F238E27FC236}">
                <a16:creationId xmlns:a16="http://schemas.microsoft.com/office/drawing/2014/main" id="{8EB4214E-5989-4133-9325-F931B2284A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6575453"/>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0123C5-EF6B-46BB-8EA7-41E819E57F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1786CED-21A8-4BF6-AE39-B12CBF642F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4F99329-F9E5-4D65-88FE-94DACBD716E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E5FA2ED-B0C5-4DDB-9416-B510BC9231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5" name="">
            <a:extLst xmlns:a="http://schemas.openxmlformats.org/drawingml/2006/main">
              <a:ext uri="{FF2B5EF4-FFF2-40B4-BE49-F238E27FC236}">
                <a16:creationId xmlns:a16="http://schemas.microsoft.com/office/drawing/2014/main" id="{09CEE167-C107-434C-8788-06B3C7440F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3D7188A9-C94F-4667-BBDD-BEE511D426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A381D508-847C-43C8-8A30-C95303EBD8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8" name="">
            <a:extLst xmlns:a="http://schemas.openxmlformats.org/drawingml/2006/main">
              <a:ext uri="{FF2B5EF4-FFF2-40B4-BE49-F238E27FC236}">
                <a16:creationId xmlns:a16="http://schemas.microsoft.com/office/drawing/2014/main" id="{31587BAD-79D3-4E1B-BDEE-D4DF7F5DF9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0107990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093965-AFEC-4926-912E-EA87F6AA253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98F0D3C-DC6A-4469-B2FA-7E9C8D94EB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27D4790-0FB2-4AB2-A0A1-B290AFD231C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C907DED-2517-4221-B113-AFB8C53FE9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5" name="">
            <a:extLst xmlns:a="http://schemas.openxmlformats.org/drawingml/2006/main">
              <a:ext uri="{FF2B5EF4-FFF2-40B4-BE49-F238E27FC236}">
                <a16:creationId xmlns:a16="http://schemas.microsoft.com/office/drawing/2014/main" id="{6047B773-8903-4021-828E-710B74C337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329DC6CB-654D-4933-A194-E8DD51078A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0AA302E2-88CE-4047-937F-7D11BF4D7D1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8" name="">
            <a:extLst xmlns:a="http://schemas.openxmlformats.org/drawingml/2006/main">
              <a:ext uri="{FF2B5EF4-FFF2-40B4-BE49-F238E27FC236}">
                <a16:creationId xmlns:a16="http://schemas.microsoft.com/office/drawing/2014/main" id="{3D83643A-82FD-4A4A-880C-CF2F3461F6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491060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265316-A448-41EC-8981-07378D19A5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6616D4E-905C-4939-9228-940FE600DB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6609FE8-D81B-4BFD-95CC-D20D305BCC8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D829DCE-A09B-4A91-948F-09AE48599E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5" name="">
            <a:extLst xmlns:a="http://schemas.openxmlformats.org/drawingml/2006/main">
              <a:ext uri="{FF2B5EF4-FFF2-40B4-BE49-F238E27FC236}">
                <a16:creationId xmlns:a16="http://schemas.microsoft.com/office/drawing/2014/main" id="{069FE2B0-08F8-434B-B349-D26CD83F65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7F8479BE-BD9D-4F00-A7CF-511DAA30C6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F3C0F390-0928-4EA9-9E8F-1F9EF1129D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8" name="">
            <a:extLst xmlns:a="http://schemas.openxmlformats.org/drawingml/2006/main">
              <a:ext uri="{FF2B5EF4-FFF2-40B4-BE49-F238E27FC236}">
                <a16:creationId xmlns:a16="http://schemas.microsoft.com/office/drawing/2014/main" id="{8C872812-255C-4B12-875F-9D6B30CBD1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835740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B5DFB7-74A6-44F7-B5BD-A83ECDC0896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EDBE0F3-417C-4007-8E38-757822579D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46FF5C6-2DE3-4C09-AA5B-15ECE11B566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FD80352-F9B7-4E05-ABEA-C326F5C6C7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Vascular access device overview</a:t>
            </a:r>
          </a:p>
        </p:txBody>
      </p:sp>
      <p:sp>
        <p:nvSpPr>
          <p:cNvPr id="5" name="">
            <a:extLst xmlns:a="http://schemas.openxmlformats.org/drawingml/2006/main">
              <a:ext uri="{FF2B5EF4-FFF2-40B4-BE49-F238E27FC236}">
                <a16:creationId xmlns:a16="http://schemas.microsoft.com/office/drawing/2014/main" id="{4BEF4733-5832-41AC-BFCA-565802A46F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F9F20809-C83E-491B-B75B-33A5CE448C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2EC27FEA-C896-41F7-9EA8-93F44A5F32E1}"/>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Short peripheral catheter: tip remains in a peripheral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Midline: longer peripheral device with the tip below the axilla.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PICC and other central catheters: tip terminates in central circulation after placement verification.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Implanted port: subcutaneous reservoir accessed with an appropriate noncoring needle.</a:t>
            </a:r>
          </a:p>
        </p:txBody>
      </p:sp>
      <p:pic>
        <p:nvPicPr>
          <p:cNvPr id="8" name="">
            <a:extLst xmlns:a="http://schemas.openxmlformats.org/drawingml/2006/main">
              <a:ext uri="{FF2B5EF4-FFF2-40B4-BE49-F238E27FC236}">
                <a16:creationId xmlns:a16="http://schemas.microsoft.com/office/drawing/2014/main" id="{78F8B8DA-D59D-4D8B-A001-EA91CA313C91}"/>
              </a:ext>
            </a:extLst>
          </p:cNvPr>
          <p:cNvPicPr>
            <a:picLocks xmlns:a="http://schemas.openxmlformats.org/drawingml/2006/main" noChangeAspect="1"/>
          </p:cNvPicPr>
          <p:nvPr/>
        </p:nvPicPr>
        <p:blipFill>
          <a:blip xmlns:r="http://schemas.openxmlformats.org/officeDocument/2006/relationships" xmlns:a="http://schemas.openxmlformats.org/drawingml/2006/main" r:embed="Rcdda9025d27e4491"/>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A446AE-E776-4FAC-B585-0FF1A30D8A30}"/>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CF022EAB-3ECB-47AB-BF7F-F6645265322D}"/>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27506288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9B1787-EE52-4BA8-A74E-F05C7455CA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FA8A743-024B-4966-95DA-F7967D3D11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8BC72CB-9BFE-4351-93CB-F9F45683F2E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B884F84-95EA-4721-9EEB-847E78AF2E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Midline therapy boundaries</a:t>
            </a:r>
          </a:p>
        </p:txBody>
      </p:sp>
      <p:sp>
        <p:nvSpPr>
          <p:cNvPr id="5" name="">
            <a:extLst xmlns:a="http://schemas.openxmlformats.org/drawingml/2006/main">
              <a:ext uri="{FF2B5EF4-FFF2-40B4-BE49-F238E27FC236}">
                <a16:creationId xmlns:a16="http://schemas.microsoft.com/office/drawing/2014/main" id="{343AE47A-3479-43E2-8680-1FB93FEF5D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BE49134-C114-4727-9AC0-FD8AFE6C91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F6670EB3-CE96-4FD1-96FD-244DCA0621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midline remains a peripheral device even though it is longer than a short peripheral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prescribed solution must be appropriate for peripheral administration under current standards and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entire extremity, insertion site, dressing, external length when applicable, patency, and patient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use a midline for therapy that requires central administration or when complication findings are present.</a:t>
            </a:r>
          </a:p>
        </p:txBody>
      </p:sp>
      <p:sp>
        <p:nvSpPr>
          <p:cNvPr id="8" name="">
            <a:extLst xmlns:a="http://schemas.openxmlformats.org/drawingml/2006/main">
              <a:ext uri="{FF2B5EF4-FFF2-40B4-BE49-F238E27FC236}">
                <a16:creationId xmlns:a16="http://schemas.microsoft.com/office/drawing/2014/main" id="{8FB540B8-D228-44FB-832E-FAE68EB8B5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2190346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114FE67-C24F-42D9-A2C3-5F16609852F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6B05E97-0EB9-4EFA-9A1C-CABD64A0AC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96F6167-DB53-4224-95FC-4C4596CF07B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92065CC-6539-4514-A207-B7C4176892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venous anatomy and device indications</a:t>
            </a:r>
          </a:p>
        </p:txBody>
      </p:sp>
      <p:sp>
        <p:nvSpPr>
          <p:cNvPr id="5" name="">
            <a:extLst xmlns:a="http://schemas.openxmlformats.org/drawingml/2006/main">
              <a:ext uri="{FF2B5EF4-FFF2-40B4-BE49-F238E27FC236}">
                <a16:creationId xmlns:a16="http://schemas.microsoft.com/office/drawing/2014/main" id="{208B369E-80D2-4C9A-8AAC-9D25DA4AC1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6480006A-2332-40DC-BE86-DC1F520892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1CCEE700-BEA8-4019-885A-B8ADA3258D49}"/>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21F71F7-2FE2-4A90-963D-8CEAD2F66D12}"/>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Reason for central access</a:t>
            </a:r>
          </a:p>
        </p:txBody>
      </p:sp>
      <p:sp>
        <p:nvSpPr>
          <p:cNvPr id="9" name="">
            <a:extLst xmlns:a="http://schemas.openxmlformats.org/drawingml/2006/main">
              <a:ext uri="{FF2B5EF4-FFF2-40B4-BE49-F238E27FC236}">
                <a16:creationId xmlns:a16="http://schemas.microsoft.com/office/drawing/2014/main" id="{AB01E464-77F9-4B81-94D3-032BD3B3C699}"/>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2AC5B5D-819A-4782-BAA4-A61D6A6E1E8F}"/>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7BD9839D-4DB2-4148-916A-989A81506A4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946346A-2BC3-419C-A3E5-9A3F3CF5A24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poor peripheral access</a:t>
            </a:r>
          </a:p>
        </p:txBody>
      </p:sp>
      <p:sp>
        <p:nvSpPr>
          <p:cNvPr id="13" name="">
            <a:extLst xmlns:a="http://schemas.openxmlformats.org/drawingml/2006/main">
              <a:ext uri="{FF2B5EF4-FFF2-40B4-BE49-F238E27FC236}">
                <a16:creationId xmlns:a16="http://schemas.microsoft.com/office/drawing/2014/main" id="{A4E7361F-9814-4AA4-B783-28B58938F42E}"/>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71DD905-4E28-482E-B4D2-45041DD69DF9}"/>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Supports repeated therapy while reducing repeated peripheral starts</a:t>
            </a:r>
          </a:p>
        </p:txBody>
      </p:sp>
      <p:sp>
        <p:nvSpPr>
          <p:cNvPr id="15" name="">
            <a:extLst xmlns:a="http://schemas.openxmlformats.org/drawingml/2006/main">
              <a:ext uri="{FF2B5EF4-FFF2-40B4-BE49-F238E27FC236}">
                <a16:creationId xmlns:a16="http://schemas.microsoft.com/office/drawing/2014/main" id="{21BFDA95-D8BE-4FF5-B31F-47CCB2D8570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B2E4FFD-BB01-4FA9-BDEB-2047EAEAB0D3}"/>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or irritating therapy</a:t>
            </a:r>
          </a:p>
        </p:txBody>
      </p:sp>
      <p:sp>
        <p:nvSpPr>
          <p:cNvPr id="17" name="">
            <a:extLst xmlns:a="http://schemas.openxmlformats.org/drawingml/2006/main">
              <a:ext uri="{FF2B5EF4-FFF2-40B4-BE49-F238E27FC236}">
                <a16:creationId xmlns:a16="http://schemas.microsoft.com/office/drawing/2014/main" id="{D0A17388-CE01-4D20-BEB4-487276DD90A9}"/>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28A89BF-7A18-4E40-A6B3-533670CAF4A8}"/>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blood flow provides rapid dilution when the prescribed device is appropriate</a:t>
            </a:r>
          </a:p>
        </p:txBody>
      </p:sp>
      <p:sp>
        <p:nvSpPr>
          <p:cNvPr id="19" name="">
            <a:extLst xmlns:a="http://schemas.openxmlformats.org/drawingml/2006/main">
              <a:ext uri="{FF2B5EF4-FFF2-40B4-BE49-F238E27FC236}">
                <a16:creationId xmlns:a16="http://schemas.microsoft.com/office/drawing/2014/main" id="{D6C3B22F-71EC-4E65-B4DD-DFEA4E70944E}"/>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89F5B80-9C85-4623-AF2D-AAAB981C9117}"/>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incompatible therapies</a:t>
            </a:r>
          </a:p>
        </p:txBody>
      </p:sp>
      <p:sp>
        <p:nvSpPr>
          <p:cNvPr id="21" name="">
            <a:extLst xmlns:a="http://schemas.openxmlformats.org/drawingml/2006/main">
              <a:ext uri="{FF2B5EF4-FFF2-40B4-BE49-F238E27FC236}">
                <a16:creationId xmlns:a16="http://schemas.microsoft.com/office/drawing/2014/main" id="{79E0B9E0-521F-401A-A9C2-B1F9380FE9C6}"/>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BF238BB-0354-4BB8-932F-F0CD23456B6B}"/>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lumens may separate infusions when each lumen is verified and labeled</a:t>
            </a:r>
          </a:p>
        </p:txBody>
      </p:sp>
      <p:sp>
        <p:nvSpPr>
          <p:cNvPr id="23" name="">
            <a:extLst xmlns:a="http://schemas.openxmlformats.org/drawingml/2006/main">
              <a:ext uri="{FF2B5EF4-FFF2-40B4-BE49-F238E27FC236}">
                <a16:creationId xmlns:a16="http://schemas.microsoft.com/office/drawing/2014/main" id="{CD2B9B06-2AF3-48F2-A2FD-61165ECD61ED}"/>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0DCEC07-6BFE-4DAE-A22F-0C08AA09D521}"/>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monitoring or frequent blood sampling</a:t>
            </a:r>
          </a:p>
        </p:txBody>
      </p:sp>
      <p:sp>
        <p:nvSpPr>
          <p:cNvPr id="25" name="">
            <a:extLst xmlns:a="http://schemas.openxmlformats.org/drawingml/2006/main">
              <a:ext uri="{FF2B5EF4-FFF2-40B4-BE49-F238E27FC236}">
                <a16:creationId xmlns:a16="http://schemas.microsoft.com/office/drawing/2014/main" id="{6DEB6E8B-95DF-4F68-BDEF-3C2FD52A2933}"/>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3FC6498-80AC-419D-B1CF-04CBF5C005BD}"/>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Requires the correct catheter, confirmed position, competency, and protocol</a:t>
            </a:r>
          </a:p>
        </p:txBody>
      </p:sp>
      <p:sp>
        <p:nvSpPr>
          <p:cNvPr id="27" name="">
            <a:extLst xmlns:a="http://schemas.openxmlformats.org/drawingml/2006/main">
              <a:ext uri="{FF2B5EF4-FFF2-40B4-BE49-F238E27FC236}">
                <a16:creationId xmlns:a16="http://schemas.microsoft.com/office/drawing/2014/main" id="{ABC003EB-AC74-4545-AD1F-46FB30879991}"/>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2174E02-58B7-4AA1-A097-EF4FFAAF43A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or selected oncology therapy</a:t>
            </a:r>
          </a:p>
        </p:txBody>
      </p:sp>
      <p:sp>
        <p:nvSpPr>
          <p:cNvPr id="29" name="">
            <a:extLst xmlns:a="http://schemas.openxmlformats.org/drawingml/2006/main">
              <a:ext uri="{FF2B5EF4-FFF2-40B4-BE49-F238E27FC236}">
                <a16:creationId xmlns:a16="http://schemas.microsoft.com/office/drawing/2014/main" id="{E66A8412-79EB-4EA1-B7A7-0EFA5B5C6E8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28454EE-D349-479C-AA7F-45893F8D1E4D}"/>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requires a dedicated lumen and strict infection prevention</a:t>
            </a:r>
          </a:p>
        </p:txBody>
      </p:sp>
    </p:spTree>
    <p:extLst>
      <p:ext uri="{BB962C8B-B14F-4D97-AF65-F5344CB8AC3E}">
        <p14:creationId xmlns:p14="http://schemas.microsoft.com/office/powerpoint/2010/main" val="116648060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5B19CBA-4263-4679-B526-61630A8C7A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8242D90-48A7-4D21-8504-2EBB1E7887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51059BD-1D0A-4097-A461-EF404BF525D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4A10CA1-9CD8-493A-924B-AD59BE1DDE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assessment before every use</a:t>
            </a:r>
          </a:p>
        </p:txBody>
      </p:sp>
      <p:sp>
        <p:nvSpPr>
          <p:cNvPr id="5" name="">
            <a:extLst xmlns:a="http://schemas.openxmlformats.org/drawingml/2006/main">
              <a:ext uri="{FF2B5EF4-FFF2-40B4-BE49-F238E27FC236}">
                <a16:creationId xmlns:a16="http://schemas.microsoft.com/office/drawing/2014/main" id="{7CD956BA-C884-427E-9E1B-083411F649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6B96409-DD27-41FE-BBF5-B5B1C42903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B654E3FA-35D1-4C71-A127-5E92019A5369}"/>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F6F7204-1A85-45E6-B33D-9C2C7A649689}"/>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F1DA680F-1E84-4BE1-86B1-F40527C6CFF2}"/>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0B79D6F-453E-492C-91F2-F3E6F5AAB7C7}"/>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to verify</a:t>
            </a:r>
          </a:p>
        </p:txBody>
      </p:sp>
      <p:sp>
        <p:nvSpPr>
          <p:cNvPr id="11" name="">
            <a:extLst xmlns:a="http://schemas.openxmlformats.org/drawingml/2006/main">
              <a:ext uri="{FF2B5EF4-FFF2-40B4-BE49-F238E27FC236}">
                <a16:creationId xmlns:a16="http://schemas.microsoft.com/office/drawing/2014/main" id="{2CC8773E-22AB-4B15-B321-8A9029A7210B}"/>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899DEC8-FF79-47A3-B442-1B5D56A49BEF}"/>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4A56DD97-0F06-4894-8A46-B5DB70C779C2}"/>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85FB75F-1B30-40E8-B8A7-B43925B56EE1}"/>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pain, dyspnea, fever, chills, swelling, or neurologic change</a:t>
            </a:r>
          </a:p>
        </p:txBody>
      </p:sp>
      <p:sp>
        <p:nvSpPr>
          <p:cNvPr id="15" name="">
            <a:extLst xmlns:a="http://schemas.openxmlformats.org/drawingml/2006/main">
              <a:ext uri="{FF2B5EF4-FFF2-40B4-BE49-F238E27FC236}">
                <a16:creationId xmlns:a16="http://schemas.microsoft.com/office/drawing/2014/main" id="{2BE976D1-2C22-49BA-8BC7-D145502DE3F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185271-F3D1-429C-A836-C5CD79BEEC5B}"/>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and dressing</a:t>
            </a:r>
          </a:p>
        </p:txBody>
      </p:sp>
      <p:sp>
        <p:nvSpPr>
          <p:cNvPr id="17" name="">
            <a:extLst xmlns:a="http://schemas.openxmlformats.org/drawingml/2006/main">
              <a:ext uri="{FF2B5EF4-FFF2-40B4-BE49-F238E27FC236}">
                <a16:creationId xmlns:a16="http://schemas.microsoft.com/office/drawing/2014/main" id="{7C7F0542-D95D-4002-930D-166F0381405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77570F8-2B53-4432-9CBC-0213C05CF8DA}"/>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bleeding, swelling, moisture, looseness, or disrupted securement</a:t>
            </a:r>
          </a:p>
        </p:txBody>
      </p:sp>
      <p:sp>
        <p:nvSpPr>
          <p:cNvPr id="19" name="">
            <a:extLst xmlns:a="http://schemas.openxmlformats.org/drawingml/2006/main">
              <a:ext uri="{FF2B5EF4-FFF2-40B4-BE49-F238E27FC236}">
                <a16:creationId xmlns:a16="http://schemas.microsoft.com/office/drawing/2014/main" id="{ED2BE2BE-A428-4D5A-86E2-F8F2EE5A093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54980FA-0023-44E5-A0C3-C6948E217914}"/>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Device</a:t>
            </a:r>
          </a:p>
        </p:txBody>
      </p:sp>
      <p:sp>
        <p:nvSpPr>
          <p:cNvPr id="21" name="">
            <a:extLst xmlns:a="http://schemas.openxmlformats.org/drawingml/2006/main">
              <a:ext uri="{FF2B5EF4-FFF2-40B4-BE49-F238E27FC236}">
                <a16:creationId xmlns:a16="http://schemas.microsoft.com/office/drawing/2014/main" id="{BE723560-A860-4506-86E3-2333514EC1D2}"/>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6AE9673-D3C5-4481-9078-786C2F67C627}"/>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Type, lumen, external length or position marker when applicable, clamps, caps, cracks, leaks</a:t>
            </a:r>
          </a:p>
        </p:txBody>
      </p:sp>
      <p:sp>
        <p:nvSpPr>
          <p:cNvPr id="23" name="">
            <a:extLst xmlns:a="http://schemas.openxmlformats.org/drawingml/2006/main">
              <a:ext uri="{FF2B5EF4-FFF2-40B4-BE49-F238E27FC236}">
                <a16:creationId xmlns:a16="http://schemas.microsoft.com/office/drawing/2014/main" id="{626BA0FF-5F5A-4795-AD4A-D449B1FB3AC9}"/>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ABAF476-284D-4663-BA3C-AC128206650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25" name="">
            <a:extLst xmlns:a="http://schemas.openxmlformats.org/drawingml/2006/main">
              <a:ext uri="{FF2B5EF4-FFF2-40B4-BE49-F238E27FC236}">
                <a16:creationId xmlns:a16="http://schemas.microsoft.com/office/drawing/2014/main" id="{6486C753-6257-4729-B9D0-783238B86C80}"/>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30BBDCA-ACAC-4639-B468-0B3DB46D777A}"/>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 and flushing response when required; never force resistance</a:t>
            </a:r>
          </a:p>
        </p:txBody>
      </p:sp>
      <p:sp>
        <p:nvSpPr>
          <p:cNvPr id="27" name="">
            <a:extLst xmlns:a="http://schemas.openxmlformats.org/drawingml/2006/main">
              <a:ext uri="{FF2B5EF4-FFF2-40B4-BE49-F238E27FC236}">
                <a16:creationId xmlns:a16="http://schemas.microsoft.com/office/drawing/2014/main" id="{0342B9BE-B88E-4CD8-98D6-9AFEC6939CD2}"/>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C9A41C4-F97D-4030-9660-762011E9FE01}"/>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and compatibility</a:t>
            </a:r>
          </a:p>
        </p:txBody>
      </p:sp>
      <p:sp>
        <p:nvSpPr>
          <p:cNvPr id="29" name="">
            <a:extLst xmlns:a="http://schemas.openxmlformats.org/drawingml/2006/main">
              <a:ext uri="{FF2B5EF4-FFF2-40B4-BE49-F238E27FC236}">
                <a16:creationId xmlns:a16="http://schemas.microsoft.com/office/drawing/2014/main" id="{B226E37D-86CD-4BED-AA3D-DF9C12DF8F37}"/>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23A3DE3-CF0A-4C05-8CEF-D0D047004D82}"/>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route, lumen, solution, rate, monitoring, and concurrent infusions</a:t>
            </a:r>
          </a:p>
        </p:txBody>
      </p:sp>
    </p:spTree>
    <p:extLst>
      <p:ext uri="{BB962C8B-B14F-4D97-AF65-F5344CB8AC3E}">
        <p14:creationId xmlns:p14="http://schemas.microsoft.com/office/powerpoint/2010/main" val="11151961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05F32F-4967-43F1-8B8E-80185E1D5E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034B560-95D9-4F31-8969-69E2FEE0BD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BFFC186-F6EE-4264-9DAC-FCCDFD89ED8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AB9ABEB-ED13-471A-8B00-3B7A6E3094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dressing and cap-change principles</a:t>
            </a:r>
          </a:p>
        </p:txBody>
      </p:sp>
      <p:sp>
        <p:nvSpPr>
          <p:cNvPr id="5" name="">
            <a:extLst xmlns:a="http://schemas.openxmlformats.org/drawingml/2006/main">
              <a:ext uri="{FF2B5EF4-FFF2-40B4-BE49-F238E27FC236}">
                <a16:creationId xmlns:a16="http://schemas.microsoft.com/office/drawing/2014/main" id="{70C8FA75-FE38-48FE-8503-B8AD051341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934D64A-B000-4B9D-AE8D-6AFC3FB3DA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8CDC14D9-3121-43F1-B489-92BC0BA02B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the patient and environment, gather supplies, and explain the need to minimize talking, coughing, and movement near the field.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hand hygiene, required mask and PPE, and sterile technique according to the device and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and catheter position before cleansing.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the approved antiseptic with the required friction and drying time, then apply the prescribed securement and dressing.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Disinfect and replace connectors only with the authorized technique. Label and document the procedure and findings.</a:t>
            </a:r>
          </a:p>
        </p:txBody>
      </p:sp>
      <p:sp>
        <p:nvSpPr>
          <p:cNvPr id="8" name="">
            <a:extLst xmlns:a="http://schemas.openxmlformats.org/drawingml/2006/main">
              <a:ext uri="{FF2B5EF4-FFF2-40B4-BE49-F238E27FC236}">
                <a16:creationId xmlns:a16="http://schemas.microsoft.com/office/drawing/2014/main" id="{4E659F7E-1148-41DE-B8DD-DE1722D6D9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2108527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D1CBA9-4583-4A5C-A896-A3C6C26BBBF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2504749-94AA-4F41-AED7-38C0B5E865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040624-3E88-4FDF-AA59-6B94A8DB097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53EE8E2-07E5-404B-838A-20775B3BC1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flushing and blood-draw safety</a:t>
            </a:r>
          </a:p>
        </p:txBody>
      </p:sp>
      <p:sp>
        <p:nvSpPr>
          <p:cNvPr id="5" name="">
            <a:extLst xmlns:a="http://schemas.openxmlformats.org/drawingml/2006/main">
              <a:ext uri="{FF2B5EF4-FFF2-40B4-BE49-F238E27FC236}">
                <a16:creationId xmlns:a16="http://schemas.microsoft.com/office/drawing/2014/main" id="{C670DA93-63AA-4032-9A91-AB1343291B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AF538A1-E03F-4698-80C9-49E9AA3A57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C679AC40-A74D-4E87-B09A-F2D2B68F1F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device type, lumen purpose, order, current manufacturer instructions, and facility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specified syringe size, solution, volume, sequence, and clamp technique. Never copy a generic flush recipe across devices.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resistance, pain, swelling, leaking, or suspected damage.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blood sampling, pause or manage infusions only as the approved procedure directs, maintain asepsis, label specimens at the bedside, and restore prescribed therapy safely.</a:t>
            </a:r>
          </a:p>
        </p:txBody>
      </p:sp>
      <p:sp>
        <p:nvSpPr>
          <p:cNvPr id="8" name="">
            <a:extLst xmlns:a="http://schemas.openxmlformats.org/drawingml/2006/main">
              <a:ext uri="{FF2B5EF4-FFF2-40B4-BE49-F238E27FC236}">
                <a16:creationId xmlns:a16="http://schemas.microsoft.com/office/drawing/2014/main" id="{5D2C670C-BDCE-456D-8595-4754F600CE2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32572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DEF955B-355D-47A1-A480-E6456678855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F31CD2C-A7C4-48C7-B31D-1EB9B12CEF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A230591-65C0-42C2-90E8-F537306674C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677C6DC-9AF8-4202-B1C3-1A7B4E25FA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Hypodermoclysis overview</a:t>
            </a:r>
          </a:p>
        </p:txBody>
      </p:sp>
      <p:sp>
        <p:nvSpPr>
          <p:cNvPr id="5" name="">
            <a:extLst xmlns:a="http://schemas.openxmlformats.org/drawingml/2006/main">
              <a:ext uri="{FF2B5EF4-FFF2-40B4-BE49-F238E27FC236}">
                <a16:creationId xmlns:a16="http://schemas.microsoft.com/office/drawing/2014/main" id="{83D4091C-CD64-4860-A52F-791D86EE2D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C79A9345-6667-4BFF-9097-2A3AEB07CA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11A68E8B-B492-460A-BFE1-1C328D0411EF}"/>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E8AA661-E867-46A3-B840-A8906F39808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9" name="">
            <a:extLst xmlns:a="http://schemas.openxmlformats.org/drawingml/2006/main">
              <a:ext uri="{FF2B5EF4-FFF2-40B4-BE49-F238E27FC236}">
                <a16:creationId xmlns:a16="http://schemas.microsoft.com/office/drawing/2014/main" id="{EA2C2FEF-103E-4519-8A7B-0D0C078A5414}"/>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A503E8A-1DA4-45CF-8313-84CB9686BB93}"/>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1" name="">
            <a:extLst xmlns:a="http://schemas.openxmlformats.org/drawingml/2006/main">
              <a:ext uri="{FF2B5EF4-FFF2-40B4-BE49-F238E27FC236}">
                <a16:creationId xmlns:a16="http://schemas.microsoft.com/office/drawing/2014/main" id="{4BC67641-E08A-4DF6-8940-5815ADD555F1}"/>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5C7C353-0EE7-4B2C-965D-34FD1EF7DF2B}"/>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3" name="">
            <a:extLst xmlns:a="http://schemas.openxmlformats.org/drawingml/2006/main">
              <a:ext uri="{FF2B5EF4-FFF2-40B4-BE49-F238E27FC236}">
                <a16:creationId xmlns:a16="http://schemas.microsoft.com/office/drawing/2014/main" id="{A533FFFB-0FF7-4532-ADCC-6561C6105BE6}"/>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FD6AD21-70AF-49E2-91DC-074AAF8B57E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fluid administration for selected patients with mild to moderate hydration needs</a:t>
            </a:r>
          </a:p>
        </p:txBody>
      </p:sp>
      <p:sp>
        <p:nvSpPr>
          <p:cNvPr id="15" name="">
            <a:extLst xmlns:a="http://schemas.openxmlformats.org/drawingml/2006/main">
              <a:ext uri="{FF2B5EF4-FFF2-40B4-BE49-F238E27FC236}">
                <a16:creationId xmlns:a16="http://schemas.microsoft.com/office/drawing/2014/main" id="{FBC7A9BE-9944-40DA-A1D1-99882998EF6F}"/>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DFE0ECE-0404-4D23-BD67-860162CEA48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settings</a:t>
            </a:r>
          </a:p>
        </p:txBody>
      </p:sp>
      <p:sp>
        <p:nvSpPr>
          <p:cNvPr id="17" name="">
            <a:extLst xmlns:a="http://schemas.openxmlformats.org/drawingml/2006/main">
              <a:ext uri="{FF2B5EF4-FFF2-40B4-BE49-F238E27FC236}">
                <a16:creationId xmlns:a16="http://schemas.microsoft.com/office/drawing/2014/main" id="{6E785EBB-5246-4096-881E-828E3F3E1976}"/>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02BDF92-29D7-445F-94D4-99F14578E30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Older adult, palliative, long-term, or limited-access care when ordered and supported by policy</a:t>
            </a:r>
          </a:p>
        </p:txBody>
      </p:sp>
      <p:sp>
        <p:nvSpPr>
          <p:cNvPr id="19" name="">
            <a:extLst xmlns:a="http://schemas.openxmlformats.org/drawingml/2006/main">
              <a:ext uri="{FF2B5EF4-FFF2-40B4-BE49-F238E27FC236}">
                <a16:creationId xmlns:a16="http://schemas.microsoft.com/office/drawing/2014/main" id="{BEF367C8-E706-4752-8916-47D001CF3B0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5DC9E10-DD29-48BD-A9D9-039DAD749A13}"/>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appropriate</a:t>
            </a:r>
          </a:p>
        </p:txBody>
      </p:sp>
      <p:sp>
        <p:nvSpPr>
          <p:cNvPr id="21" name="">
            <a:extLst xmlns:a="http://schemas.openxmlformats.org/drawingml/2006/main">
              <a:ext uri="{FF2B5EF4-FFF2-40B4-BE49-F238E27FC236}">
                <a16:creationId xmlns:a16="http://schemas.microsoft.com/office/drawing/2014/main" id="{CFD1E5ED-EEFF-450B-9AA4-EED1A61DCC0F}"/>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A3845A8-A980-4751-8E2C-B3BEF7C9BC5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Shock, severe dehydration, need for rapid large-volume resuscitation, or unsuitable solution</a:t>
            </a:r>
          </a:p>
        </p:txBody>
      </p:sp>
      <p:sp>
        <p:nvSpPr>
          <p:cNvPr id="23" name="">
            <a:extLst xmlns:a="http://schemas.openxmlformats.org/drawingml/2006/main">
              <a:ext uri="{FF2B5EF4-FFF2-40B4-BE49-F238E27FC236}">
                <a16:creationId xmlns:a16="http://schemas.microsoft.com/office/drawing/2014/main" id="{E502FA4E-E913-404B-B4AC-BA38EAED6137}"/>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CFE8CEE-7A7B-49E5-A2C6-896DED6D3402}"/>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Monitoring</a:t>
            </a:r>
          </a:p>
        </p:txBody>
      </p:sp>
      <p:sp>
        <p:nvSpPr>
          <p:cNvPr id="25" name="">
            <a:extLst xmlns:a="http://schemas.openxmlformats.org/drawingml/2006/main">
              <a:ext uri="{FF2B5EF4-FFF2-40B4-BE49-F238E27FC236}">
                <a16:creationId xmlns:a16="http://schemas.microsoft.com/office/drawing/2014/main" id="{A9B99C55-011C-4CC6-8D4F-2E53506740EF}"/>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70393E0-2134-440D-9CFE-A849567E59A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comfort, swelling, leaking, redness, prescribed rate, intake and output, hydration response</a:t>
            </a:r>
          </a:p>
        </p:txBody>
      </p:sp>
      <p:sp>
        <p:nvSpPr>
          <p:cNvPr id="27" name="">
            <a:extLst xmlns:a="http://schemas.openxmlformats.org/drawingml/2006/main">
              <a:ext uri="{FF2B5EF4-FFF2-40B4-BE49-F238E27FC236}">
                <a16:creationId xmlns:a16="http://schemas.microsoft.com/office/drawing/2014/main" id="{68D49A67-3A2C-41BB-AB16-FB9B1E0CF29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4EDEBA4-6EF9-49D2-8C03-2E738B70794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Competency</a:t>
            </a:r>
          </a:p>
        </p:txBody>
      </p:sp>
      <p:sp>
        <p:nvSpPr>
          <p:cNvPr id="29" name="">
            <a:extLst xmlns:a="http://schemas.openxmlformats.org/drawingml/2006/main">
              <a:ext uri="{FF2B5EF4-FFF2-40B4-BE49-F238E27FC236}">
                <a16:creationId xmlns:a16="http://schemas.microsoft.com/office/drawing/2014/main" id="{C859C4FD-8620-4DAF-8B3E-CC1793A5810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9CEB611-4D82-41F0-8626-474C990A680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with specific education, an order, appropriate equipment, and facility authorization</a:t>
            </a:r>
          </a:p>
        </p:txBody>
      </p:sp>
    </p:spTree>
    <p:extLst>
      <p:ext uri="{BB962C8B-B14F-4D97-AF65-F5344CB8AC3E}">
        <p14:creationId xmlns:p14="http://schemas.microsoft.com/office/powerpoint/2010/main" val="106166647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CD8A85A-F593-4564-9E6A-5086A8D5F3E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EBC5AA5-F4BC-4D32-9DE0-4FEE430AF5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A74228B-EADA-4B0E-82C8-EA53C424151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4FAA54-B2AD-40D4-91AC-2B35A339EB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Arterial lines are monitoring devices</a:t>
            </a:r>
          </a:p>
        </p:txBody>
      </p:sp>
      <p:sp>
        <p:nvSpPr>
          <p:cNvPr id="5" name="">
            <a:extLst xmlns:a="http://schemas.openxmlformats.org/drawingml/2006/main">
              <a:ext uri="{FF2B5EF4-FFF2-40B4-BE49-F238E27FC236}">
                <a16:creationId xmlns:a16="http://schemas.microsoft.com/office/drawing/2014/main" id="{0A800237-3299-45B3-94BD-89836F2643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8AC6B520-BFAF-4F04-95BE-FEDF241876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D8D2B5EB-76FC-4757-AC4F-16C30DD2AB83}"/>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6B6A15E-FF14-49E9-9902-38B1CFAE1409}"/>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9" name="">
            <a:extLst xmlns:a="http://schemas.openxmlformats.org/drawingml/2006/main">
              <a:ext uri="{FF2B5EF4-FFF2-40B4-BE49-F238E27FC236}">
                <a16:creationId xmlns:a16="http://schemas.microsoft.com/office/drawing/2014/main" id="{70C2ECFD-516B-4C9F-8297-EAEA18D4E5A5}"/>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26EDCED-95CA-4049-B238-6D83F88CDBC6}"/>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principle</a:t>
            </a:r>
          </a:p>
        </p:txBody>
      </p:sp>
      <p:sp>
        <p:nvSpPr>
          <p:cNvPr id="11" name="">
            <a:extLst xmlns:a="http://schemas.openxmlformats.org/drawingml/2006/main">
              <a:ext uri="{FF2B5EF4-FFF2-40B4-BE49-F238E27FC236}">
                <a16:creationId xmlns:a16="http://schemas.microsoft.com/office/drawing/2014/main" id="{0CE15246-0F4B-4BE5-BA8C-29CBF22C2E1C}"/>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A1D023A-A394-4DBF-BDE7-031069A3829A}"/>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invasive blood-pressure monitoring</a:t>
            </a:r>
          </a:p>
        </p:txBody>
      </p:sp>
      <p:sp>
        <p:nvSpPr>
          <p:cNvPr id="13" name="">
            <a:extLst xmlns:a="http://schemas.openxmlformats.org/drawingml/2006/main">
              <a:ext uri="{FF2B5EF4-FFF2-40B4-BE49-F238E27FC236}">
                <a16:creationId xmlns:a16="http://schemas.microsoft.com/office/drawing/2014/main" id="{58F707C4-330C-4C59-B401-BD7CAA2AC251}"/>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9C093E2-D86A-4ADD-AF4A-003972D144A0}"/>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Level and zero the transducer using the approved procedure</a:t>
            </a:r>
          </a:p>
        </p:txBody>
      </p:sp>
      <p:sp>
        <p:nvSpPr>
          <p:cNvPr id="15" name="">
            <a:extLst xmlns:a="http://schemas.openxmlformats.org/drawingml/2006/main">
              <a:ext uri="{FF2B5EF4-FFF2-40B4-BE49-F238E27FC236}">
                <a16:creationId xmlns:a16="http://schemas.microsoft.com/office/drawing/2014/main" id="{D45E3B17-E067-4FFA-8B5A-70ED9EDDE850}"/>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D18E0B1-B50B-484F-A4D2-4E1C305735B5}"/>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Arterial blood sampling</a:t>
            </a:r>
          </a:p>
        </p:txBody>
      </p:sp>
      <p:sp>
        <p:nvSpPr>
          <p:cNvPr id="17" name="">
            <a:extLst xmlns:a="http://schemas.openxmlformats.org/drawingml/2006/main">
              <a:ext uri="{FF2B5EF4-FFF2-40B4-BE49-F238E27FC236}">
                <a16:creationId xmlns:a16="http://schemas.microsoft.com/office/drawing/2014/main" id="{E0688C63-2A09-47BE-A8B7-AFC4D88E2FE1}"/>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3EC99D1-D010-4D6B-9476-91738D346920}"/>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aseptic technique and the authorized waste or return system</a:t>
            </a:r>
          </a:p>
        </p:txBody>
      </p:sp>
      <p:sp>
        <p:nvSpPr>
          <p:cNvPr id="19" name="">
            <a:extLst xmlns:a="http://schemas.openxmlformats.org/drawingml/2006/main">
              <a:ext uri="{FF2B5EF4-FFF2-40B4-BE49-F238E27FC236}">
                <a16:creationId xmlns:a16="http://schemas.microsoft.com/office/drawing/2014/main" id="{5355DDB4-09A4-4D9C-8E12-45EAB50B70C0}"/>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AD892F2-B56A-420F-8858-4ECE8E574029}"/>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assessment</a:t>
            </a:r>
          </a:p>
        </p:txBody>
      </p:sp>
      <p:sp>
        <p:nvSpPr>
          <p:cNvPr id="21" name="">
            <a:extLst xmlns:a="http://schemas.openxmlformats.org/drawingml/2006/main">
              <a:ext uri="{FF2B5EF4-FFF2-40B4-BE49-F238E27FC236}">
                <a16:creationId xmlns:a16="http://schemas.microsoft.com/office/drawing/2014/main" id="{4980ECE4-DE13-4A77-8A44-72FF9C532D60}"/>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7A36346-36AF-4DEB-AAB3-C34690F0A92B}"/>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distal color, temperature, sensation, movement, capillary refill, waveform, bleeding, and securement</a:t>
            </a:r>
          </a:p>
        </p:txBody>
      </p:sp>
      <p:sp>
        <p:nvSpPr>
          <p:cNvPr id="23" name="">
            <a:extLst xmlns:a="http://schemas.openxmlformats.org/drawingml/2006/main">
              <a:ext uri="{FF2B5EF4-FFF2-40B4-BE49-F238E27FC236}">
                <a16:creationId xmlns:a16="http://schemas.microsoft.com/office/drawing/2014/main" id="{4FDECB2F-CED4-4383-80A9-BDD3703E0E51}"/>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B482AF4-F350-4AA6-940D-FA3E8DEFE9C5}"/>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Urgent concerns</a:t>
            </a:r>
          </a:p>
        </p:txBody>
      </p:sp>
      <p:sp>
        <p:nvSpPr>
          <p:cNvPr id="25" name="">
            <a:extLst xmlns:a="http://schemas.openxmlformats.org/drawingml/2006/main">
              <a:ext uri="{FF2B5EF4-FFF2-40B4-BE49-F238E27FC236}">
                <a16:creationId xmlns:a16="http://schemas.microsoft.com/office/drawing/2014/main" id="{98E2C470-A5E0-4081-9C32-339907822F68}"/>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71E1D6E-3299-42E3-A402-FFB3A0016F8C}"/>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bleeding, loss of waveform, limb ischemia, disconnection, air, or suspected infection immediately</a:t>
            </a:r>
          </a:p>
        </p:txBody>
      </p:sp>
      <p:sp>
        <p:nvSpPr>
          <p:cNvPr id="27" name="">
            <a:extLst xmlns:a="http://schemas.openxmlformats.org/drawingml/2006/main">
              <a:ext uri="{FF2B5EF4-FFF2-40B4-BE49-F238E27FC236}">
                <a16:creationId xmlns:a16="http://schemas.microsoft.com/office/drawing/2014/main" id="{7B04C009-E08D-4D77-ABA1-C644D74A1E14}"/>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administer routine IV fluids or medications through an arterial line. Only the prescribed pressure system and procedure-specific solutions belong in the circuit.</a:t>
            </a:r>
          </a:p>
        </p:txBody>
      </p:sp>
    </p:spTree>
    <p:extLst>
      <p:ext uri="{BB962C8B-B14F-4D97-AF65-F5344CB8AC3E}">
        <p14:creationId xmlns:p14="http://schemas.microsoft.com/office/powerpoint/2010/main" val="262347116"/>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999F620-521E-4C4A-9834-B71E0FB2701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55057E4-9C91-49F9-A490-1AAF686825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1A88C7A-817E-4738-804E-0A742B26866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98C9C27-4CCE-4E22-BB65-E223F2BDAD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5" name="">
            <a:extLst xmlns:a="http://schemas.openxmlformats.org/drawingml/2006/main">
              <a:ext uri="{FF2B5EF4-FFF2-40B4-BE49-F238E27FC236}">
                <a16:creationId xmlns:a16="http://schemas.microsoft.com/office/drawing/2014/main" id="{7BC7B5FA-82A6-4E2D-A103-0122E5661A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CF321281-79DA-42BE-9B4A-A006940589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D74128E2-F8E3-442C-994F-E37FFA269765}"/>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209AA8C-8E87-4478-96AE-E7EBF82A25D1}"/>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9" name="">
            <a:extLst xmlns:a="http://schemas.openxmlformats.org/drawingml/2006/main">
              <a:ext uri="{FF2B5EF4-FFF2-40B4-BE49-F238E27FC236}">
                <a16:creationId xmlns:a16="http://schemas.microsoft.com/office/drawing/2014/main" id="{3FF8C659-9103-4F05-9B07-8E780C3FA139}"/>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3345122-CCB6-4918-9338-0C41847CD9F2}"/>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11" name="">
            <a:extLst xmlns:a="http://schemas.openxmlformats.org/drawingml/2006/main">
              <a:ext uri="{FF2B5EF4-FFF2-40B4-BE49-F238E27FC236}">
                <a16:creationId xmlns:a16="http://schemas.microsoft.com/office/drawing/2014/main" id="{D0E42639-1FAD-4A22-9FAD-0D1EF47E4D54}"/>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15D66A3-CD98-4BCC-B7B9-6E8BE2FA3B97}"/>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3" name="">
            <a:extLst xmlns:a="http://schemas.openxmlformats.org/drawingml/2006/main">
              <a:ext uri="{FF2B5EF4-FFF2-40B4-BE49-F238E27FC236}">
                <a16:creationId xmlns:a16="http://schemas.microsoft.com/office/drawing/2014/main" id="{0A7A5A38-533F-4B3E-8E93-D3655F80849A}"/>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8B78759-01F2-476E-85D6-DD4F027175B5}"/>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5" name="">
            <a:extLst xmlns:a="http://schemas.openxmlformats.org/drawingml/2006/main">
              <a:ext uri="{FF2B5EF4-FFF2-40B4-BE49-F238E27FC236}">
                <a16:creationId xmlns:a16="http://schemas.microsoft.com/office/drawing/2014/main" id="{89890E4A-D2AC-49F9-B10D-E1185AAA37DA}"/>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6630774-53A6-4078-BB43-C90A7F5E8EF0}"/>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7" name="">
            <a:extLst xmlns:a="http://schemas.openxmlformats.org/drawingml/2006/main">
              <a:ext uri="{FF2B5EF4-FFF2-40B4-BE49-F238E27FC236}">
                <a16:creationId xmlns:a16="http://schemas.microsoft.com/office/drawing/2014/main" id="{903841F7-FF51-44D0-ADA9-CEA84EBA7590}"/>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09FC8B0-BB8A-467E-A96B-D56B9A03AF7C}"/>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9" name="">
            <a:extLst xmlns:a="http://schemas.openxmlformats.org/drawingml/2006/main">
              <a:ext uri="{FF2B5EF4-FFF2-40B4-BE49-F238E27FC236}">
                <a16:creationId xmlns:a16="http://schemas.microsoft.com/office/drawing/2014/main" id="{D6AF03A2-E1BB-4F8D-9AC6-1C1FB7BD87D9}"/>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DAD317F-091C-4482-BD08-80A5DC24CE5E}"/>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21" name="">
            <a:extLst xmlns:a="http://schemas.openxmlformats.org/drawingml/2006/main">
              <a:ext uri="{FF2B5EF4-FFF2-40B4-BE49-F238E27FC236}">
                <a16:creationId xmlns:a16="http://schemas.microsoft.com/office/drawing/2014/main" id="{347A6EAE-494B-40C7-91DF-8452B7C58F63}"/>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41E8E8D-4D55-452A-972A-A15035296E2E}"/>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3" name="">
            <a:extLst xmlns:a="http://schemas.openxmlformats.org/drawingml/2006/main">
              <a:ext uri="{FF2B5EF4-FFF2-40B4-BE49-F238E27FC236}">
                <a16:creationId xmlns:a16="http://schemas.microsoft.com/office/drawing/2014/main" id="{E54D4F94-7B71-4CC6-B31D-0C7B39BFD9F6}"/>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947E7B6-0898-4220-9D8D-C19CC5A51A6B}"/>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5" name="">
            <a:extLst xmlns:a="http://schemas.openxmlformats.org/drawingml/2006/main">
              <a:ext uri="{FF2B5EF4-FFF2-40B4-BE49-F238E27FC236}">
                <a16:creationId xmlns:a16="http://schemas.microsoft.com/office/drawing/2014/main" id="{A44A4263-1FE5-4F88-90DF-3E2B52A615CE}"/>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ED9EA8D-C775-4D8C-AEC5-82171828D434}"/>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7" name="">
            <a:extLst xmlns:a="http://schemas.openxmlformats.org/drawingml/2006/main">
              <a:ext uri="{FF2B5EF4-FFF2-40B4-BE49-F238E27FC236}">
                <a16:creationId xmlns:a16="http://schemas.microsoft.com/office/drawing/2014/main" id="{11CF39A8-9E60-41DF-9EE2-14B9F8F4BF18}"/>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1D8B887-9CF6-444B-9BA9-2CA67B540D80}"/>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9" name="">
            <a:extLst xmlns:a="http://schemas.openxmlformats.org/drawingml/2006/main">
              <a:ext uri="{FF2B5EF4-FFF2-40B4-BE49-F238E27FC236}">
                <a16:creationId xmlns:a16="http://schemas.microsoft.com/office/drawing/2014/main" id="{CFE6B646-094A-4CCC-AF91-1D217462A1F0}"/>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143023D-817F-47A6-B09B-814485A91E94}"/>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31" name="">
            <a:extLst xmlns:a="http://schemas.openxmlformats.org/drawingml/2006/main">
              <a:ext uri="{FF2B5EF4-FFF2-40B4-BE49-F238E27FC236}">
                <a16:creationId xmlns:a16="http://schemas.microsoft.com/office/drawing/2014/main" id="{CAEF8E76-AF55-4A2B-84D9-0483D5005B49}"/>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87E2D27-979B-4236-9149-F679673D5345}"/>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3" name="">
            <a:extLst xmlns:a="http://schemas.openxmlformats.org/drawingml/2006/main">
              <a:ext uri="{FF2B5EF4-FFF2-40B4-BE49-F238E27FC236}">
                <a16:creationId xmlns:a16="http://schemas.microsoft.com/office/drawing/2014/main" id="{DFD90157-28FA-43B5-BA39-40220C06ED35}"/>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9E99619-69EF-4F50-8885-F2E0F07C989D}"/>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5" name="">
            <a:extLst xmlns:a="http://schemas.openxmlformats.org/drawingml/2006/main">
              <a:ext uri="{FF2B5EF4-FFF2-40B4-BE49-F238E27FC236}">
                <a16:creationId xmlns:a16="http://schemas.microsoft.com/office/drawing/2014/main" id="{2C4B273D-40AD-48C5-AEB8-2430F4B7A768}"/>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1C30583-BA8A-462E-A9D2-C6540ED781FD}"/>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7" name="">
            <a:extLst xmlns:a="http://schemas.openxmlformats.org/drawingml/2006/main">
              <a:ext uri="{FF2B5EF4-FFF2-40B4-BE49-F238E27FC236}">
                <a16:creationId xmlns:a16="http://schemas.microsoft.com/office/drawing/2014/main" id="{69C7F8EC-1833-4FBF-BDE4-0E6FB906473B}"/>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3988907-6FA0-41F0-B111-3285356DC643}"/>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823764407"/>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7E8B4A5-1251-4C59-8D8A-F010EECD5EE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92B1D85-6809-48C9-94A3-3CA5C602BF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F836D6A-E1B9-4CE5-81D0-217CE78BB9B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8068EFE-E0B7-4C1F-9B69-0AD01CB2BE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5" name="">
            <a:extLst xmlns:a="http://schemas.openxmlformats.org/drawingml/2006/main">
              <a:ext uri="{FF2B5EF4-FFF2-40B4-BE49-F238E27FC236}">
                <a16:creationId xmlns:a16="http://schemas.microsoft.com/office/drawing/2014/main" id="{9C404081-84B9-45A8-9CBF-2D37E21028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C199E0B-0693-4E01-9596-CE85DB640F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757D4DBD-AC6F-4698-BA7A-9DCE2B0B4BD8}"/>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EB21E9B-B717-49F6-94C4-25846E4241DB}"/>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9" name="">
            <a:extLst xmlns:a="http://schemas.openxmlformats.org/drawingml/2006/main">
              <a:ext uri="{FF2B5EF4-FFF2-40B4-BE49-F238E27FC236}">
                <a16:creationId xmlns:a16="http://schemas.microsoft.com/office/drawing/2014/main" id="{747AE56B-80BA-4C9C-8111-C06847DD1857}"/>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9BB9523-C01F-4EA8-88F3-97FFB3F5AEEC}"/>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11" name="">
            <a:extLst xmlns:a="http://schemas.openxmlformats.org/drawingml/2006/main">
              <a:ext uri="{FF2B5EF4-FFF2-40B4-BE49-F238E27FC236}">
                <a16:creationId xmlns:a16="http://schemas.microsoft.com/office/drawing/2014/main" id="{AF9CB780-C2D9-4F09-80BC-F7758CE163E4}"/>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598C594-3C6F-4701-83B7-FEE033E8ECCD}"/>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3" name="">
            <a:extLst xmlns:a="http://schemas.openxmlformats.org/drawingml/2006/main">
              <a:ext uri="{FF2B5EF4-FFF2-40B4-BE49-F238E27FC236}">
                <a16:creationId xmlns:a16="http://schemas.microsoft.com/office/drawing/2014/main" id="{143AEDE8-C6EB-4D93-AAE6-08FD0E2B3EEA}"/>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3705F43-E8BE-4307-B7A2-26C80B65A3BA}"/>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5" name="">
            <a:extLst xmlns:a="http://schemas.openxmlformats.org/drawingml/2006/main">
              <a:ext uri="{FF2B5EF4-FFF2-40B4-BE49-F238E27FC236}">
                <a16:creationId xmlns:a16="http://schemas.microsoft.com/office/drawing/2014/main" id="{88097C8D-0B6D-4A95-93D5-26EA4924289C}"/>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1EF55EC-81EF-4E15-BFDF-D41ABA88F640}"/>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7" name="">
            <a:extLst xmlns:a="http://schemas.openxmlformats.org/drawingml/2006/main">
              <a:ext uri="{FF2B5EF4-FFF2-40B4-BE49-F238E27FC236}">
                <a16:creationId xmlns:a16="http://schemas.microsoft.com/office/drawing/2014/main" id="{577A9C12-3FA6-4E68-B6DD-AFC7E874F04D}"/>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4E28275-A31F-40BB-9C58-8E900BD4CE5B}"/>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9" name="">
            <a:extLst xmlns:a="http://schemas.openxmlformats.org/drawingml/2006/main">
              <a:ext uri="{FF2B5EF4-FFF2-40B4-BE49-F238E27FC236}">
                <a16:creationId xmlns:a16="http://schemas.microsoft.com/office/drawing/2014/main" id="{6515BCD7-E860-4235-AF65-4408E5C76385}"/>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99A4EBF-82C5-451D-A2B7-5367DA43D22D}"/>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21" name="">
            <a:extLst xmlns:a="http://schemas.openxmlformats.org/drawingml/2006/main">
              <a:ext uri="{FF2B5EF4-FFF2-40B4-BE49-F238E27FC236}">
                <a16:creationId xmlns:a16="http://schemas.microsoft.com/office/drawing/2014/main" id="{354D04D2-1DD7-44A1-9055-F7991C5037C5}"/>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F637D51-5DB1-4D6C-BE73-B9B0E73FFA25}"/>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3" name="">
            <a:extLst xmlns:a="http://schemas.openxmlformats.org/drawingml/2006/main">
              <a:ext uri="{FF2B5EF4-FFF2-40B4-BE49-F238E27FC236}">
                <a16:creationId xmlns:a16="http://schemas.microsoft.com/office/drawing/2014/main" id="{442D7057-7FE9-4FD4-B282-CF1CB9C7211F}"/>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CCEDCD5-0B0C-4F2A-AA82-28A26C2AB750}"/>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5" name="">
            <a:extLst xmlns:a="http://schemas.openxmlformats.org/drawingml/2006/main">
              <a:ext uri="{FF2B5EF4-FFF2-40B4-BE49-F238E27FC236}">
                <a16:creationId xmlns:a16="http://schemas.microsoft.com/office/drawing/2014/main" id="{05DED98F-E1D8-475D-AEE8-7211349F88CF}"/>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8DCE18A-C7A9-484A-B247-0CF2DD363A8E}"/>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7" name="">
            <a:extLst xmlns:a="http://schemas.openxmlformats.org/drawingml/2006/main">
              <a:ext uri="{FF2B5EF4-FFF2-40B4-BE49-F238E27FC236}">
                <a16:creationId xmlns:a16="http://schemas.microsoft.com/office/drawing/2014/main" id="{A9CCBF64-AC65-4727-857E-B11E1F8E6564}"/>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1E0EBC0-4FD3-4E65-88CA-31B854123430}"/>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9" name="">
            <a:extLst xmlns:a="http://schemas.openxmlformats.org/drawingml/2006/main">
              <a:ext uri="{FF2B5EF4-FFF2-40B4-BE49-F238E27FC236}">
                <a16:creationId xmlns:a16="http://schemas.microsoft.com/office/drawing/2014/main" id="{CF95F28E-61AE-4C71-B6D4-C1C5B12BD624}"/>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D9DA14F-5AC1-4B27-A0FB-51A09F28DA8E}"/>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31" name="">
            <a:extLst xmlns:a="http://schemas.openxmlformats.org/drawingml/2006/main">
              <a:ext uri="{FF2B5EF4-FFF2-40B4-BE49-F238E27FC236}">
                <a16:creationId xmlns:a16="http://schemas.microsoft.com/office/drawing/2014/main" id="{CA2A8F12-1B35-4B34-B316-048AF93138CD}"/>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147683134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3051A0-67E5-428C-9864-B17AB8F79B4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AEA0C22-8C0D-4166-943E-5B6332DA1F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83B99B8-B5C7-412E-B3EF-2076A0AFA7E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2FB149D-7477-44D0-B4D5-74B48BC355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5" name="">
            <a:extLst xmlns:a="http://schemas.openxmlformats.org/drawingml/2006/main">
              <a:ext uri="{FF2B5EF4-FFF2-40B4-BE49-F238E27FC236}">
                <a16:creationId xmlns:a16="http://schemas.microsoft.com/office/drawing/2014/main" id="{200F1BD0-11B9-4458-88DC-7619E5EB6E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68BA837D-B216-453B-93F8-8A1CA996B1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1A6547AE-1DB6-482B-BAE7-397D842C4F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8" name="">
            <a:extLst xmlns:a="http://schemas.openxmlformats.org/drawingml/2006/main">
              <a:ext uri="{FF2B5EF4-FFF2-40B4-BE49-F238E27FC236}">
                <a16:creationId xmlns:a16="http://schemas.microsoft.com/office/drawing/2014/main" id="{367EE9E7-E26B-40A6-A1DE-6D23BED4B4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43600584"/>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256BB6D-EEE7-4C1B-B59D-AEECFC59D81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4686358-417B-42B0-8031-36BBD543B9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AFE3943-7A12-4928-9EDE-63A18CE2E98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4CD8824-E082-48D6-BA5B-C82C6702CA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5" name="">
            <a:extLst xmlns:a="http://schemas.openxmlformats.org/drawingml/2006/main">
              <a:ext uri="{FF2B5EF4-FFF2-40B4-BE49-F238E27FC236}">
                <a16:creationId xmlns:a16="http://schemas.microsoft.com/office/drawing/2014/main" id="{A5E57B8A-DD9C-45A4-85BF-6DB1BC4DAB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49C25700-0D64-4272-A0A3-2D0714DD41E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84DE5674-E216-41B1-AEF6-71621F611CC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97B6088-2690-432D-AC94-E9EBBC5A14F0}"/>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9" name="">
            <a:extLst xmlns:a="http://schemas.openxmlformats.org/drawingml/2006/main">
              <a:ext uri="{FF2B5EF4-FFF2-40B4-BE49-F238E27FC236}">
                <a16:creationId xmlns:a16="http://schemas.microsoft.com/office/drawing/2014/main" id="{1C702EF9-3DF8-4ABC-920B-A1F709148E90}"/>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227AA51-D7CF-4E8D-B01F-E964A6C1CC0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11" name="">
            <a:extLst xmlns:a="http://schemas.openxmlformats.org/drawingml/2006/main">
              <a:ext uri="{FF2B5EF4-FFF2-40B4-BE49-F238E27FC236}">
                <a16:creationId xmlns:a16="http://schemas.microsoft.com/office/drawing/2014/main" id="{E60CF2D7-8628-4654-8838-D765DA288E72}"/>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F753127-FA7B-49BB-ACAA-6809746B76AC}"/>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3" name="">
            <a:extLst xmlns:a="http://schemas.openxmlformats.org/drawingml/2006/main">
              <a:ext uri="{FF2B5EF4-FFF2-40B4-BE49-F238E27FC236}">
                <a16:creationId xmlns:a16="http://schemas.microsoft.com/office/drawing/2014/main" id="{53EAB101-9199-4449-A960-0550455E105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2D1A365-CA26-4CED-8EB0-60DA315D9A98}"/>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5" name="">
            <a:extLst xmlns:a="http://schemas.openxmlformats.org/drawingml/2006/main">
              <a:ext uri="{FF2B5EF4-FFF2-40B4-BE49-F238E27FC236}">
                <a16:creationId xmlns:a16="http://schemas.microsoft.com/office/drawing/2014/main" id="{19A3130A-0616-4275-8EBC-1AF7CE8AF08A}"/>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750276E-0A46-4E42-90EC-5B71C892E553}"/>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7" name="">
            <a:extLst xmlns:a="http://schemas.openxmlformats.org/drawingml/2006/main">
              <a:ext uri="{FF2B5EF4-FFF2-40B4-BE49-F238E27FC236}">
                <a16:creationId xmlns:a16="http://schemas.microsoft.com/office/drawing/2014/main" id="{89E44248-CF42-45B0-A94C-54F82AAE86DF}"/>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8634ADD-3486-4398-A3B2-7515022BCCBD}"/>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9" name="">
            <a:extLst xmlns:a="http://schemas.openxmlformats.org/drawingml/2006/main">
              <a:ext uri="{FF2B5EF4-FFF2-40B4-BE49-F238E27FC236}">
                <a16:creationId xmlns:a16="http://schemas.microsoft.com/office/drawing/2014/main" id="{EF7F6736-C7C7-496A-BB4F-9815BC6400D0}"/>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A54E953-A958-42F8-9EBE-8436D118FABF}"/>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21" name="">
            <a:extLst xmlns:a="http://schemas.openxmlformats.org/drawingml/2006/main">
              <a:ext uri="{FF2B5EF4-FFF2-40B4-BE49-F238E27FC236}">
                <a16:creationId xmlns:a16="http://schemas.microsoft.com/office/drawing/2014/main" id="{7A1318FC-7702-470E-B715-6E3A14C1366F}"/>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D94DD74-A461-4672-BE15-69EC09FBF764}"/>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3" name="">
            <a:extLst xmlns:a="http://schemas.openxmlformats.org/drawingml/2006/main">
              <a:ext uri="{FF2B5EF4-FFF2-40B4-BE49-F238E27FC236}">
                <a16:creationId xmlns:a16="http://schemas.microsoft.com/office/drawing/2014/main" id="{B47B5EFE-8D2A-4049-BEAA-B5BC300349E7}"/>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B4FEC42-2AE7-40CF-A774-8054DD736E8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5" name="">
            <a:extLst xmlns:a="http://schemas.openxmlformats.org/drawingml/2006/main">
              <a:ext uri="{FF2B5EF4-FFF2-40B4-BE49-F238E27FC236}">
                <a16:creationId xmlns:a16="http://schemas.microsoft.com/office/drawing/2014/main" id="{07D137BC-5E63-4E4B-8554-8A82EA0B1F4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4A05412-CF6D-42AC-A1EB-5DF40BD42E67}"/>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1142988951"/>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514FA03-D6CD-442C-A891-5A10BA8FE42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8476A30-2BF6-4E11-9446-285CF655FA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6D31B24-2CCF-4C8C-A639-84F6B58987F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B44E02C-E8D7-4E06-994C-A53DF330EE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Know the central-access device before using it</a:t>
            </a:r>
          </a:p>
        </p:txBody>
      </p:sp>
      <p:sp>
        <p:nvSpPr>
          <p:cNvPr id="5" name="">
            <a:extLst xmlns:a="http://schemas.openxmlformats.org/drawingml/2006/main">
              <a:ext uri="{FF2B5EF4-FFF2-40B4-BE49-F238E27FC236}">
                <a16:creationId xmlns:a16="http://schemas.microsoft.com/office/drawing/2014/main" id="{5DFA6B94-ABE4-4772-A6A0-536A2D2AC4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8562902B-AAF1-4B8F-856F-11735FEC06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C8641F62-8B9C-4FA6-9792-6188EA867C2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584D37C-ECE0-46E4-8D67-95C0C3666A4D}"/>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Device</a:t>
            </a:r>
          </a:p>
        </p:txBody>
      </p:sp>
      <p:sp>
        <p:nvSpPr>
          <p:cNvPr id="9" name="">
            <a:extLst xmlns:a="http://schemas.openxmlformats.org/drawingml/2006/main">
              <a:ext uri="{FF2B5EF4-FFF2-40B4-BE49-F238E27FC236}">
                <a16:creationId xmlns:a16="http://schemas.microsoft.com/office/drawing/2014/main" id="{8F367B2E-49CD-4561-9DA9-E494C2BA72AD}"/>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E8BC4BD-03B1-49A6-AFAC-ED47E52D8845}"/>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Where the tip terminates</a:t>
            </a:r>
          </a:p>
        </p:txBody>
      </p:sp>
      <p:sp>
        <p:nvSpPr>
          <p:cNvPr id="11" name="">
            <a:extLst xmlns:a="http://schemas.openxmlformats.org/drawingml/2006/main">
              <a:ext uri="{FF2B5EF4-FFF2-40B4-BE49-F238E27FC236}">
                <a16:creationId xmlns:a16="http://schemas.microsoft.com/office/drawing/2014/main" id="{92AB6BBB-1E6C-44D4-AC5A-183FEC907DE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B81E05D-6706-479D-AC80-ADD8ED1361C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learning point</a:t>
            </a:r>
          </a:p>
        </p:txBody>
      </p:sp>
      <p:sp>
        <p:nvSpPr>
          <p:cNvPr id="13" name="">
            <a:extLst xmlns:a="http://schemas.openxmlformats.org/drawingml/2006/main">
              <a:ext uri="{FF2B5EF4-FFF2-40B4-BE49-F238E27FC236}">
                <a16:creationId xmlns:a16="http://schemas.microsoft.com/office/drawing/2014/main" id="{FD3875E2-669E-4E8F-809B-5AA8FB6FD8FA}"/>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FE5CEB8-E1CA-4B1D-B9A0-DACBDD07187F}"/>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Midline</a:t>
            </a:r>
          </a:p>
        </p:txBody>
      </p:sp>
      <p:sp>
        <p:nvSpPr>
          <p:cNvPr id="15" name="">
            <a:extLst xmlns:a="http://schemas.openxmlformats.org/drawingml/2006/main">
              <a:ext uri="{FF2B5EF4-FFF2-40B4-BE49-F238E27FC236}">
                <a16:creationId xmlns:a16="http://schemas.microsoft.com/office/drawing/2014/main" id="{3A348615-9916-4D43-9E92-92118419E22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DDEC487-5AA5-41CB-9BBD-E2B8D72842E3}"/>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vasculature below the axilla</a:t>
            </a:r>
          </a:p>
        </p:txBody>
      </p:sp>
      <p:sp>
        <p:nvSpPr>
          <p:cNvPr id="17" name="">
            <a:extLst xmlns:a="http://schemas.openxmlformats.org/drawingml/2006/main">
              <a:ext uri="{FF2B5EF4-FFF2-40B4-BE49-F238E27FC236}">
                <a16:creationId xmlns:a16="http://schemas.microsoft.com/office/drawing/2014/main" id="{2E3C5B9F-E1F4-4D96-9903-3DD6807F24DF}"/>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DD52390-CA1E-4689-8148-F2F6F140245D}"/>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 central line; confirm that the prescribed therapy is peripherally appropriate</a:t>
            </a:r>
          </a:p>
        </p:txBody>
      </p:sp>
      <p:sp>
        <p:nvSpPr>
          <p:cNvPr id="19" name="">
            <a:extLst xmlns:a="http://schemas.openxmlformats.org/drawingml/2006/main">
              <a:ext uri="{FF2B5EF4-FFF2-40B4-BE49-F238E27FC236}">
                <a16:creationId xmlns:a16="http://schemas.microsoft.com/office/drawing/2014/main" id="{1AFDB525-9632-4566-95FE-4229EF3494DE}"/>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FE83D60-979F-416F-A47C-CF7ADE8F0BA2}"/>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PICC</a:t>
            </a:r>
          </a:p>
        </p:txBody>
      </p:sp>
      <p:sp>
        <p:nvSpPr>
          <p:cNvPr id="21" name="">
            <a:extLst xmlns:a="http://schemas.openxmlformats.org/drawingml/2006/main">
              <a:ext uri="{FF2B5EF4-FFF2-40B4-BE49-F238E27FC236}">
                <a16:creationId xmlns:a16="http://schemas.microsoft.com/office/drawing/2014/main" id="{5736BC54-3EF8-4BF8-9796-20A39F93EBB6}"/>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2E303E0-00BF-4DDA-80C4-E50CF58E886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after peripheral insertion</a:t>
            </a:r>
          </a:p>
        </p:txBody>
      </p:sp>
      <p:sp>
        <p:nvSpPr>
          <p:cNvPr id="23" name="">
            <a:extLst xmlns:a="http://schemas.openxmlformats.org/drawingml/2006/main">
              <a:ext uri="{FF2B5EF4-FFF2-40B4-BE49-F238E27FC236}">
                <a16:creationId xmlns:a16="http://schemas.microsoft.com/office/drawing/2014/main" id="{CCC7BDBA-0238-4DFC-8D4C-68FC1B828916}"/>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72ABC2B-0A1E-42EC-90C1-E907DBC5965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tip-use clearance, lumen purpose, patency, and dressing condition</a:t>
            </a:r>
          </a:p>
        </p:txBody>
      </p:sp>
      <p:sp>
        <p:nvSpPr>
          <p:cNvPr id="25" name="">
            <a:extLst xmlns:a="http://schemas.openxmlformats.org/drawingml/2006/main">
              <a:ext uri="{FF2B5EF4-FFF2-40B4-BE49-F238E27FC236}">
                <a16:creationId xmlns:a16="http://schemas.microsoft.com/office/drawing/2014/main" id="{3813B43F-9A83-4109-A7BD-8429C849151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5291DD9-8FB8-46F6-AF4F-F1DC59B91704}"/>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Nontunneled or tunneled CVC</a:t>
            </a:r>
          </a:p>
        </p:txBody>
      </p:sp>
      <p:sp>
        <p:nvSpPr>
          <p:cNvPr id="27" name="">
            <a:extLst xmlns:a="http://schemas.openxmlformats.org/drawingml/2006/main">
              <a:ext uri="{FF2B5EF4-FFF2-40B4-BE49-F238E27FC236}">
                <a16:creationId xmlns:a16="http://schemas.microsoft.com/office/drawing/2014/main" id="{6A86ACEE-8566-456C-93FD-BF946B6DE2E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FE3668C-4716-4EDC-B3C7-D6F135272F9B}"/>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a:t>
            </a:r>
          </a:p>
        </p:txBody>
      </p:sp>
      <p:sp>
        <p:nvSpPr>
          <p:cNvPr id="29" name="">
            <a:extLst xmlns:a="http://schemas.openxmlformats.org/drawingml/2006/main">
              <a:ext uri="{FF2B5EF4-FFF2-40B4-BE49-F238E27FC236}">
                <a16:creationId xmlns:a16="http://schemas.microsoft.com/office/drawing/2014/main" id="{CB943862-00AB-4A80-814A-E65DF4FB98BC}"/>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CDD4BF8-8F7D-470E-ACB6-0E5CAB561232}"/>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strict asepsis and inspect the exit site, connections, and lumens</a:t>
            </a:r>
          </a:p>
        </p:txBody>
      </p:sp>
      <p:sp>
        <p:nvSpPr>
          <p:cNvPr id="31" name="">
            <a:extLst xmlns:a="http://schemas.openxmlformats.org/drawingml/2006/main">
              <a:ext uri="{FF2B5EF4-FFF2-40B4-BE49-F238E27FC236}">
                <a16:creationId xmlns:a16="http://schemas.microsoft.com/office/drawing/2014/main" id="{3CA9FF36-BAE6-4358-9918-DDD5D7D44E5C}"/>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17DB1E8-F167-4C20-A71D-2A5A2DCEE782}"/>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Implanted port</a:t>
            </a:r>
          </a:p>
        </p:txBody>
      </p:sp>
      <p:sp>
        <p:nvSpPr>
          <p:cNvPr id="33" name="">
            <a:extLst xmlns:a="http://schemas.openxmlformats.org/drawingml/2006/main">
              <a:ext uri="{FF2B5EF4-FFF2-40B4-BE49-F238E27FC236}">
                <a16:creationId xmlns:a16="http://schemas.microsoft.com/office/drawing/2014/main" id="{EB2DFD93-94D2-4316-8F89-EA0495D87AE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C17A190-8991-4B70-84F0-D119F148D21C}"/>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through a subcutaneous reservoir</a:t>
            </a:r>
          </a:p>
        </p:txBody>
      </p:sp>
      <p:sp>
        <p:nvSpPr>
          <p:cNvPr id="35" name="">
            <a:extLst xmlns:a="http://schemas.openxmlformats.org/drawingml/2006/main">
              <a:ext uri="{FF2B5EF4-FFF2-40B4-BE49-F238E27FC236}">
                <a16:creationId xmlns:a16="http://schemas.microsoft.com/office/drawing/2014/main" id="{6C7F0704-045B-4A9D-80C1-B725624A108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75726A1-B8AA-4698-BE08-BA61B34C9C5C}"/>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only with the correct noncoring needle and validated competency</a:t>
            </a:r>
          </a:p>
        </p:txBody>
      </p:sp>
    </p:spTree>
    <p:extLst>
      <p:ext uri="{BB962C8B-B14F-4D97-AF65-F5344CB8AC3E}">
        <p14:creationId xmlns:p14="http://schemas.microsoft.com/office/powerpoint/2010/main" val="154458894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BD842A4-57A6-4A97-B208-B087438214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56B8836-8781-46DE-8FA6-AFA0D37743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44A1CC5-D53A-4318-985A-6A87BFAF7A9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1559876-3951-4F87-AEF1-191755A59B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findings that require immediate escalation</a:t>
            </a:r>
          </a:p>
        </p:txBody>
      </p:sp>
      <p:sp>
        <p:nvSpPr>
          <p:cNvPr id="5" name="">
            <a:extLst xmlns:a="http://schemas.openxmlformats.org/drawingml/2006/main">
              <a:ext uri="{FF2B5EF4-FFF2-40B4-BE49-F238E27FC236}">
                <a16:creationId xmlns:a16="http://schemas.microsoft.com/office/drawing/2014/main" id="{60228D17-8F01-45AA-8DAF-EE802A1EAB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E0613DF1-15CA-4558-B579-7AD91DF1BC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1474E8A5-6C0D-451A-9448-5BFDB2B7E845}"/>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141E319-F21A-4A4D-9725-25A66029EBBE}"/>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9" name="">
            <a:extLst xmlns:a="http://schemas.openxmlformats.org/drawingml/2006/main">
              <a:ext uri="{FF2B5EF4-FFF2-40B4-BE49-F238E27FC236}">
                <a16:creationId xmlns:a16="http://schemas.microsoft.com/office/drawing/2014/main" id="{ADDB46D3-88B0-4837-B881-1580A0ABD2A9}"/>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8A5FD36-B688-429D-A905-41B225573BFE}"/>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concern</a:t>
            </a:r>
          </a:p>
        </p:txBody>
      </p:sp>
      <p:sp>
        <p:nvSpPr>
          <p:cNvPr id="11" name="">
            <a:extLst xmlns:a="http://schemas.openxmlformats.org/drawingml/2006/main">
              <a:ext uri="{FF2B5EF4-FFF2-40B4-BE49-F238E27FC236}">
                <a16:creationId xmlns:a16="http://schemas.microsoft.com/office/drawing/2014/main" id="{8D3AAB2B-8B03-4176-B5E6-E690F4D249D6}"/>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5587364-144F-489A-923A-476654A53C3B}"/>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 response</a:t>
            </a:r>
          </a:p>
        </p:txBody>
      </p:sp>
      <p:sp>
        <p:nvSpPr>
          <p:cNvPr id="13" name="">
            <a:extLst xmlns:a="http://schemas.openxmlformats.org/drawingml/2006/main">
              <a:ext uri="{FF2B5EF4-FFF2-40B4-BE49-F238E27FC236}">
                <a16:creationId xmlns:a16="http://schemas.microsoft.com/office/drawing/2014/main" id="{FC465AD1-B945-49AA-93A0-0728F6AFAB4A}"/>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C9C6A95-AB46-4F9A-8F97-8EC3AC421F82}"/>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cyanosis, or altered consciousness</a:t>
            </a:r>
          </a:p>
        </p:txBody>
      </p:sp>
      <p:sp>
        <p:nvSpPr>
          <p:cNvPr id="15" name="">
            <a:extLst xmlns:a="http://schemas.openxmlformats.org/drawingml/2006/main">
              <a:ext uri="{FF2B5EF4-FFF2-40B4-BE49-F238E27FC236}">
                <a16:creationId xmlns:a16="http://schemas.microsoft.com/office/drawing/2014/main" id="{680BABEB-185D-45F4-A7CE-F7FA0755D35B}"/>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379EFE5-72D4-4AF9-8E79-887BF0F2F791}"/>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 or thoracic complication</a:t>
            </a:r>
          </a:p>
        </p:txBody>
      </p:sp>
      <p:sp>
        <p:nvSpPr>
          <p:cNvPr id="17" name="">
            <a:extLst xmlns:a="http://schemas.openxmlformats.org/drawingml/2006/main">
              <a:ext uri="{FF2B5EF4-FFF2-40B4-BE49-F238E27FC236}">
                <a16:creationId xmlns:a16="http://schemas.microsoft.com/office/drawing/2014/main" id="{5D7DB4E7-8713-4F20-AB29-DBAE1AF20212}"/>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80F2C84-E037-478E-B5E0-E981CD08F596}"/>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clamp or protect the system as trained, call emergency response, and support ABCs</a:t>
            </a:r>
          </a:p>
        </p:txBody>
      </p:sp>
      <p:sp>
        <p:nvSpPr>
          <p:cNvPr id="19" name="">
            <a:extLst xmlns:a="http://schemas.openxmlformats.org/drawingml/2006/main">
              <a:ext uri="{FF2B5EF4-FFF2-40B4-BE49-F238E27FC236}">
                <a16:creationId xmlns:a16="http://schemas.microsoft.com/office/drawing/2014/main" id="{6A4F3F3E-3D7E-467F-A959-56587C3EFEC8}"/>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BA43D75-F2EF-4646-9565-D991F95A9B1B}"/>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Neck, chest, shoulder, or arm swelling</a:t>
            </a:r>
          </a:p>
        </p:txBody>
      </p:sp>
      <p:sp>
        <p:nvSpPr>
          <p:cNvPr id="21" name="">
            <a:extLst xmlns:a="http://schemas.openxmlformats.org/drawingml/2006/main">
              <a:ext uri="{FF2B5EF4-FFF2-40B4-BE49-F238E27FC236}">
                <a16:creationId xmlns:a16="http://schemas.microsoft.com/office/drawing/2014/main" id="{C98E717E-83DB-4186-B92E-A00231E3025E}"/>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326BAF9-CC8B-41E0-8212-6FFA01C71BCA}"/>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Malposition, infiltration, or thrombosis</a:t>
            </a:r>
          </a:p>
        </p:txBody>
      </p:sp>
      <p:sp>
        <p:nvSpPr>
          <p:cNvPr id="23" name="">
            <a:extLst xmlns:a="http://schemas.openxmlformats.org/drawingml/2006/main">
              <a:ext uri="{FF2B5EF4-FFF2-40B4-BE49-F238E27FC236}">
                <a16:creationId xmlns:a16="http://schemas.microsoft.com/office/drawing/2014/main" id="{D2DD5B27-1430-44E3-A8EB-68F340289BF3}"/>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4D3FEDB-185B-4891-8D47-9A53400BC4FA}"/>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use and obtain urgent qualified assessment</a:t>
            </a:r>
          </a:p>
        </p:txBody>
      </p:sp>
      <p:sp>
        <p:nvSpPr>
          <p:cNvPr id="25" name="">
            <a:extLst xmlns:a="http://schemas.openxmlformats.org/drawingml/2006/main">
              <a:ext uri="{FF2B5EF4-FFF2-40B4-BE49-F238E27FC236}">
                <a16:creationId xmlns:a16="http://schemas.microsoft.com/office/drawing/2014/main" id="{40467DE0-F42B-4408-868F-9202CA04A34C}"/>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2E984CC-B205-41EA-BA78-B4808A709995}"/>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fever, or chills</a:t>
            </a:r>
          </a:p>
        </p:txBody>
      </p:sp>
      <p:sp>
        <p:nvSpPr>
          <p:cNvPr id="27" name="">
            <a:extLst xmlns:a="http://schemas.openxmlformats.org/drawingml/2006/main">
              <a:ext uri="{FF2B5EF4-FFF2-40B4-BE49-F238E27FC236}">
                <a16:creationId xmlns:a16="http://schemas.microsoft.com/office/drawing/2014/main" id="{26C96589-8E6C-4019-813D-A43F35D759E6}"/>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14A5FB2-9962-4313-B887-FF03450B8278}"/>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29" name="">
            <a:extLst xmlns:a="http://schemas.openxmlformats.org/drawingml/2006/main">
              <a:ext uri="{FF2B5EF4-FFF2-40B4-BE49-F238E27FC236}">
                <a16:creationId xmlns:a16="http://schemas.microsoft.com/office/drawing/2014/main" id="{A4E40FDC-51B3-4EFE-A210-E37B301B5C29}"/>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3910DAD8-8926-43AF-B3D6-09FD28304286}"/>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notify, and follow culture and device-management orders</a:t>
            </a:r>
          </a:p>
        </p:txBody>
      </p:sp>
      <p:sp>
        <p:nvSpPr>
          <p:cNvPr id="31" name="">
            <a:extLst xmlns:a="http://schemas.openxmlformats.org/drawingml/2006/main">
              <a:ext uri="{FF2B5EF4-FFF2-40B4-BE49-F238E27FC236}">
                <a16:creationId xmlns:a16="http://schemas.microsoft.com/office/drawing/2014/main" id="{A12BE447-F98E-4D84-9B9C-2C89B472BCC9}"/>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D7803F3-9A47-4717-B5FD-19FDE701E783}"/>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absent blood return, leaking, or damaged catheter</a:t>
            </a:r>
          </a:p>
        </p:txBody>
      </p:sp>
      <p:sp>
        <p:nvSpPr>
          <p:cNvPr id="33" name="">
            <a:extLst xmlns:a="http://schemas.openxmlformats.org/drawingml/2006/main">
              <a:ext uri="{FF2B5EF4-FFF2-40B4-BE49-F238E27FC236}">
                <a16:creationId xmlns:a16="http://schemas.microsoft.com/office/drawing/2014/main" id="{68149155-56B9-4C17-B014-B875F72A35C1}"/>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9C6947C-BDF3-4A33-A405-A561A5A92005}"/>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or device failure</a:t>
            </a:r>
          </a:p>
        </p:txBody>
      </p:sp>
      <p:sp>
        <p:nvSpPr>
          <p:cNvPr id="35" name="">
            <a:extLst xmlns:a="http://schemas.openxmlformats.org/drawingml/2006/main">
              <a:ext uri="{FF2B5EF4-FFF2-40B4-BE49-F238E27FC236}">
                <a16:creationId xmlns:a16="http://schemas.microsoft.com/office/drawing/2014/main" id="{30550E0A-D638-437F-AE76-5B9B3047CE5B}"/>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48CE3F7-DD16-4743-AF39-2ACE80DFEDCF}"/>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a flush; stop use and escalate</a:t>
            </a:r>
          </a:p>
        </p:txBody>
      </p:sp>
      <p:sp>
        <p:nvSpPr>
          <p:cNvPr id="37" name="">
            <a:extLst xmlns:a="http://schemas.openxmlformats.org/drawingml/2006/main">
              <a:ext uri="{FF2B5EF4-FFF2-40B4-BE49-F238E27FC236}">
                <a16:creationId xmlns:a16="http://schemas.microsoft.com/office/drawing/2014/main" id="{A3B9791F-FB36-41B3-BED4-6E946BA3A7F4}"/>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remove, reposition, repair, instill a declotting agent, or access a central device unless the action is authorized and competency-validated.</a:t>
            </a:r>
          </a:p>
        </p:txBody>
      </p:sp>
    </p:spTree>
    <p:extLst>
      <p:ext uri="{BB962C8B-B14F-4D97-AF65-F5344CB8AC3E}">
        <p14:creationId xmlns:p14="http://schemas.microsoft.com/office/powerpoint/2010/main" val="184061002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0B4F30-7D2B-4FE4-A742-6EBFE7482B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6C4BBF3-092C-4116-9480-19454ED8E6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C238501-B2BE-4D4F-8762-2558EBC17FA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E0AD5D6-B83B-4270-BD91-DE5C362E70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5" name="">
            <a:extLst xmlns:a="http://schemas.openxmlformats.org/drawingml/2006/main">
              <a:ext uri="{FF2B5EF4-FFF2-40B4-BE49-F238E27FC236}">
                <a16:creationId xmlns:a16="http://schemas.microsoft.com/office/drawing/2014/main" id="{DBACEAA3-5EDC-4FFC-B45E-225A100311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26F8B08-D91C-49BD-8D51-BEA27F7A3D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93C2724B-B984-4CB1-BE3B-855CF53BCC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8" name="">
            <a:extLst xmlns:a="http://schemas.openxmlformats.org/drawingml/2006/main">
              <a:ext uri="{FF2B5EF4-FFF2-40B4-BE49-F238E27FC236}">
                <a16:creationId xmlns:a16="http://schemas.microsoft.com/office/drawing/2014/main" id="{5626BEEF-B51D-49E0-9A27-9968303D7C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9191167"/>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2DE27C-5269-43D1-BA5F-A5DA2C60562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AB4955F-264A-4BC6-BE8F-1F70508FDC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BD8EDDD-07A2-479A-8066-5D024645B4E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C1FC02F-7B03-4782-A0F7-5662911A11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5" name="">
            <a:extLst xmlns:a="http://schemas.openxmlformats.org/drawingml/2006/main">
              <a:ext uri="{FF2B5EF4-FFF2-40B4-BE49-F238E27FC236}">
                <a16:creationId xmlns:a16="http://schemas.microsoft.com/office/drawing/2014/main" id="{45D36492-D749-4264-B512-049D81707E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266E808A-0821-411E-B25D-F489F0776A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5A241D33-1D32-4DFD-A5A0-808665B17D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8" name="">
            <a:extLst xmlns:a="http://schemas.openxmlformats.org/drawingml/2006/main">
              <a:ext uri="{FF2B5EF4-FFF2-40B4-BE49-F238E27FC236}">
                <a16:creationId xmlns:a16="http://schemas.microsoft.com/office/drawing/2014/main" id="{AAF0EB26-385C-4551-99A3-0C35A9D80E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48863110"/>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B4DDB88-9070-4E6C-8E5F-352DF48B8DE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AD82101-6E62-4654-97DC-212E275E8E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57CE631-94A6-4FC1-81F7-ACE8B97A87B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34A1F0C-C9BB-4452-968C-354E68A069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5" name="">
            <a:extLst xmlns:a="http://schemas.openxmlformats.org/drawingml/2006/main">
              <a:ext uri="{FF2B5EF4-FFF2-40B4-BE49-F238E27FC236}">
                <a16:creationId xmlns:a16="http://schemas.microsoft.com/office/drawing/2014/main" id="{BF88E762-7CC1-4E92-8D63-666AA97D30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0EF11F8D-18A9-43A8-88D6-757D71E99B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BD10FC6A-6580-4210-89A4-291BF2552294}"/>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65E92CA-F564-4417-ABA5-74ED562C0452}"/>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A6305972-8EB8-488C-BB8B-5A5CCFBD9D8B}"/>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97FA363-6B91-48B3-8542-B84491F895F8}"/>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11" name="">
            <a:extLst xmlns:a="http://schemas.openxmlformats.org/drawingml/2006/main">
              <a:ext uri="{FF2B5EF4-FFF2-40B4-BE49-F238E27FC236}">
                <a16:creationId xmlns:a16="http://schemas.microsoft.com/office/drawing/2014/main" id="{E30D2FDD-57C1-46E7-850A-A1343EAD0B6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F388A39-C2B1-4143-B389-E9060F105F07}"/>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3" name="">
            <a:extLst xmlns:a="http://schemas.openxmlformats.org/drawingml/2006/main">
              <a:ext uri="{FF2B5EF4-FFF2-40B4-BE49-F238E27FC236}">
                <a16:creationId xmlns:a16="http://schemas.microsoft.com/office/drawing/2014/main" id="{C28F63D7-9B8B-4586-91DA-938BB4B4CE19}"/>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580AD6B-0BFA-4DAF-877C-D197C071DEDE}"/>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5" name="">
            <a:extLst xmlns:a="http://schemas.openxmlformats.org/drawingml/2006/main">
              <a:ext uri="{FF2B5EF4-FFF2-40B4-BE49-F238E27FC236}">
                <a16:creationId xmlns:a16="http://schemas.microsoft.com/office/drawing/2014/main" id="{27A9EDDD-3BB9-41F4-B00D-8632AF7473A6}"/>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31A41E9-1E41-47CB-A669-C7735DBBC03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7" name="">
            <a:extLst xmlns:a="http://schemas.openxmlformats.org/drawingml/2006/main">
              <a:ext uri="{FF2B5EF4-FFF2-40B4-BE49-F238E27FC236}">
                <a16:creationId xmlns:a16="http://schemas.microsoft.com/office/drawing/2014/main" id="{687BE021-DA87-4F50-961C-680C8F650762}"/>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19F50E0-ECB5-41D6-88A9-8C2DF81234C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9" name="">
            <a:extLst xmlns:a="http://schemas.openxmlformats.org/drawingml/2006/main">
              <a:ext uri="{FF2B5EF4-FFF2-40B4-BE49-F238E27FC236}">
                <a16:creationId xmlns:a16="http://schemas.microsoft.com/office/drawing/2014/main" id="{E0886BF6-B275-44EF-9766-6B7203E1E62D}"/>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617569D-0833-4D7A-BE9B-7B65F548A19A}"/>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21" name="">
            <a:extLst xmlns:a="http://schemas.openxmlformats.org/drawingml/2006/main">
              <a:ext uri="{FF2B5EF4-FFF2-40B4-BE49-F238E27FC236}">
                <a16:creationId xmlns:a16="http://schemas.microsoft.com/office/drawing/2014/main" id="{7B3C39A5-98A7-4F25-AB97-A9299B8C4D55}"/>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778C619-A975-4302-B3D2-0897BBA6127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3" name="">
            <a:extLst xmlns:a="http://schemas.openxmlformats.org/drawingml/2006/main">
              <a:ext uri="{FF2B5EF4-FFF2-40B4-BE49-F238E27FC236}">
                <a16:creationId xmlns:a16="http://schemas.microsoft.com/office/drawing/2014/main" id="{63F61B3E-6467-4AC8-AC6C-B0DF70211521}"/>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6D8E381-CED3-43F9-ADE1-2FE7D05142C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5" name="">
            <a:extLst xmlns:a="http://schemas.openxmlformats.org/drawingml/2006/main">
              <a:ext uri="{FF2B5EF4-FFF2-40B4-BE49-F238E27FC236}">
                <a16:creationId xmlns:a16="http://schemas.microsoft.com/office/drawing/2014/main" id="{A1C3F678-121F-4908-B9D0-2F47AA1644D3}"/>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3EDE4C7-1D6C-488B-A9A3-B226E7E6E62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7" name="">
            <a:extLst xmlns:a="http://schemas.openxmlformats.org/drawingml/2006/main">
              <a:ext uri="{FF2B5EF4-FFF2-40B4-BE49-F238E27FC236}">
                <a16:creationId xmlns:a16="http://schemas.microsoft.com/office/drawing/2014/main" id="{76427112-B5B0-4C15-A944-7DE0EB67792B}"/>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E6CCF7E-2870-4352-8EA5-4215C3842BC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9" name="">
            <a:extLst xmlns:a="http://schemas.openxmlformats.org/drawingml/2006/main">
              <a:ext uri="{FF2B5EF4-FFF2-40B4-BE49-F238E27FC236}">
                <a16:creationId xmlns:a16="http://schemas.microsoft.com/office/drawing/2014/main" id="{A1B25621-9871-4DAF-A03E-D1BB6E2CCB8F}"/>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F97D01D-2D41-4D77-922C-69EC8339D3B4}"/>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1853622656"/>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75513D-3C0E-4B71-8D39-0C7B67A12ED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1BE8027-BD7D-4CD8-ABBD-D35DF41EBE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1C5737C-9B23-4396-8113-24F1D73F563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BBD4398-7FCA-43B2-80D1-8D087CD833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551D2922-9EBD-4D18-B023-6E405AB892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6020E715-63ED-438F-AFDB-A82C1CFB4B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730AC65B-E8FE-492B-B689-658C4A969E2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8" name="">
            <a:extLst xmlns:a="http://schemas.openxmlformats.org/drawingml/2006/main">
              <a:ext uri="{FF2B5EF4-FFF2-40B4-BE49-F238E27FC236}">
                <a16:creationId xmlns:a16="http://schemas.microsoft.com/office/drawing/2014/main" id="{E2AA484B-842A-4367-9B2A-2526BDFBBF9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918812911"/>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8552C8-3780-440C-BD33-0D698BF4B32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D3C7E7B-3B65-4486-8A4B-50E9582348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AD8F27A-E5A0-4F17-AFD0-9D42B590F8C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3B13507-A563-4186-876F-057BB198EB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E0538F99-7FDB-489E-B5D5-D019E753DC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048AED45-DF6E-47B0-A161-CDE8886CCE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0EAC976A-0211-44D1-A0D0-0810EBFF290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8" name="">
            <a:extLst xmlns:a="http://schemas.openxmlformats.org/drawingml/2006/main">
              <a:ext uri="{FF2B5EF4-FFF2-40B4-BE49-F238E27FC236}">
                <a16:creationId xmlns:a16="http://schemas.microsoft.com/office/drawing/2014/main" id="{414888E3-B911-4DB8-8C76-F89B8FAD329B}"/>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813390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2026-10-23T13:00:41.2770000Z</dcterms:created>
  <dcterms:modified xsi:type="dcterms:W3CDTF">2026-10-23T13:00:41.2770000Z</dcterms:modified>
</coreProperties>
</file>