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acb2a6c9c549d0" /><Relationship Type="http://schemas.openxmlformats.org/officeDocument/2006/relationships/extended-properties" Target="/docProps/app.xml" Id="R6b5d75a47f7e4a9f" /><Relationship Type="http://schemas.openxmlformats.org/officeDocument/2006/relationships/officeDocument" Target="/ppt/presentation.xml" Id="R892771fc3c9a4a20" /></Relationships>
</file>

<file path=ppt/presentation.xml><?xml version="1.0" encoding="utf-8"?>
<p:presentation xmlns:p="http://schemas.openxmlformats.org/presentationml/2006/main">
  <p:sldMasterIdLst>
    <p:sldMasterId xmlns:r="http://schemas.openxmlformats.org/officeDocument/2006/relationships" id="2147483648" r:id="R776dd44d0dcc4903"/>
  </p:sldMasterIdLst>
  <p:notesMasterIdLst>
    <p:notesMasterId xmlns:r="http://schemas.openxmlformats.org/officeDocument/2006/relationships" r:id="R600728d549374ba5"/>
  </p:notesMasterIdLst>
  <p:sldIdLst>
    <p:sldId xmlns:r="http://schemas.openxmlformats.org/officeDocument/2006/relationships" id="256" r:id="R8b4848ca841a4f01"/>
    <p:sldId xmlns:r="http://schemas.openxmlformats.org/officeDocument/2006/relationships" id="257" r:id="R7f0e28d029564792"/>
    <p:sldId xmlns:r="http://schemas.openxmlformats.org/officeDocument/2006/relationships" id="258" r:id="R130c97fdeeaf459f"/>
    <p:sldId xmlns:r="http://schemas.openxmlformats.org/officeDocument/2006/relationships" id="259" r:id="R6ce168c3474644f2"/>
    <p:sldId xmlns:r="http://schemas.openxmlformats.org/officeDocument/2006/relationships" id="260" r:id="R94138efd202f45c1"/>
    <p:sldId xmlns:r="http://schemas.openxmlformats.org/officeDocument/2006/relationships" id="261" r:id="R2009ad7a64c64e29"/>
    <p:sldId xmlns:r="http://schemas.openxmlformats.org/officeDocument/2006/relationships" id="262" r:id="R3119e69271b741a2"/>
    <p:sldId xmlns:r="http://schemas.openxmlformats.org/officeDocument/2006/relationships" id="263" r:id="R1658ed42fd8f4cf2"/>
    <p:sldId xmlns:r="http://schemas.openxmlformats.org/officeDocument/2006/relationships" id="264" r:id="Rbe61a9dd0b764da2"/>
    <p:sldId xmlns:r="http://schemas.openxmlformats.org/officeDocument/2006/relationships" id="265" r:id="R3520db45c3d44f7a"/>
    <p:sldId xmlns:r="http://schemas.openxmlformats.org/officeDocument/2006/relationships" id="266" r:id="R5327ce34fe504985"/>
    <p:sldId xmlns:r="http://schemas.openxmlformats.org/officeDocument/2006/relationships" id="267" r:id="R3ccca6e81ee84a08"/>
    <p:sldId xmlns:r="http://schemas.openxmlformats.org/officeDocument/2006/relationships" id="268" r:id="R0ac4a9b4fd994f4d"/>
    <p:sldId xmlns:r="http://schemas.openxmlformats.org/officeDocument/2006/relationships" id="269" r:id="R0fb1e1bdabd64d9e"/>
    <p:sldId xmlns:r="http://schemas.openxmlformats.org/officeDocument/2006/relationships" id="270" r:id="R4598563a337845a0"/>
    <p:sldId xmlns:r="http://schemas.openxmlformats.org/officeDocument/2006/relationships" id="271" r:id="Rd3676687b81e4ed3"/>
    <p:sldId xmlns:r="http://schemas.openxmlformats.org/officeDocument/2006/relationships" id="272" r:id="Rb6c77f7c4f934e7f"/>
    <p:sldId xmlns:r="http://schemas.openxmlformats.org/officeDocument/2006/relationships" id="273" r:id="R97e9474041b04ad5"/>
    <p:sldId xmlns:r="http://schemas.openxmlformats.org/officeDocument/2006/relationships" id="274" r:id="Rb05f976b80a741b1"/>
    <p:sldId xmlns:r="http://schemas.openxmlformats.org/officeDocument/2006/relationships" id="275" r:id="R50dac463a9e64035"/>
    <p:sldId xmlns:r="http://schemas.openxmlformats.org/officeDocument/2006/relationships" id="276" r:id="Rf1c53e53378146b4"/>
    <p:sldId xmlns:r="http://schemas.openxmlformats.org/officeDocument/2006/relationships" id="277" r:id="Racae0258c3194d40"/>
    <p:sldId xmlns:r="http://schemas.openxmlformats.org/officeDocument/2006/relationships" id="278" r:id="R6103b432e105417b"/>
    <p:sldId xmlns:r="http://schemas.openxmlformats.org/officeDocument/2006/relationships" id="279" r:id="Ra64b93d30d7f415c"/>
    <p:sldId xmlns:r="http://schemas.openxmlformats.org/officeDocument/2006/relationships" id="280" r:id="R77631b5c4fba4d12"/>
    <p:sldId xmlns:r="http://schemas.openxmlformats.org/officeDocument/2006/relationships" id="281" r:id="R26667749882a4f22"/>
    <p:sldId xmlns:r="http://schemas.openxmlformats.org/officeDocument/2006/relationships" id="282" r:id="R71b7aeed1b3042ce"/>
    <p:sldId xmlns:r="http://schemas.openxmlformats.org/officeDocument/2006/relationships" id="283" r:id="R1867e348ffbb4bb2"/>
    <p:sldId xmlns:r="http://schemas.openxmlformats.org/officeDocument/2006/relationships" id="284" r:id="R27e2cbb157da4f9b"/>
    <p:sldId xmlns:r="http://schemas.openxmlformats.org/officeDocument/2006/relationships" id="285" r:id="R1ee0254e9e2e4220"/>
    <p:sldId xmlns:r="http://schemas.openxmlformats.org/officeDocument/2006/relationships" id="286" r:id="Re41d7b2a86b94939"/>
    <p:sldId xmlns:r="http://schemas.openxmlformats.org/officeDocument/2006/relationships" id="287" r:id="R0997c9a3ffa64b73"/>
    <p:sldId xmlns:r="http://schemas.openxmlformats.org/officeDocument/2006/relationships" id="288" r:id="R8de330dd60ed4db7"/>
    <p:sldId xmlns:r="http://schemas.openxmlformats.org/officeDocument/2006/relationships" id="289" r:id="Rc4792016ed064ccb"/>
    <p:sldId xmlns:r="http://schemas.openxmlformats.org/officeDocument/2006/relationships" id="290" r:id="Re3cd48f8bb464801"/>
    <p:sldId xmlns:r="http://schemas.openxmlformats.org/officeDocument/2006/relationships" id="291" r:id="R8d15ab341c914c6f"/>
    <p:sldId xmlns:r="http://schemas.openxmlformats.org/officeDocument/2006/relationships" id="292" r:id="R32eaa18a1c9a4ea0"/>
    <p:sldId xmlns:r="http://schemas.openxmlformats.org/officeDocument/2006/relationships" id="293" r:id="R5249b82b7504473c"/>
    <p:sldId xmlns:r="http://schemas.openxmlformats.org/officeDocument/2006/relationships" id="294" r:id="Rd1d02675e26240cc"/>
    <p:sldId xmlns:r="http://schemas.openxmlformats.org/officeDocument/2006/relationships" id="295" r:id="R73cd8fb263424511"/>
    <p:sldId xmlns:r="http://schemas.openxmlformats.org/officeDocument/2006/relationships" id="296" r:id="R124340c5f3d54b60"/>
    <p:sldId xmlns:r="http://schemas.openxmlformats.org/officeDocument/2006/relationships" id="297" r:id="R8aee6019878d4f52"/>
    <p:sldId xmlns:r="http://schemas.openxmlformats.org/officeDocument/2006/relationships" id="298" r:id="Rac7de0919afe4f5d"/>
    <p:sldId xmlns:r="http://schemas.openxmlformats.org/officeDocument/2006/relationships" id="299" r:id="R5a81be29df694b22"/>
    <p:sldId xmlns:r="http://schemas.openxmlformats.org/officeDocument/2006/relationships" id="300" r:id="Rd761d9ec007d424a"/>
    <p:sldId xmlns:r="http://schemas.openxmlformats.org/officeDocument/2006/relationships" id="301" r:id="R6ff8dd4420ad492c"/>
    <p:sldId xmlns:r="http://schemas.openxmlformats.org/officeDocument/2006/relationships" id="302" r:id="Racd90296448d4e0f"/>
    <p:sldId xmlns:r="http://schemas.openxmlformats.org/officeDocument/2006/relationships" id="303" r:id="R1fbbdeda492c4b4a"/>
    <p:sldId xmlns:r="http://schemas.openxmlformats.org/officeDocument/2006/relationships" id="304" r:id="Rb71dc733cc5a4033"/>
    <p:sldId xmlns:r="http://schemas.openxmlformats.org/officeDocument/2006/relationships" id="305" r:id="R2137bf87d4474544"/>
    <p:sldId xmlns:r="http://schemas.openxmlformats.org/officeDocument/2006/relationships" id="306" r:id="Rb459b4351f0f4ff3"/>
    <p:sldId xmlns:r="http://schemas.openxmlformats.org/officeDocument/2006/relationships" id="307" r:id="Re9f33d39ed9e48ef"/>
    <p:sldId xmlns:r="http://schemas.openxmlformats.org/officeDocument/2006/relationships" id="308" r:id="Rb7294761335e4bc0"/>
    <p:sldId xmlns:r="http://schemas.openxmlformats.org/officeDocument/2006/relationships" id="309" r:id="Re40ae2830f954e69"/>
    <p:sldId xmlns:r="http://schemas.openxmlformats.org/officeDocument/2006/relationships" id="310" r:id="R14dd26365efa49e0"/>
    <p:sldId xmlns:r="http://schemas.openxmlformats.org/officeDocument/2006/relationships" id="311" r:id="R5eb85ee481674aab"/>
    <p:sldId xmlns:r="http://schemas.openxmlformats.org/officeDocument/2006/relationships" id="312" r:id="R78e122c9ef7e4e93"/>
    <p:sldId xmlns:r="http://schemas.openxmlformats.org/officeDocument/2006/relationships" id="313" r:id="Rc3bd6dda48574f11"/>
    <p:sldId xmlns:r="http://schemas.openxmlformats.org/officeDocument/2006/relationships" id="314" r:id="R31a56f4db73746df"/>
    <p:sldId xmlns:r="http://schemas.openxmlformats.org/officeDocument/2006/relationships" id="315" r:id="R0df9df7141634734"/>
    <p:sldId xmlns:r="http://schemas.openxmlformats.org/officeDocument/2006/relationships" id="316" r:id="R0f761075754d4ade"/>
    <p:sldId xmlns:r="http://schemas.openxmlformats.org/officeDocument/2006/relationships" id="317" r:id="R80aca00c30aa42c3"/>
    <p:sldId xmlns:r="http://schemas.openxmlformats.org/officeDocument/2006/relationships" id="318" r:id="Rffcd64ff7d8b4440"/>
    <p:sldId xmlns:r="http://schemas.openxmlformats.org/officeDocument/2006/relationships" id="319" r:id="R6a313ae7e9b04907"/>
    <p:sldId xmlns:r="http://schemas.openxmlformats.org/officeDocument/2006/relationships" id="320" r:id="R97c3bac5ae0f4e1b"/>
    <p:sldId xmlns:r="http://schemas.openxmlformats.org/officeDocument/2006/relationships" id="321" r:id="R9ec153a9a79b46ba"/>
    <p:sldId xmlns:r="http://schemas.openxmlformats.org/officeDocument/2006/relationships" id="322" r:id="R77e34cda06c747f3"/>
    <p:sldId xmlns:r="http://schemas.openxmlformats.org/officeDocument/2006/relationships" id="323" r:id="R900522b3ec0541de"/>
    <p:sldId xmlns:r="http://schemas.openxmlformats.org/officeDocument/2006/relationships" id="324" r:id="Rccd5b8c41cff45f7"/>
    <p:sldId xmlns:r="http://schemas.openxmlformats.org/officeDocument/2006/relationships" id="325" r:id="Rb91393229000442f"/>
    <p:sldId xmlns:r="http://schemas.openxmlformats.org/officeDocument/2006/relationships" id="326" r:id="R047b226bde8247ef"/>
    <p:sldId xmlns:r="http://schemas.openxmlformats.org/officeDocument/2006/relationships" id="327" r:id="R69343855ea054080"/>
    <p:sldId xmlns:r="http://schemas.openxmlformats.org/officeDocument/2006/relationships" id="328" r:id="Rddb2e0f7bd5d494f"/>
    <p:sldId xmlns:r="http://schemas.openxmlformats.org/officeDocument/2006/relationships" id="329" r:id="R15cc0da3792d4bb5"/>
    <p:sldId xmlns:r="http://schemas.openxmlformats.org/officeDocument/2006/relationships" id="330" r:id="R54ac0557d2ef468e"/>
    <p:sldId xmlns:r="http://schemas.openxmlformats.org/officeDocument/2006/relationships" id="331" r:id="R641090655c9a4a1a"/>
    <p:sldId xmlns:r="http://schemas.openxmlformats.org/officeDocument/2006/relationships" id="332" r:id="R78546f8486d54a08"/>
    <p:sldId xmlns:r="http://schemas.openxmlformats.org/officeDocument/2006/relationships" id="333" r:id="R19eb03a3689e441a"/>
    <p:sldId xmlns:r="http://schemas.openxmlformats.org/officeDocument/2006/relationships" id="334" r:id="R2e0631297de94beb"/>
    <p:sldId xmlns:r="http://schemas.openxmlformats.org/officeDocument/2006/relationships" id="335" r:id="Rf3a6faeb3bd1477f"/>
    <p:sldId xmlns:r="http://schemas.openxmlformats.org/officeDocument/2006/relationships" id="336" r:id="Rb9d870bb7d6a489d"/>
    <p:sldId xmlns:r="http://schemas.openxmlformats.org/officeDocument/2006/relationships" id="337" r:id="Rc0a804c95ea34b02"/>
    <p:sldId xmlns:r="http://schemas.openxmlformats.org/officeDocument/2006/relationships" id="338" r:id="R5450f31761a942ce"/>
    <p:sldId xmlns:r="http://schemas.openxmlformats.org/officeDocument/2006/relationships" id="339" r:id="R363cb15d6a904ccb"/>
    <p:sldId xmlns:r="http://schemas.openxmlformats.org/officeDocument/2006/relationships" id="340" r:id="Re281ed262c634c5a"/>
    <p:sldId xmlns:r="http://schemas.openxmlformats.org/officeDocument/2006/relationships" id="341" r:id="Rbbf37a8357ab4e17"/>
    <p:sldId xmlns:r="http://schemas.openxmlformats.org/officeDocument/2006/relationships" id="342" r:id="R969223efd1634cc8"/>
    <p:sldId xmlns:r="http://schemas.openxmlformats.org/officeDocument/2006/relationships" id="343" r:id="R570a38cc19ef49e3"/>
    <p:sldId xmlns:r="http://schemas.openxmlformats.org/officeDocument/2006/relationships" id="344" r:id="Rf5b6f2eb9f5b4061"/>
    <p:sldId xmlns:r="http://schemas.openxmlformats.org/officeDocument/2006/relationships" id="345" r:id="Rb60d12426bfb41a6"/>
    <p:sldId xmlns:r="http://schemas.openxmlformats.org/officeDocument/2006/relationships" id="346" r:id="R55e82f6efecd4918"/>
    <p:sldId xmlns:r="http://schemas.openxmlformats.org/officeDocument/2006/relationships" id="347" r:id="Rfc327f34f03c4868"/>
    <p:sldId xmlns:r="http://schemas.openxmlformats.org/officeDocument/2006/relationships" id="348" r:id="Rf06ddc5abbb7434e"/>
    <p:sldId xmlns:r="http://schemas.openxmlformats.org/officeDocument/2006/relationships" id="349" r:id="Reaaf7ba48420404a"/>
    <p:sldId xmlns:r="http://schemas.openxmlformats.org/officeDocument/2006/relationships" id="350" r:id="R0e44a323f3114cd1"/>
    <p:sldId xmlns:r="http://schemas.openxmlformats.org/officeDocument/2006/relationships" id="351" r:id="R7fe0a36cd0bb4bfa"/>
    <p:sldId xmlns:r="http://schemas.openxmlformats.org/officeDocument/2006/relationships" id="352" r:id="R9a7faadf8218451d"/>
    <p:sldId xmlns:r="http://schemas.openxmlformats.org/officeDocument/2006/relationships" id="353" r:id="R07b0ce39c4164828"/>
    <p:sldId xmlns:r="http://schemas.openxmlformats.org/officeDocument/2006/relationships" id="354" r:id="R286cccf3f9ce4b46"/>
    <p:sldId xmlns:r="http://schemas.openxmlformats.org/officeDocument/2006/relationships" id="355" r:id="R07c6665aa1774965"/>
    <p:sldId xmlns:r="http://schemas.openxmlformats.org/officeDocument/2006/relationships" id="356" r:id="R7a4bb28eab1747e4"/>
    <p:sldId xmlns:r="http://schemas.openxmlformats.org/officeDocument/2006/relationships" id="357" r:id="R39c62d9ade944ea9"/>
    <p:sldId xmlns:r="http://schemas.openxmlformats.org/officeDocument/2006/relationships" id="358" r:id="Rba37ef8e0230426c"/>
    <p:sldId xmlns:r="http://schemas.openxmlformats.org/officeDocument/2006/relationships" id="359" r:id="R21afeb7fa3764dfb"/>
    <p:sldId xmlns:r="http://schemas.openxmlformats.org/officeDocument/2006/relationships" id="360" r:id="R804ff556703c4143"/>
    <p:sldId xmlns:r="http://schemas.openxmlformats.org/officeDocument/2006/relationships" id="361" r:id="Rc17fc8df2d6642fb"/>
    <p:sldId xmlns:r="http://schemas.openxmlformats.org/officeDocument/2006/relationships" id="362" r:id="R1861edc8e7d148a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58955fd0eb4a6a" /><Relationship Type="http://schemas.openxmlformats.org/officeDocument/2006/relationships/slideMaster" Target="/ppt/slideMasters/slideMaster1.xml" Id="R776dd44d0dcc4903" /><Relationship Type="http://schemas.openxmlformats.org/officeDocument/2006/relationships/notesMaster" Target="/ppt/notesMasters/notesMaster1.xml" Id="R600728d549374ba5" /><Relationship Type="http://schemas.openxmlformats.org/officeDocument/2006/relationships/presProps" Target="/ppt/presProps.xml" Id="R2791716ddabe430b" /><Relationship Type="http://schemas.openxmlformats.org/officeDocument/2006/relationships/tableStyles" Target="/ppt/tableStyles.xml" Id="Recd772dd64474a34" /><Relationship Type="http://schemas.openxmlformats.org/officeDocument/2006/relationships/slide" Target="/ppt/slides/slide1.xml" Id="R8b4848ca841a4f01" /><Relationship Type="http://schemas.openxmlformats.org/officeDocument/2006/relationships/slide" Target="/ppt/slides/slide2.xml" Id="R7f0e28d029564792" /><Relationship Type="http://schemas.openxmlformats.org/officeDocument/2006/relationships/slide" Target="/ppt/slides/slide3.xml" Id="R130c97fdeeaf459f" /><Relationship Type="http://schemas.openxmlformats.org/officeDocument/2006/relationships/slide" Target="/ppt/slides/slide4.xml" Id="R6ce168c3474644f2" /><Relationship Type="http://schemas.openxmlformats.org/officeDocument/2006/relationships/slide" Target="/ppt/slides/slide5.xml" Id="R94138efd202f45c1" /><Relationship Type="http://schemas.openxmlformats.org/officeDocument/2006/relationships/slide" Target="/ppt/slides/slide6.xml" Id="R2009ad7a64c64e29" /><Relationship Type="http://schemas.openxmlformats.org/officeDocument/2006/relationships/slide" Target="/ppt/slides/slide7.xml" Id="R3119e69271b741a2" /><Relationship Type="http://schemas.openxmlformats.org/officeDocument/2006/relationships/slide" Target="/ppt/slides/slide8.xml" Id="R1658ed42fd8f4cf2" /><Relationship Type="http://schemas.openxmlformats.org/officeDocument/2006/relationships/slide" Target="/ppt/slides/slide9.xml" Id="Rbe61a9dd0b764da2" /><Relationship Type="http://schemas.openxmlformats.org/officeDocument/2006/relationships/slide" Target="/ppt/slides/slide10.xml" Id="R3520db45c3d44f7a" /><Relationship Type="http://schemas.openxmlformats.org/officeDocument/2006/relationships/slide" Target="/ppt/slides/slide11.xml" Id="R5327ce34fe504985" /><Relationship Type="http://schemas.openxmlformats.org/officeDocument/2006/relationships/slide" Target="/ppt/slides/slide12.xml" Id="R3ccca6e81ee84a08" /><Relationship Type="http://schemas.openxmlformats.org/officeDocument/2006/relationships/slide" Target="/ppt/slides/slide13.xml" Id="R0ac4a9b4fd994f4d" /><Relationship Type="http://schemas.openxmlformats.org/officeDocument/2006/relationships/slide" Target="/ppt/slides/slide14.xml" Id="R0fb1e1bdabd64d9e" /><Relationship Type="http://schemas.openxmlformats.org/officeDocument/2006/relationships/slide" Target="/ppt/slides/slide15.xml" Id="R4598563a337845a0" /><Relationship Type="http://schemas.openxmlformats.org/officeDocument/2006/relationships/slide" Target="/ppt/slides/slide16.xml" Id="Rd3676687b81e4ed3" /><Relationship Type="http://schemas.openxmlformats.org/officeDocument/2006/relationships/slide" Target="/ppt/slides/slide17.xml" Id="Rb6c77f7c4f934e7f" /><Relationship Type="http://schemas.openxmlformats.org/officeDocument/2006/relationships/slide" Target="/ppt/slides/slide18.xml" Id="R97e9474041b04ad5" /><Relationship Type="http://schemas.openxmlformats.org/officeDocument/2006/relationships/slide" Target="/ppt/slides/slide19.xml" Id="Rb05f976b80a741b1" /><Relationship Type="http://schemas.openxmlformats.org/officeDocument/2006/relationships/slide" Target="/ppt/slides/slide20.xml" Id="R50dac463a9e64035" /><Relationship Type="http://schemas.openxmlformats.org/officeDocument/2006/relationships/slide" Target="/ppt/slides/slide21.xml" Id="Rf1c53e53378146b4" /><Relationship Type="http://schemas.openxmlformats.org/officeDocument/2006/relationships/slide" Target="/ppt/slides/slide22.xml" Id="Racae0258c3194d40" /><Relationship Type="http://schemas.openxmlformats.org/officeDocument/2006/relationships/slide" Target="/ppt/slides/slide23.xml" Id="R6103b432e105417b" /><Relationship Type="http://schemas.openxmlformats.org/officeDocument/2006/relationships/slide" Target="/ppt/slides/slide24.xml" Id="Ra64b93d30d7f415c" /><Relationship Type="http://schemas.openxmlformats.org/officeDocument/2006/relationships/slide" Target="/ppt/slides/slide25.xml" Id="R77631b5c4fba4d12" /><Relationship Type="http://schemas.openxmlformats.org/officeDocument/2006/relationships/slide" Target="/ppt/slides/slide26.xml" Id="R26667749882a4f22" /><Relationship Type="http://schemas.openxmlformats.org/officeDocument/2006/relationships/slide" Target="/ppt/slides/slide27.xml" Id="R71b7aeed1b3042ce" /><Relationship Type="http://schemas.openxmlformats.org/officeDocument/2006/relationships/slide" Target="/ppt/slides/slide28.xml" Id="R1867e348ffbb4bb2" /><Relationship Type="http://schemas.openxmlformats.org/officeDocument/2006/relationships/slide" Target="/ppt/slides/slide29.xml" Id="R27e2cbb157da4f9b" /><Relationship Type="http://schemas.openxmlformats.org/officeDocument/2006/relationships/slide" Target="/ppt/slides/slide30.xml" Id="R1ee0254e9e2e4220" /><Relationship Type="http://schemas.openxmlformats.org/officeDocument/2006/relationships/slide" Target="/ppt/slides/slide31.xml" Id="Re41d7b2a86b94939" /><Relationship Type="http://schemas.openxmlformats.org/officeDocument/2006/relationships/slide" Target="/ppt/slides/slide32.xml" Id="R0997c9a3ffa64b73" /><Relationship Type="http://schemas.openxmlformats.org/officeDocument/2006/relationships/slide" Target="/ppt/slides/slide33.xml" Id="R8de330dd60ed4db7" /><Relationship Type="http://schemas.openxmlformats.org/officeDocument/2006/relationships/slide" Target="/ppt/slides/slide34.xml" Id="Rc4792016ed064ccb" /><Relationship Type="http://schemas.openxmlformats.org/officeDocument/2006/relationships/slide" Target="/ppt/slides/slide35.xml" Id="Re3cd48f8bb464801" /><Relationship Type="http://schemas.openxmlformats.org/officeDocument/2006/relationships/slide" Target="/ppt/slides/slide36.xml" Id="R8d15ab341c914c6f" /><Relationship Type="http://schemas.openxmlformats.org/officeDocument/2006/relationships/slide" Target="/ppt/slides/slide37.xml" Id="R32eaa18a1c9a4ea0" /><Relationship Type="http://schemas.openxmlformats.org/officeDocument/2006/relationships/slide" Target="/ppt/slides/slide38.xml" Id="R5249b82b7504473c" /><Relationship Type="http://schemas.openxmlformats.org/officeDocument/2006/relationships/slide" Target="/ppt/slides/slide39.xml" Id="Rd1d02675e26240cc" /><Relationship Type="http://schemas.openxmlformats.org/officeDocument/2006/relationships/slide" Target="/ppt/slides/slide40.xml" Id="R73cd8fb263424511" /><Relationship Type="http://schemas.openxmlformats.org/officeDocument/2006/relationships/slide" Target="/ppt/slides/slide41.xml" Id="R124340c5f3d54b60" /><Relationship Type="http://schemas.openxmlformats.org/officeDocument/2006/relationships/slide" Target="/ppt/slides/slide42.xml" Id="R8aee6019878d4f52" /><Relationship Type="http://schemas.openxmlformats.org/officeDocument/2006/relationships/slide" Target="/ppt/slides/slide43.xml" Id="Rac7de0919afe4f5d" /><Relationship Type="http://schemas.openxmlformats.org/officeDocument/2006/relationships/slide" Target="/ppt/slides/slide44.xml" Id="R5a81be29df694b22" /><Relationship Type="http://schemas.openxmlformats.org/officeDocument/2006/relationships/slide" Target="/ppt/slides/slide45.xml" Id="Rd761d9ec007d424a" /><Relationship Type="http://schemas.openxmlformats.org/officeDocument/2006/relationships/slide" Target="/ppt/slides/slide46.xml" Id="R6ff8dd4420ad492c" /><Relationship Type="http://schemas.openxmlformats.org/officeDocument/2006/relationships/slide" Target="/ppt/slides/slide47.xml" Id="Racd90296448d4e0f" /><Relationship Type="http://schemas.openxmlformats.org/officeDocument/2006/relationships/slide" Target="/ppt/slides/slide48.xml" Id="R1fbbdeda492c4b4a" /><Relationship Type="http://schemas.openxmlformats.org/officeDocument/2006/relationships/slide" Target="/ppt/slides/slide49.xml" Id="Rb71dc733cc5a4033" /><Relationship Type="http://schemas.openxmlformats.org/officeDocument/2006/relationships/slide" Target="/ppt/slides/slide50.xml" Id="R2137bf87d4474544" /><Relationship Type="http://schemas.openxmlformats.org/officeDocument/2006/relationships/slide" Target="/ppt/slides/slide51.xml" Id="Rb459b4351f0f4ff3" /><Relationship Type="http://schemas.openxmlformats.org/officeDocument/2006/relationships/slide" Target="/ppt/slides/slide52.xml" Id="Re9f33d39ed9e48ef" /><Relationship Type="http://schemas.openxmlformats.org/officeDocument/2006/relationships/slide" Target="/ppt/slides/slide53.xml" Id="Rb7294761335e4bc0" /><Relationship Type="http://schemas.openxmlformats.org/officeDocument/2006/relationships/slide" Target="/ppt/slides/slide54.xml" Id="Re40ae2830f954e69" /><Relationship Type="http://schemas.openxmlformats.org/officeDocument/2006/relationships/slide" Target="/ppt/slides/slide55.xml" Id="R14dd26365efa49e0" /><Relationship Type="http://schemas.openxmlformats.org/officeDocument/2006/relationships/slide" Target="/ppt/slides/slide56.xml" Id="R5eb85ee481674aab" /><Relationship Type="http://schemas.openxmlformats.org/officeDocument/2006/relationships/slide" Target="/ppt/slides/slide57.xml" Id="R78e122c9ef7e4e93" /><Relationship Type="http://schemas.openxmlformats.org/officeDocument/2006/relationships/slide" Target="/ppt/slides/slide58.xml" Id="Rc3bd6dda48574f11" /><Relationship Type="http://schemas.openxmlformats.org/officeDocument/2006/relationships/slide" Target="/ppt/slides/slide59.xml" Id="R31a56f4db73746df" /><Relationship Type="http://schemas.openxmlformats.org/officeDocument/2006/relationships/slide" Target="/ppt/slides/slide60.xml" Id="R0df9df7141634734" /><Relationship Type="http://schemas.openxmlformats.org/officeDocument/2006/relationships/slide" Target="/ppt/slides/slide61.xml" Id="R0f761075754d4ade" /><Relationship Type="http://schemas.openxmlformats.org/officeDocument/2006/relationships/slide" Target="/ppt/slides/slide62.xml" Id="R80aca00c30aa42c3" /><Relationship Type="http://schemas.openxmlformats.org/officeDocument/2006/relationships/slide" Target="/ppt/slides/slide63.xml" Id="Rffcd64ff7d8b4440" /><Relationship Type="http://schemas.openxmlformats.org/officeDocument/2006/relationships/slide" Target="/ppt/slides/slide64.xml" Id="R6a313ae7e9b04907" /><Relationship Type="http://schemas.openxmlformats.org/officeDocument/2006/relationships/slide" Target="/ppt/slides/slide65.xml" Id="R97c3bac5ae0f4e1b" /><Relationship Type="http://schemas.openxmlformats.org/officeDocument/2006/relationships/slide" Target="/ppt/slides/slide66.xml" Id="R9ec153a9a79b46ba" /><Relationship Type="http://schemas.openxmlformats.org/officeDocument/2006/relationships/slide" Target="/ppt/slides/slide67.xml" Id="R77e34cda06c747f3" /><Relationship Type="http://schemas.openxmlformats.org/officeDocument/2006/relationships/slide" Target="/ppt/slides/slide68.xml" Id="R900522b3ec0541de" /><Relationship Type="http://schemas.openxmlformats.org/officeDocument/2006/relationships/slide" Target="/ppt/slides/slide69.xml" Id="Rccd5b8c41cff45f7" /><Relationship Type="http://schemas.openxmlformats.org/officeDocument/2006/relationships/slide" Target="/ppt/slides/slide70.xml" Id="Rb91393229000442f" /><Relationship Type="http://schemas.openxmlformats.org/officeDocument/2006/relationships/slide" Target="/ppt/slides/slide71.xml" Id="R047b226bde8247ef" /><Relationship Type="http://schemas.openxmlformats.org/officeDocument/2006/relationships/slide" Target="/ppt/slides/slide72.xml" Id="R69343855ea054080" /><Relationship Type="http://schemas.openxmlformats.org/officeDocument/2006/relationships/slide" Target="/ppt/slides/slide73.xml" Id="Rddb2e0f7bd5d494f" /><Relationship Type="http://schemas.openxmlformats.org/officeDocument/2006/relationships/slide" Target="/ppt/slides/slide74.xml" Id="R15cc0da3792d4bb5" /><Relationship Type="http://schemas.openxmlformats.org/officeDocument/2006/relationships/slide" Target="/ppt/slides/slide75.xml" Id="R54ac0557d2ef468e" /><Relationship Type="http://schemas.openxmlformats.org/officeDocument/2006/relationships/slide" Target="/ppt/slides/slide76.xml" Id="R641090655c9a4a1a" /><Relationship Type="http://schemas.openxmlformats.org/officeDocument/2006/relationships/slide" Target="/ppt/slides/slide77.xml" Id="R78546f8486d54a08" /><Relationship Type="http://schemas.openxmlformats.org/officeDocument/2006/relationships/slide" Target="/ppt/slides/slide78.xml" Id="R19eb03a3689e441a" /><Relationship Type="http://schemas.openxmlformats.org/officeDocument/2006/relationships/slide" Target="/ppt/slides/slide79.xml" Id="R2e0631297de94beb" /><Relationship Type="http://schemas.openxmlformats.org/officeDocument/2006/relationships/slide" Target="/ppt/slides/slide80.xml" Id="Rf3a6faeb3bd1477f" /><Relationship Type="http://schemas.openxmlformats.org/officeDocument/2006/relationships/slide" Target="/ppt/slides/slide81.xml" Id="Rb9d870bb7d6a489d" /><Relationship Type="http://schemas.openxmlformats.org/officeDocument/2006/relationships/slide" Target="/ppt/slides/slide82.xml" Id="Rc0a804c95ea34b02" /><Relationship Type="http://schemas.openxmlformats.org/officeDocument/2006/relationships/slide" Target="/ppt/slides/slide83.xml" Id="R5450f31761a942ce" /><Relationship Type="http://schemas.openxmlformats.org/officeDocument/2006/relationships/slide" Target="/ppt/slides/slide84.xml" Id="R363cb15d6a904ccb" /><Relationship Type="http://schemas.openxmlformats.org/officeDocument/2006/relationships/slide" Target="/ppt/slides/slide85.xml" Id="Re281ed262c634c5a" /><Relationship Type="http://schemas.openxmlformats.org/officeDocument/2006/relationships/slide" Target="/ppt/slides/slide86.xml" Id="Rbbf37a8357ab4e17" /><Relationship Type="http://schemas.openxmlformats.org/officeDocument/2006/relationships/slide" Target="/ppt/slides/slide87.xml" Id="R969223efd1634cc8" /><Relationship Type="http://schemas.openxmlformats.org/officeDocument/2006/relationships/slide" Target="/ppt/slides/slide88.xml" Id="R570a38cc19ef49e3" /><Relationship Type="http://schemas.openxmlformats.org/officeDocument/2006/relationships/slide" Target="/ppt/slides/slide89.xml" Id="Rf5b6f2eb9f5b4061" /><Relationship Type="http://schemas.openxmlformats.org/officeDocument/2006/relationships/slide" Target="/ppt/slides/slide90.xml" Id="Rb60d12426bfb41a6" /><Relationship Type="http://schemas.openxmlformats.org/officeDocument/2006/relationships/slide" Target="/ppt/slides/slide91.xml" Id="R55e82f6efecd4918" /><Relationship Type="http://schemas.openxmlformats.org/officeDocument/2006/relationships/slide" Target="/ppt/slides/slide92.xml" Id="Rfc327f34f03c4868" /><Relationship Type="http://schemas.openxmlformats.org/officeDocument/2006/relationships/slide" Target="/ppt/slides/slide93.xml" Id="Rf06ddc5abbb7434e" /><Relationship Type="http://schemas.openxmlformats.org/officeDocument/2006/relationships/slide" Target="/ppt/slides/slide94.xml" Id="Reaaf7ba48420404a" /><Relationship Type="http://schemas.openxmlformats.org/officeDocument/2006/relationships/slide" Target="/ppt/slides/slide95.xml" Id="R0e44a323f3114cd1" /><Relationship Type="http://schemas.openxmlformats.org/officeDocument/2006/relationships/slide" Target="/ppt/slides/slide96.xml" Id="R7fe0a36cd0bb4bfa" /><Relationship Type="http://schemas.openxmlformats.org/officeDocument/2006/relationships/slide" Target="/ppt/slides/slide97.xml" Id="R9a7faadf8218451d" /><Relationship Type="http://schemas.openxmlformats.org/officeDocument/2006/relationships/slide" Target="/ppt/slides/slide98.xml" Id="R07b0ce39c4164828" /><Relationship Type="http://schemas.openxmlformats.org/officeDocument/2006/relationships/slide" Target="/ppt/slides/slide99.xml" Id="R286cccf3f9ce4b46" /><Relationship Type="http://schemas.openxmlformats.org/officeDocument/2006/relationships/slide" Target="/ppt/slides/slide100.xml" Id="R07c6665aa1774965" /><Relationship Type="http://schemas.openxmlformats.org/officeDocument/2006/relationships/slide" Target="/ppt/slides/slide101.xml" Id="R7a4bb28eab1747e4" /><Relationship Type="http://schemas.openxmlformats.org/officeDocument/2006/relationships/slide" Target="/ppt/slides/slide102.xml" Id="R39c62d9ade944ea9" /><Relationship Type="http://schemas.openxmlformats.org/officeDocument/2006/relationships/slide" Target="/ppt/slides/slide103.xml" Id="Rba37ef8e0230426c" /><Relationship Type="http://schemas.openxmlformats.org/officeDocument/2006/relationships/slide" Target="/ppt/slides/slide104.xml" Id="R21afeb7fa3764dfb" /><Relationship Type="http://schemas.openxmlformats.org/officeDocument/2006/relationships/slide" Target="/ppt/slides/slide105.xml" Id="R804ff556703c4143" /><Relationship Type="http://schemas.openxmlformats.org/officeDocument/2006/relationships/slide" Target="/ppt/slides/slide106.xml" Id="Rc17fc8df2d6642fb" /><Relationship Type="http://schemas.openxmlformats.org/officeDocument/2006/relationships/slide" Target="/ppt/slides/slide107.xml" Id="R1861edc8e7d148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5370c692a74a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f59f3d264634bac" /><Relationship Type="http://schemas.openxmlformats.org/officeDocument/2006/relationships/notesMaster" Target="/ppt/notesMasters/notesMaster1.xml" Id="R35cf87918dd440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104cba0318d4a60" /><Relationship Type="http://schemas.openxmlformats.org/officeDocument/2006/relationships/notesMaster" Target="/ppt/notesMasters/notesMaster1.xml" Id="Rb920f43c41614e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2437c2cde1264937" /><Relationship Type="http://schemas.openxmlformats.org/officeDocument/2006/relationships/notesMaster" Target="/ppt/notesMasters/notesMaster1.xml" Id="Rac0be8ad5ff04f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a12def7b6a4c06" /><Relationship Type="http://schemas.openxmlformats.org/officeDocument/2006/relationships/notesMaster" Target="/ppt/notesMasters/notesMaster1.xml" Id="Ra008f460d40f473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63751445724b7d" /><Relationship Type="http://schemas.openxmlformats.org/officeDocument/2006/relationships/notesMaster" Target="/ppt/notesMasters/notesMaster1.xml" Id="Rfd5e70eb89b3437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f370ab0a72474a" /><Relationship Type="http://schemas.openxmlformats.org/officeDocument/2006/relationships/notesMaster" Target="/ppt/notesMasters/notesMaster1.xml" Id="R00301dd093c04d5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fb307c50fbf4259" /><Relationship Type="http://schemas.openxmlformats.org/officeDocument/2006/relationships/notesMaster" Target="/ppt/notesMasters/notesMaster1.xml" Id="R6a4a6f4d9b9e42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93e0ab7bcb4a8d" /><Relationship Type="http://schemas.openxmlformats.org/officeDocument/2006/relationships/notesMaster" Target="/ppt/notesMasters/notesMaster1.xml" Id="R19b3ed44a9914b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4e26e047bc64287" /><Relationship Type="http://schemas.openxmlformats.org/officeDocument/2006/relationships/notesMaster" Target="/ppt/notesMasters/notesMaster1.xml" Id="Rd4ecf17244bf41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ca672779054ab9" /><Relationship Type="http://schemas.openxmlformats.org/officeDocument/2006/relationships/notesMaster" Target="/ppt/notesMasters/notesMaster1.xml" Id="R68a75536a6954d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9e4ea50ba7b4d8d" /><Relationship Type="http://schemas.openxmlformats.org/officeDocument/2006/relationships/notesMaster" Target="/ppt/notesMasters/notesMaster1.xml" Id="R8a8c03e84adb42c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cb070ca88743d8" /><Relationship Type="http://schemas.openxmlformats.org/officeDocument/2006/relationships/notesMaster" Target="/ppt/notesMasters/notesMaster1.xml" Id="R3dbf0d4f96f54f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10d5072afe14ab9" /><Relationship Type="http://schemas.openxmlformats.org/officeDocument/2006/relationships/notesMaster" Target="/ppt/notesMasters/notesMaster1.xml" Id="R410de2b9ac3a41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6195bc63120434b" /><Relationship Type="http://schemas.openxmlformats.org/officeDocument/2006/relationships/notesMaster" Target="/ppt/notesMasters/notesMaster1.xml" Id="R753aa862c6af498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0802ef774214e3f" /><Relationship Type="http://schemas.openxmlformats.org/officeDocument/2006/relationships/notesMaster" Target="/ppt/notesMasters/notesMaster1.xml" Id="Raa673129836d463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2e27af8bf41431a" /><Relationship Type="http://schemas.openxmlformats.org/officeDocument/2006/relationships/notesMaster" Target="/ppt/notesMasters/notesMaster1.xml" Id="Rf8e16e27f9a640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6b643cb7ea4995" /><Relationship Type="http://schemas.openxmlformats.org/officeDocument/2006/relationships/notesMaster" Target="/ppt/notesMasters/notesMaster1.xml" Id="R329f8833ea0b42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4d8d5f858c4f7b" /><Relationship Type="http://schemas.openxmlformats.org/officeDocument/2006/relationships/notesMaster" Target="/ppt/notesMasters/notesMaster1.xml" Id="R87bdb00990df4e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0418170fee14c92" /><Relationship Type="http://schemas.openxmlformats.org/officeDocument/2006/relationships/notesMaster" Target="/ppt/notesMasters/notesMaster1.xml" Id="R543727d9656d4d4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b7cfc9a81ee48fa" /><Relationship Type="http://schemas.openxmlformats.org/officeDocument/2006/relationships/notesMaster" Target="/ppt/notesMasters/notesMaster1.xml" Id="R01418b2a5a3f46d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6a0486a765a4ea2" /><Relationship Type="http://schemas.openxmlformats.org/officeDocument/2006/relationships/notesMaster" Target="/ppt/notesMasters/notesMaster1.xml" Id="R8318b12b90d4420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d4709741bf4a86" /><Relationship Type="http://schemas.openxmlformats.org/officeDocument/2006/relationships/notesMaster" Target="/ppt/notesMasters/notesMaster1.xml" Id="Rf384a297d98f44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4d8e4b31f7c4f22" /><Relationship Type="http://schemas.openxmlformats.org/officeDocument/2006/relationships/notesMaster" Target="/ppt/notesMasters/notesMaster1.xml" Id="R8328ecbcb5594f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c69c142c0d4458" /><Relationship Type="http://schemas.openxmlformats.org/officeDocument/2006/relationships/notesMaster" Target="/ppt/notesMasters/notesMaster1.xml" Id="Rcf3210519503480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a93cc47ea6f4ec9" /><Relationship Type="http://schemas.openxmlformats.org/officeDocument/2006/relationships/notesMaster" Target="/ppt/notesMasters/notesMaster1.xml" Id="R7783ff785549440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83d7bc677cd493c" /><Relationship Type="http://schemas.openxmlformats.org/officeDocument/2006/relationships/notesMaster" Target="/ppt/notesMasters/notesMaster1.xml" Id="R35652be8359d4c1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39f061aa4cb472e" /><Relationship Type="http://schemas.openxmlformats.org/officeDocument/2006/relationships/notesMaster" Target="/ppt/notesMasters/notesMaster1.xml" Id="R65e72f94a11e41e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59f637d95b349f4" /><Relationship Type="http://schemas.openxmlformats.org/officeDocument/2006/relationships/notesMaster" Target="/ppt/notesMasters/notesMaster1.xml" Id="R693227b1ef2d47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8bf4dd8191a43ae" /><Relationship Type="http://schemas.openxmlformats.org/officeDocument/2006/relationships/notesMaster" Target="/ppt/notesMasters/notesMaster1.xml" Id="R6fdd726f2b9e4c3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8e2ec22a8a394f1b" /><Relationship Type="http://schemas.openxmlformats.org/officeDocument/2006/relationships/notesMaster" Target="/ppt/notesMasters/notesMaster1.xml" Id="Ra4f9afd634c146a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24760746d5d4dc9" /><Relationship Type="http://schemas.openxmlformats.org/officeDocument/2006/relationships/notesMaster" Target="/ppt/notesMasters/notesMaster1.xml" Id="Rf40245d5693444c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788cf129a4904695" /><Relationship Type="http://schemas.openxmlformats.org/officeDocument/2006/relationships/notesMaster" Target="/ppt/notesMasters/notesMaster1.xml" Id="Reaa784e461494ee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450ed442c6442d5" /><Relationship Type="http://schemas.openxmlformats.org/officeDocument/2006/relationships/notesMaster" Target="/ppt/notesMasters/notesMaster1.xml" Id="R1e4ba42236fd4c0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be2301a350c4465" /><Relationship Type="http://schemas.openxmlformats.org/officeDocument/2006/relationships/notesMaster" Target="/ppt/notesMasters/notesMaster1.xml" Id="R4d41f180b28841f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43ce76094474999" /><Relationship Type="http://schemas.openxmlformats.org/officeDocument/2006/relationships/notesMaster" Target="/ppt/notesMasters/notesMaster1.xml" Id="R446f52971e8c4b8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d37875ba6944295" /><Relationship Type="http://schemas.openxmlformats.org/officeDocument/2006/relationships/notesMaster" Target="/ppt/notesMasters/notesMaster1.xml" Id="R5dbc59877e1548c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904c42c69b24b69" /><Relationship Type="http://schemas.openxmlformats.org/officeDocument/2006/relationships/notesMaster" Target="/ppt/notesMasters/notesMaster1.xml" Id="R20efee5e4a15432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e1160958a874011" /><Relationship Type="http://schemas.openxmlformats.org/officeDocument/2006/relationships/notesMaster" Target="/ppt/notesMasters/notesMaster1.xml" Id="Recc6d5b36f5f48a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3d5dfd0ed5b406f" /><Relationship Type="http://schemas.openxmlformats.org/officeDocument/2006/relationships/notesMaster" Target="/ppt/notesMasters/notesMaster1.xml" Id="Rd125cea59ff24a3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bbc505d909a49f8" /><Relationship Type="http://schemas.openxmlformats.org/officeDocument/2006/relationships/notesMaster" Target="/ppt/notesMasters/notesMaster1.xml" Id="Rb6cb32ad13524bf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41ea92912da429f" /><Relationship Type="http://schemas.openxmlformats.org/officeDocument/2006/relationships/notesMaster" Target="/ppt/notesMasters/notesMaster1.xml" Id="R0e2af5f3cb82472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95b584a90cc425e" /><Relationship Type="http://schemas.openxmlformats.org/officeDocument/2006/relationships/notesMaster" Target="/ppt/notesMasters/notesMaster1.xml" Id="R49b64e78109a44e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e81d35d187d4553" /><Relationship Type="http://schemas.openxmlformats.org/officeDocument/2006/relationships/notesMaster" Target="/ppt/notesMasters/notesMaster1.xml" Id="R3fa56c637ffa4bc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f1010dac84f4697" /><Relationship Type="http://schemas.openxmlformats.org/officeDocument/2006/relationships/notesMaster" Target="/ppt/notesMasters/notesMaster1.xml" Id="Rec39076567524ba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96f021570b4499b" /><Relationship Type="http://schemas.openxmlformats.org/officeDocument/2006/relationships/notesMaster" Target="/ppt/notesMasters/notesMaster1.xml" Id="R5d42bd093026451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3e4fc6e5b93433d" /><Relationship Type="http://schemas.openxmlformats.org/officeDocument/2006/relationships/notesMaster" Target="/ppt/notesMasters/notesMaster1.xml" Id="Rb5cc15531f4e4dc7"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38c7725d9074251" /><Relationship Type="http://schemas.openxmlformats.org/officeDocument/2006/relationships/notesMaster" Target="/ppt/notesMasters/notesMaster1.xml" Id="Rd5a2e225139f435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8cfb537433d4430" /><Relationship Type="http://schemas.openxmlformats.org/officeDocument/2006/relationships/notesMaster" Target="/ppt/notesMasters/notesMaster1.xml" Id="Ra63c3593e67c438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056f35dab044e30" /><Relationship Type="http://schemas.openxmlformats.org/officeDocument/2006/relationships/notesMaster" Target="/ppt/notesMasters/notesMaster1.xml" Id="R33d9042564af486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496fc028e2a4541" /><Relationship Type="http://schemas.openxmlformats.org/officeDocument/2006/relationships/notesMaster" Target="/ppt/notesMasters/notesMaster1.xml" Id="R22602f98b563410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5e163ead51348fc" /><Relationship Type="http://schemas.openxmlformats.org/officeDocument/2006/relationships/notesMaster" Target="/ppt/notesMasters/notesMaster1.xml" Id="Re9ff626d646c47d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432e311870041f2" /><Relationship Type="http://schemas.openxmlformats.org/officeDocument/2006/relationships/notesMaster" Target="/ppt/notesMasters/notesMaster1.xml" Id="R1e8ea4ac8143467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ea00d44df82d44fa" /><Relationship Type="http://schemas.openxmlformats.org/officeDocument/2006/relationships/notesMaster" Target="/ppt/notesMasters/notesMaster1.xml" Id="R0c74d98025ef492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9edeaf8c326c43ad" /><Relationship Type="http://schemas.openxmlformats.org/officeDocument/2006/relationships/notesMaster" Target="/ppt/notesMasters/notesMaster1.xml" Id="Re361cd2c3977421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a1cd69ce49841cd" /><Relationship Type="http://schemas.openxmlformats.org/officeDocument/2006/relationships/notesMaster" Target="/ppt/notesMasters/notesMaster1.xml" Id="Rb2559b1207f24b7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5df6170a1fe4656" /><Relationship Type="http://schemas.openxmlformats.org/officeDocument/2006/relationships/notesMaster" Target="/ppt/notesMasters/notesMaster1.xml" Id="R85d4b99209c9407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1f664fdd3ba48de" /><Relationship Type="http://schemas.openxmlformats.org/officeDocument/2006/relationships/notesMaster" Target="/ppt/notesMasters/notesMaster1.xml" Id="R3642c6d206c64f1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4d297206c364874" /><Relationship Type="http://schemas.openxmlformats.org/officeDocument/2006/relationships/notesMaster" Target="/ppt/notesMasters/notesMaster1.xml" Id="R3e7fe0db0591442f"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71b8f7cb25a4930" /><Relationship Type="http://schemas.openxmlformats.org/officeDocument/2006/relationships/notesMaster" Target="/ppt/notesMasters/notesMaster1.xml" Id="Raacaa72333834fd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bc00d50f15842a7" /><Relationship Type="http://schemas.openxmlformats.org/officeDocument/2006/relationships/notesMaster" Target="/ppt/notesMasters/notesMaster1.xml" Id="Rd2a9a7ca0bda497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d6a9b527e3845d0" /><Relationship Type="http://schemas.openxmlformats.org/officeDocument/2006/relationships/notesMaster" Target="/ppt/notesMasters/notesMaster1.xml" Id="R08b35db09f9f44c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0fef104ece249db" /><Relationship Type="http://schemas.openxmlformats.org/officeDocument/2006/relationships/notesMaster" Target="/ppt/notesMasters/notesMaster1.xml" Id="R4489146513704e4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de08701a508b41c6" /><Relationship Type="http://schemas.openxmlformats.org/officeDocument/2006/relationships/notesMaster" Target="/ppt/notesMasters/notesMaster1.xml" Id="R35477542709845ec"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07f013ca58d4501" /><Relationship Type="http://schemas.openxmlformats.org/officeDocument/2006/relationships/notesMaster" Target="/ppt/notesMasters/notesMaster1.xml" Id="Rfcf0c1ae963548cb"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12c5e77a68246e7" /><Relationship Type="http://schemas.openxmlformats.org/officeDocument/2006/relationships/notesMaster" Target="/ppt/notesMasters/notesMaster1.xml" Id="R904b448e2ec64f52"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3de0392b03e4043" /><Relationship Type="http://schemas.openxmlformats.org/officeDocument/2006/relationships/notesMaster" Target="/ppt/notesMasters/notesMaster1.xml" Id="R1ab353a82ce8430b"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9815913e6ebe4610" /><Relationship Type="http://schemas.openxmlformats.org/officeDocument/2006/relationships/notesMaster" Target="/ppt/notesMasters/notesMaster1.xml" Id="R538a356353874657"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35e2629678c4b08" /><Relationship Type="http://schemas.openxmlformats.org/officeDocument/2006/relationships/notesMaster" Target="/ppt/notesMasters/notesMaster1.xml" Id="Rc58f1683171f45f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15689cdfacc24e23" /><Relationship Type="http://schemas.openxmlformats.org/officeDocument/2006/relationships/notesMaster" Target="/ppt/notesMasters/notesMaster1.xml" Id="Rd97d2b4f32df4539"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1cfa25e48ec4b9b" /><Relationship Type="http://schemas.openxmlformats.org/officeDocument/2006/relationships/notesMaster" Target="/ppt/notesMasters/notesMaster1.xml" Id="R68b7a6bab0364fa7"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d51d214946764f2a" /><Relationship Type="http://schemas.openxmlformats.org/officeDocument/2006/relationships/notesMaster" Target="/ppt/notesMasters/notesMaster1.xml" Id="R30a78c801d61443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6bbbb40a2a1d4668" /><Relationship Type="http://schemas.openxmlformats.org/officeDocument/2006/relationships/notesMaster" Target="/ppt/notesMasters/notesMaster1.xml" Id="R9a48370faee14c44"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c57787ea4314da1" /><Relationship Type="http://schemas.openxmlformats.org/officeDocument/2006/relationships/notesMaster" Target="/ppt/notesMasters/notesMaster1.xml" Id="R6aab210833324a3e"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fa491f099ceb4ad7" /><Relationship Type="http://schemas.openxmlformats.org/officeDocument/2006/relationships/notesMaster" Target="/ppt/notesMasters/notesMaster1.xml" Id="Raf9a7810b0ea4c4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3d4b24d94e64274" /><Relationship Type="http://schemas.openxmlformats.org/officeDocument/2006/relationships/notesMaster" Target="/ppt/notesMasters/notesMaster1.xml" Id="R1f1263201bc548c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cf8a7add25f549f4" /><Relationship Type="http://schemas.openxmlformats.org/officeDocument/2006/relationships/notesMaster" Target="/ppt/notesMasters/notesMaster1.xml" Id="R19763ea7ca5c41a5"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2ff8765918984032" /><Relationship Type="http://schemas.openxmlformats.org/officeDocument/2006/relationships/notesMaster" Target="/ppt/notesMasters/notesMaster1.xml" Id="Rde691fdd98ed47b2"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4800a3290a447dd" /><Relationship Type="http://schemas.openxmlformats.org/officeDocument/2006/relationships/notesMaster" Target="/ppt/notesMasters/notesMaster1.xml" Id="Rb8a604b7b18043c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4952fbc202e4c15" /><Relationship Type="http://schemas.openxmlformats.org/officeDocument/2006/relationships/notesMaster" Target="/ppt/notesMasters/notesMaster1.xml" Id="R998f77a021bb4e02"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0b56eedacbe34d1e" /><Relationship Type="http://schemas.openxmlformats.org/officeDocument/2006/relationships/notesMaster" Target="/ppt/notesMasters/notesMaster1.xml" Id="R0e19ff69e19b4aa7"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5d3c1ada422d4001" /><Relationship Type="http://schemas.openxmlformats.org/officeDocument/2006/relationships/notesMaster" Target="/ppt/notesMasters/notesMaster1.xml" Id="R83d2884f5eb74110"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b3d3ccc1582e499e" /><Relationship Type="http://schemas.openxmlformats.org/officeDocument/2006/relationships/notesMaster" Target="/ppt/notesMasters/notesMaster1.xml" Id="R26293ed3bca348ed"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11ea79efd3104bc6" /><Relationship Type="http://schemas.openxmlformats.org/officeDocument/2006/relationships/notesMaster" Target="/ppt/notesMasters/notesMaster1.xml" Id="R171095e27d2443d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0ee9aa8e24534edf" /><Relationship Type="http://schemas.openxmlformats.org/officeDocument/2006/relationships/notesMaster" Target="/ppt/notesMasters/notesMaster1.xml" Id="R11853a9c70b746d1"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3b471d8fb3604190" /><Relationship Type="http://schemas.openxmlformats.org/officeDocument/2006/relationships/notesMaster" Target="/ppt/notesMasters/notesMaster1.xml" Id="Rff61931577a54543"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c00e18148d5d405f" /><Relationship Type="http://schemas.openxmlformats.org/officeDocument/2006/relationships/notesMaster" Target="/ppt/notesMasters/notesMaster1.xml" Id="Rc1c0a90e2ff74f2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9132374e6bfd4769" /><Relationship Type="http://schemas.openxmlformats.org/officeDocument/2006/relationships/notesMaster" Target="/ppt/notesMasters/notesMaster1.xml" Id="Raf7550934aa44905"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f7f6e478d3f245e9" /><Relationship Type="http://schemas.openxmlformats.org/officeDocument/2006/relationships/notesMaster" Target="/ppt/notesMasters/notesMaster1.xml" Id="Re642e7c158dd454e"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87b6c71678ee4ed0" /><Relationship Type="http://schemas.openxmlformats.org/officeDocument/2006/relationships/notesMaster" Target="/ppt/notesMasters/notesMaster1.xml" Id="R5dfb0db5ad184797"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29b43afd92264e2e" /><Relationship Type="http://schemas.openxmlformats.org/officeDocument/2006/relationships/notesMaster" Target="/ppt/notesMasters/notesMaster1.xml" Id="R462aab97580242a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16ae51664b064877" /><Relationship Type="http://schemas.openxmlformats.org/officeDocument/2006/relationships/notesMaster" Target="/ppt/notesMasters/notesMaster1.xml" Id="R66ab6cfbd3b346bd"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eccdd758987041ee" /><Relationship Type="http://schemas.openxmlformats.org/officeDocument/2006/relationships/notesMaster" Target="/ppt/notesMasters/notesMaster1.xml" Id="R0db6e2a652164526"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c898f19d943f4190" /><Relationship Type="http://schemas.openxmlformats.org/officeDocument/2006/relationships/notesMaster" Target="/ppt/notesMasters/notesMaster1.xml" Id="R8162d1f0f64a4cb2"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a4268b7307754f3a" /><Relationship Type="http://schemas.openxmlformats.org/officeDocument/2006/relationships/notesMaster" Target="/ppt/notesMasters/notesMaster1.xml" Id="R2b1a23f4221d4524"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255ebcc64054263" /><Relationship Type="http://schemas.openxmlformats.org/officeDocument/2006/relationships/notesMaster" Target="/ppt/notesMasters/notesMaster1.xml" Id="R3275f905a2ee4e5f"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6f27327229cf4850" /><Relationship Type="http://schemas.openxmlformats.org/officeDocument/2006/relationships/notesMaster" Target="/ppt/notesMasters/notesMaster1.xml" Id="R03510d49dd2c4fe2"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c5ec3d4c57dd47a9" /><Relationship Type="http://schemas.openxmlformats.org/officeDocument/2006/relationships/notesMaster" Target="/ppt/notesMasters/notesMaster1.xml" Id="R26df940b3d2b43c0"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73ec134e7df54090" /><Relationship Type="http://schemas.openxmlformats.org/officeDocument/2006/relationships/notesMaster" Target="/ppt/notesMasters/notesMaster1.xml" Id="Rba83c9e05a294c52"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01349a273794d38" /><Relationship Type="http://schemas.openxmlformats.org/officeDocument/2006/relationships/notesMaster" Target="/ppt/notesMasters/notesMaster1.xml" Id="R22ddae9e0f8443e1"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d71b06a8280a4647" /><Relationship Type="http://schemas.openxmlformats.org/officeDocument/2006/relationships/notesMaster" Target="/ppt/notesMasters/notesMaster1.xml" Id="Rccb500e430034385"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0bcb4f335f694921" /><Relationship Type="http://schemas.openxmlformats.org/officeDocument/2006/relationships/notesMaster" Target="/ppt/notesMasters/notesMaster1.xml" Id="R03a618ed86cf4130"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9a490b1633f84361" /><Relationship Type="http://schemas.openxmlformats.org/officeDocument/2006/relationships/notesMaster" Target="/ppt/notesMasters/notesMaster1.xml" Id="R38c1153bac5e4a35"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e4eab89bdf44461b" /><Relationship Type="http://schemas.openxmlformats.org/officeDocument/2006/relationships/notesMaster" Target="/ppt/notesMasters/notesMaster1.xml" Id="Rb89e2ce1d27346c6"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eb1541e65dbb4272" /><Relationship Type="http://schemas.openxmlformats.org/officeDocument/2006/relationships/notesMaster" Target="/ppt/notesMasters/notesMaster1.xml" Id="R397572f9ce35462d"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8d3603206c914da2" /><Relationship Type="http://schemas.openxmlformats.org/officeDocument/2006/relationships/notesMaster" Target="/ppt/notesMasters/notesMaster1.xml" Id="R9a75c9b3c70e45a0"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5b10d7277d8a4d16" /><Relationship Type="http://schemas.openxmlformats.org/officeDocument/2006/relationships/notesMaster" Target="/ppt/notesMasters/notesMaster1.xml" Id="Rb3a0cc18aa6b45bd"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480c5b5100f34af3" /><Relationship Type="http://schemas.openxmlformats.org/officeDocument/2006/relationships/notesMaster" Target="/ppt/notesMasters/notesMaster1.xml" Id="R0de7f722e1e746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a7f739b275543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75f6c9a1db4c6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bf1bd4c92b43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4fe77f87f0140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f4d5e35df7e48a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33ab1a6df54b2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3F9414-C128-40D0-8340-79AD8415B6E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30ADAD-0C58-4A15-A440-C1ABD21AC0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E67680-8340-4F9D-9E34-5906C1C554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44AB21-2491-4C9E-891D-B2B2F44548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0A8D941-83AB-4892-B530-3CE2346AD6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21B3D6-2AA6-4E9E-890F-D94F02EB1D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02F391-5645-43D9-929A-D076021B566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4BA2BF-EE6E-4A6B-B459-B7D88F642E6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6CE801-FC86-48B2-B65F-0A11907ACE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07A9B0-E68F-4B80-9395-5132BA5503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93aab4d41f426f" /><Relationship Type="http://schemas.openxmlformats.org/officeDocument/2006/relationships/slideLayout" Target="/ppt/slideLayouts/slideLayout1.xml" Id="R7267b440fd16482a" /><Relationship Type="http://schemas.openxmlformats.org/officeDocument/2006/relationships/slideLayout" Target="/ppt/slideLayouts/slideLayout2.xml" Id="Rc196fc19b41a4b6e" /><Relationship Type="http://schemas.openxmlformats.org/officeDocument/2006/relationships/slideLayout" Target="/ppt/slideLayouts/slideLayout3.xml" Id="Rfd150a8b50144f4e" /><Relationship Type="http://schemas.openxmlformats.org/officeDocument/2006/relationships/slideLayout" Target="/ppt/slideLayouts/slideLayout4.xml" Id="R580032d265d54ba5" /><Relationship Type="http://schemas.openxmlformats.org/officeDocument/2006/relationships/slideLayout" Target="/ppt/slideLayouts/slideLayout5.xml" Id="Radaed1c9715543b1" /><Relationship Type="http://schemas.openxmlformats.org/officeDocument/2006/relationships/slideLayout" Target="/ppt/slideLayouts/slideLayout6.xml" Id="Rd93a366922c947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67b440fd16482a"/>
    <p:sldLayoutId xmlns:r="http://schemas.openxmlformats.org/officeDocument/2006/relationships" id="2147483650" r:id="Rc196fc19b41a4b6e"/>
    <p:sldLayoutId xmlns:r="http://schemas.openxmlformats.org/officeDocument/2006/relationships" id="2147483651" r:id="Rfd150a8b50144f4e"/>
    <p:sldLayoutId xmlns:r="http://schemas.openxmlformats.org/officeDocument/2006/relationships" id="2147483652" r:id="R580032d265d54ba5"/>
    <p:sldLayoutId xmlns:r="http://schemas.openxmlformats.org/officeDocument/2006/relationships" id="2147483653" r:id="Radaed1c9715543b1"/>
    <p:sldLayoutId xmlns:r="http://schemas.openxmlformats.org/officeDocument/2006/relationships" id="2147483654" r:id="Rd93a366922c947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f63405ce1a4278" /><Relationship Type="http://schemas.openxmlformats.org/officeDocument/2006/relationships/notesSlide" Target="/ppt/notesSlides/notesSlide1.xml" Id="Rb5e184d94a6a4e7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5f45892e49487a" /><Relationship Type="http://schemas.openxmlformats.org/officeDocument/2006/relationships/notesSlide" Target="/ppt/notesSlides/notesSlide2.xml" Id="R531ec15e1e8a47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2e7214f1f2f424e" /><Relationship Type="http://schemas.openxmlformats.org/officeDocument/2006/relationships/notesSlide" Target="/ppt/notesSlides/notesSlide3.xml" Id="Rc2609f9cad6c4e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42f7a66f6e346fe" /><Relationship Type="http://schemas.openxmlformats.org/officeDocument/2006/relationships/notesSlide" Target="/ppt/notesSlides/notesSlide4.xml" Id="R16a75c7051484b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915b245d7fe4e00" /><Relationship Type="http://schemas.openxmlformats.org/officeDocument/2006/relationships/notesSlide" Target="/ppt/notesSlides/notesSlide5.xml" Id="R5eb2d779397844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423a25de5ee486f" /><Relationship Type="http://schemas.openxmlformats.org/officeDocument/2006/relationships/notesSlide" Target="/ppt/notesSlides/notesSlide6.xml" Id="R4948b5474e2c4b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310eed21a294621" /><Relationship Type="http://schemas.openxmlformats.org/officeDocument/2006/relationships/notesSlide" Target="/ppt/notesSlides/notesSlide7.xml" Id="Rbadf0f5e04d74c6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05cf42eec3944e4" /><Relationship Type="http://schemas.openxmlformats.org/officeDocument/2006/relationships/notesSlide" Target="/ppt/notesSlides/notesSlide8.xml" Id="Rb817c595d84e4e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e9fbcd24d0a4537" /><Relationship Type="http://schemas.openxmlformats.org/officeDocument/2006/relationships/notesSlide" Target="/ppt/notesSlides/notesSlide9.xml" Id="R75ebcf6da68e4a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0716065a8d243be" /><Relationship Type="http://schemas.openxmlformats.org/officeDocument/2006/relationships/notesSlide" Target="/ppt/notesSlides/notesSlide10.xml" Id="R31a9bda16e2f44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92a79892ab44f0" /><Relationship Type="http://schemas.openxmlformats.org/officeDocument/2006/relationships/notesSlide" Target="/ppt/notesSlides/notesSlide11.xml" Id="R2b584bcb06f04b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43cc6275e5e4ec9" /><Relationship Type="http://schemas.openxmlformats.org/officeDocument/2006/relationships/notesSlide" Target="/ppt/notesSlides/notesSlide12.xml" Id="R2b01bb10de974c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337a48a326f4cf2" /><Relationship Type="http://schemas.openxmlformats.org/officeDocument/2006/relationships/notesSlide" Target="/ppt/notesSlides/notesSlide13.xml" Id="R6193b1d2779748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b395e9923f44068" /><Relationship Type="http://schemas.openxmlformats.org/officeDocument/2006/relationships/notesSlide" Target="/ppt/notesSlides/notesSlide14.xml" Id="R51144a512c9844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acb6d4a56ba4382" /><Relationship Type="http://schemas.openxmlformats.org/officeDocument/2006/relationships/notesSlide" Target="/ppt/notesSlides/notesSlide15.xml" Id="R9719b2f722eb47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44c759351eb406c" /><Relationship Type="http://schemas.openxmlformats.org/officeDocument/2006/relationships/notesSlide" Target="/ppt/notesSlides/notesSlide16.xml" Id="Rf0512b7663d2407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8c5826abecf4cb3" /><Relationship Type="http://schemas.openxmlformats.org/officeDocument/2006/relationships/notesSlide" Target="/ppt/notesSlides/notesSlide17.xml" Id="Rbd2e6518ec9a423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0680abea5974ddd" /><Relationship Type="http://schemas.openxmlformats.org/officeDocument/2006/relationships/notesSlide" Target="/ppt/notesSlides/notesSlide18.xml" Id="R884ece9d213e46d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ddd9faa81974517" /><Relationship Type="http://schemas.openxmlformats.org/officeDocument/2006/relationships/notesSlide" Target="/ppt/notesSlides/notesSlide19.xml" Id="Rdcdcd8373bb841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43f9651be4b409c" /><Relationship Type="http://schemas.openxmlformats.org/officeDocument/2006/relationships/notesSlide" Target="/ppt/notesSlides/notesSlide20.xml" Id="R23888ea329bb4b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68c38e289284d2c" /><Relationship Type="http://schemas.openxmlformats.org/officeDocument/2006/relationships/notesSlide" Target="/ppt/notesSlides/notesSlide21.xml" Id="Rc4c215916bb04e1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322a8900665c4cc1" /><Relationship Type="http://schemas.openxmlformats.org/officeDocument/2006/relationships/notesSlide" Target="/ppt/notesSlides/notesSlide22.xml" Id="R1a087be0550b459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944eeedcae94697" /><Relationship Type="http://schemas.openxmlformats.org/officeDocument/2006/relationships/notesSlide" Target="/ppt/notesSlides/notesSlide23.xml" Id="R8921aa794ee940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77857fba7be4721" /><Relationship Type="http://schemas.openxmlformats.org/officeDocument/2006/relationships/notesSlide" Target="/ppt/notesSlides/notesSlide24.xml" Id="R3f4c87600e6e42e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0acb32296494a8e" /><Relationship Type="http://schemas.openxmlformats.org/officeDocument/2006/relationships/notesSlide" Target="/ppt/notesSlides/notesSlide25.xml" Id="R421593c5213a4eb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e6d3e1da0994076" /><Relationship Type="http://schemas.openxmlformats.org/officeDocument/2006/relationships/notesSlide" Target="/ppt/notesSlides/notesSlide26.xml" Id="Rfa55d6d6e399463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e7ab61050ab4c7d" /><Relationship Type="http://schemas.openxmlformats.org/officeDocument/2006/relationships/notesSlide" Target="/ppt/notesSlides/notesSlide27.xml" Id="R29f5e7f1042e4f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3e4e50570ea410a" /><Relationship Type="http://schemas.openxmlformats.org/officeDocument/2006/relationships/notesSlide" Target="/ppt/notesSlides/notesSlide28.xml" Id="Rf24ae3c6b2cc4f5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f3fff94bac77444a" /><Relationship Type="http://schemas.openxmlformats.org/officeDocument/2006/relationships/notesSlide" Target="/ppt/notesSlides/notesSlide29.xml" Id="R279f4bab135d4b2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a43d96b442494b2d" /><Relationship Type="http://schemas.openxmlformats.org/officeDocument/2006/relationships/notesSlide" Target="/ppt/notesSlides/notesSlide30.xml" Id="Rf9febc00ddb44a8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4f69fb1b0b104ccf" /><Relationship Type="http://schemas.openxmlformats.org/officeDocument/2006/relationships/notesSlide" Target="/ppt/notesSlides/notesSlide31.xml" Id="R710330e8801448f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868265b824d4cb2" /><Relationship Type="http://schemas.openxmlformats.org/officeDocument/2006/relationships/notesSlide" Target="/ppt/notesSlides/notesSlide32.xml" Id="R89e8dd654a3c490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e78bb524448e4f54" /><Relationship Type="http://schemas.openxmlformats.org/officeDocument/2006/relationships/notesSlide" Target="/ppt/notesSlides/notesSlide33.xml" Id="Rbf96e5ad5f424cb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152cb40f685c4fa5" /><Relationship Type="http://schemas.openxmlformats.org/officeDocument/2006/relationships/notesSlide" Target="/ppt/notesSlides/notesSlide34.xml" Id="Rc433ccd61fcb4d8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7123fc1d11384ffb" /><Relationship Type="http://schemas.openxmlformats.org/officeDocument/2006/relationships/notesSlide" Target="/ppt/notesSlides/notesSlide35.xml" Id="R77f0701260a344a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9c30bdf7c0343c1" /><Relationship Type="http://schemas.openxmlformats.org/officeDocument/2006/relationships/notesSlide" Target="/ppt/notesSlides/notesSlide36.xml" Id="R975738e155dd4a9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a3940b0cc9624c90" /><Relationship Type="http://schemas.openxmlformats.org/officeDocument/2006/relationships/notesSlide" Target="/ppt/notesSlides/notesSlide37.xml" Id="Rd804ba59d40e44b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12e2800106d341fa" /><Relationship Type="http://schemas.openxmlformats.org/officeDocument/2006/relationships/notesSlide" Target="/ppt/notesSlides/notesSlide38.xml" Id="R5e95252b97e54eda"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46970cb2af74c25" /><Relationship Type="http://schemas.openxmlformats.org/officeDocument/2006/relationships/notesSlide" Target="/ppt/notesSlides/notesSlide39.xml" Id="R60ceed57f5e24ea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f394b5a51f1f4253" /><Relationship Type="http://schemas.openxmlformats.org/officeDocument/2006/relationships/notesSlide" Target="/ppt/notesSlides/notesSlide40.xml" Id="R3e5984ebccf14aa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688c51cd1754ff2" /><Relationship Type="http://schemas.openxmlformats.org/officeDocument/2006/relationships/notesSlide" Target="/ppt/notesSlides/notesSlide41.xml" Id="Rea754c4b0308461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c82ac3cbbdd545c7" /><Relationship Type="http://schemas.openxmlformats.org/officeDocument/2006/relationships/notesSlide" Target="/ppt/notesSlides/notesSlide42.xml" Id="Rce4da76f99af412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bd691fbaf804dd7" /><Relationship Type="http://schemas.openxmlformats.org/officeDocument/2006/relationships/notesSlide" Target="/ppt/notesSlides/notesSlide43.xml" Id="R2ef7c2a2c616492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0a204122b6e3482b" /><Relationship Type="http://schemas.openxmlformats.org/officeDocument/2006/relationships/notesSlide" Target="/ppt/notesSlides/notesSlide44.xml" Id="R80c9f1db3511443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747883de70904579" /><Relationship Type="http://schemas.openxmlformats.org/officeDocument/2006/relationships/notesSlide" Target="/ppt/notesSlides/notesSlide45.xml" Id="Rcc8d4f71e181469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84a76b3bd31e4363" /><Relationship Type="http://schemas.openxmlformats.org/officeDocument/2006/relationships/notesSlide" Target="/ppt/notesSlides/notesSlide46.xml" Id="Rc741d76508a1450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d090b39cfd149ee" /><Relationship Type="http://schemas.openxmlformats.org/officeDocument/2006/relationships/notesSlide" Target="/ppt/notesSlides/notesSlide47.xml" Id="R938b8c1d07fd400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d590b2ead0064e7f" /><Relationship Type="http://schemas.openxmlformats.org/officeDocument/2006/relationships/notesSlide" Target="/ppt/notesSlides/notesSlide48.xml" Id="R81082b05e8d04309"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6518996f0844902" /><Relationship Type="http://schemas.openxmlformats.org/officeDocument/2006/relationships/notesSlide" Target="/ppt/notesSlides/notesSlide49.xml" Id="R2a53c6899dcf44c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2207ed863a974d34" /><Relationship Type="http://schemas.openxmlformats.org/officeDocument/2006/relationships/notesSlide" Target="/ppt/notesSlides/notesSlide50.xml" Id="Rbc6742e3b782498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b45f02dd52d41c1" /><Relationship Type="http://schemas.openxmlformats.org/officeDocument/2006/relationships/notesSlide" Target="/ppt/notesSlides/notesSlide51.xml" Id="R39d6ddec2f9e454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fcc4da68d6bb4744" /><Relationship Type="http://schemas.openxmlformats.org/officeDocument/2006/relationships/notesSlide" Target="/ppt/notesSlides/notesSlide52.xml" Id="Rfeae7dec92e4476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32be19038b544b0e" /><Relationship Type="http://schemas.openxmlformats.org/officeDocument/2006/relationships/notesSlide" Target="/ppt/notesSlides/notesSlide53.xml" Id="R5d746abbd159441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5b311a3e05594bf5" /><Relationship Type="http://schemas.openxmlformats.org/officeDocument/2006/relationships/notesSlide" Target="/ppt/notesSlides/notesSlide54.xml" Id="Rc41daecedc4b4bd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33c304aaa2fa47dd" /><Relationship Type="http://schemas.openxmlformats.org/officeDocument/2006/relationships/notesSlide" Target="/ppt/notesSlides/notesSlide55.xml" Id="R412503794d744309"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b2d715be49914264" /><Relationship Type="http://schemas.openxmlformats.org/officeDocument/2006/relationships/notesSlide" Target="/ppt/notesSlides/notesSlide56.xml" Id="R56a8934197a0410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84f80e11b23641e8" /><Relationship Type="http://schemas.openxmlformats.org/officeDocument/2006/relationships/notesSlide" Target="/ppt/notesSlides/notesSlide57.xml" Id="Rf5a8de4e46f44a7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5393e6280c5d4018" /><Relationship Type="http://schemas.openxmlformats.org/officeDocument/2006/relationships/notesSlide" Target="/ppt/notesSlides/notesSlide58.xml" Id="R02064accc4e8422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4bb5370280a44b54" /><Relationship Type="http://schemas.openxmlformats.org/officeDocument/2006/relationships/notesSlide" Target="/ppt/notesSlides/notesSlide59.xml" Id="R3653c2f667104a8c"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a4beddb2564f43d7" /><Relationship Type="http://schemas.openxmlformats.org/officeDocument/2006/relationships/notesSlide" Target="/ppt/notesSlides/notesSlide60.xml" Id="R263e1534cb0e4c9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209ddfeaf1dd4a3a" /><Relationship Type="http://schemas.openxmlformats.org/officeDocument/2006/relationships/notesSlide" Target="/ppt/notesSlides/notesSlide61.xml" Id="Re1a685c8c5cc4d1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dc0b72a9afba457d" /><Relationship Type="http://schemas.openxmlformats.org/officeDocument/2006/relationships/notesSlide" Target="/ppt/notesSlides/notesSlide62.xml" Id="Rf8b6c23c542d403a"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9e4c6d80100a4aa5" /><Relationship Type="http://schemas.openxmlformats.org/officeDocument/2006/relationships/notesSlide" Target="/ppt/notesSlides/notesSlide63.xml" Id="R7bb4956b0d674ad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37352ea34ef549cc" /><Relationship Type="http://schemas.openxmlformats.org/officeDocument/2006/relationships/notesSlide" Target="/ppt/notesSlides/notesSlide64.xml" Id="R0407cc7d9e0f4acf"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47f418dfdba34ba3" /><Relationship Type="http://schemas.openxmlformats.org/officeDocument/2006/relationships/notesSlide" Target="/ppt/notesSlides/notesSlide65.xml" Id="Reb6b3a90df7f4a4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86ac7ae0a0844c5e" /><Relationship Type="http://schemas.openxmlformats.org/officeDocument/2006/relationships/notesSlide" Target="/ppt/notesSlides/notesSlide66.xml" Id="R7598f1e8a4884d1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8289474f84054f8c" /><Relationship Type="http://schemas.openxmlformats.org/officeDocument/2006/relationships/notesSlide" Target="/ppt/notesSlides/notesSlide67.xml" Id="R2b59b2d791e644c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2409692511004775" /><Relationship Type="http://schemas.openxmlformats.org/officeDocument/2006/relationships/notesSlide" Target="/ppt/notesSlides/notesSlide68.xml" Id="R6d1367d771394ea6"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b7ae035c1aeb4670" /><Relationship Type="http://schemas.openxmlformats.org/officeDocument/2006/relationships/notesSlide" Target="/ppt/notesSlides/notesSlide69.xml" Id="R8acde2aee9c84e22"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9d1542cdff3648e2" /><Relationship Type="http://schemas.openxmlformats.org/officeDocument/2006/relationships/notesSlide" Target="/ppt/notesSlides/notesSlide70.xml" Id="R320a05529195442d"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d95670d135da49ef" /><Relationship Type="http://schemas.openxmlformats.org/officeDocument/2006/relationships/notesSlide" Target="/ppt/notesSlides/notesSlide71.xml" Id="Re73de5679f3d4c77"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037d33037fc34386" /><Relationship Type="http://schemas.openxmlformats.org/officeDocument/2006/relationships/notesSlide" Target="/ppt/notesSlides/notesSlide72.xml" Id="Re99335ed3723459e"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10587b1efd414050" /><Relationship Type="http://schemas.openxmlformats.org/officeDocument/2006/relationships/notesSlide" Target="/ppt/notesSlides/notesSlide73.xml" Id="Rabb94c35c83c47e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5d9014c4e73c4d67" /><Relationship Type="http://schemas.openxmlformats.org/officeDocument/2006/relationships/notesSlide" Target="/ppt/notesSlides/notesSlide74.xml" Id="Rd0f20eadcbc14f4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80105c213d064494" /><Relationship Type="http://schemas.openxmlformats.org/officeDocument/2006/relationships/notesSlide" Target="/ppt/notesSlides/notesSlide75.xml" Id="R4d2d6d2605104208"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70538f1b3e394ab4" /><Relationship Type="http://schemas.openxmlformats.org/officeDocument/2006/relationships/notesSlide" Target="/ppt/notesSlides/notesSlide76.xml" Id="R82f75e37aba040fd"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001b5e8cea534c8a" /><Relationship Type="http://schemas.openxmlformats.org/officeDocument/2006/relationships/notesSlide" Target="/ppt/notesSlides/notesSlide77.xml" Id="Rdf90048711ad4d57"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8c0ee5266fed4a27" /><Relationship Type="http://schemas.openxmlformats.org/officeDocument/2006/relationships/notesSlide" Target="/ppt/notesSlides/notesSlide78.xml" Id="Rce19a4c12248400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a13e7b3e36c04ff0" /><Relationship Type="http://schemas.openxmlformats.org/officeDocument/2006/relationships/notesSlide" Target="/ppt/notesSlides/notesSlide79.xml" Id="R40d4d82408e94b05"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1db013bd640d44ec" /><Relationship Type="http://schemas.openxmlformats.org/officeDocument/2006/relationships/notesSlide" Target="/ppt/notesSlides/notesSlide80.xml" Id="R16389489b5fa420c"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e05478b086084a83" /><Relationship Type="http://schemas.openxmlformats.org/officeDocument/2006/relationships/notesSlide" Target="/ppt/notesSlides/notesSlide81.xml" Id="R9fc287194df942aa"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a5081b0bc3364c5a" /><Relationship Type="http://schemas.openxmlformats.org/officeDocument/2006/relationships/notesSlide" Target="/ppt/notesSlides/notesSlide82.xml" Id="Rbc0fc9b3b58d41a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255239766c844096" /><Relationship Type="http://schemas.openxmlformats.org/officeDocument/2006/relationships/notesSlide" Target="/ppt/notesSlides/notesSlide83.xml" Id="R75bb10af454a4c3b"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ae52081809fd4a77" /><Relationship Type="http://schemas.openxmlformats.org/officeDocument/2006/relationships/notesSlide" Target="/ppt/notesSlides/notesSlide84.xml" Id="R715a795c75934a2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fa22fedcaff3462a" /><Relationship Type="http://schemas.openxmlformats.org/officeDocument/2006/relationships/notesSlide" Target="/ppt/notesSlides/notesSlide85.xml" Id="R4bd220da495c423d"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39e3d1772c404494" /><Relationship Type="http://schemas.openxmlformats.org/officeDocument/2006/relationships/notesSlide" Target="/ppt/notesSlides/notesSlide86.xml" Id="R3792239c3816490d"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3b1d707de7c84672" /><Relationship Type="http://schemas.openxmlformats.org/officeDocument/2006/relationships/notesSlide" Target="/ppt/notesSlides/notesSlide87.xml" Id="Rb3849463fdb64ae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b780237ae0a7443d" /><Relationship Type="http://schemas.openxmlformats.org/officeDocument/2006/relationships/notesSlide" Target="/ppt/notesSlides/notesSlide88.xml" Id="R751540ce2bf84a72"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fd7c104bd19d4616" /><Relationship Type="http://schemas.openxmlformats.org/officeDocument/2006/relationships/notesSlide" Target="/ppt/notesSlides/notesSlide89.xml" Id="R5a14a64037b1488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2768c2ffca964663" /><Relationship Type="http://schemas.openxmlformats.org/officeDocument/2006/relationships/notesSlide" Target="/ppt/notesSlides/notesSlide90.xml" Id="R783dfd57d9344d28"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95c6b840213e42e8" /><Relationship Type="http://schemas.openxmlformats.org/officeDocument/2006/relationships/notesSlide" Target="/ppt/notesSlides/notesSlide91.xml" Id="R2b663b64ece8461b"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9d01eb3ade264342" /><Relationship Type="http://schemas.openxmlformats.org/officeDocument/2006/relationships/notesSlide" Target="/ppt/notesSlides/notesSlide92.xml" Id="R30078e142abb4ed1"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28842064039e4228" /><Relationship Type="http://schemas.openxmlformats.org/officeDocument/2006/relationships/notesSlide" Target="/ppt/notesSlides/notesSlide93.xml" Id="R4f6b5dfdb3dc4c2c"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29f303807823481d" /><Relationship Type="http://schemas.openxmlformats.org/officeDocument/2006/relationships/notesSlide" Target="/ppt/notesSlides/notesSlide94.xml" Id="R1239dc44cf6f481a"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eb3749900c7043ad" /><Relationship Type="http://schemas.openxmlformats.org/officeDocument/2006/relationships/notesSlide" Target="/ppt/notesSlides/notesSlide95.xml" Id="R21ca09dd3dcb44a2"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36bcba58c5f348c7" /><Relationship Type="http://schemas.openxmlformats.org/officeDocument/2006/relationships/notesSlide" Target="/ppt/notesSlides/notesSlide96.xml" Id="R375d421579cc4cce"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af0902b4be4e47cb" /><Relationship Type="http://schemas.openxmlformats.org/officeDocument/2006/relationships/notesSlide" Target="/ppt/notesSlides/notesSlide97.xml" Id="R043611d6769f4ec3"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d3bad08c10f24850" /><Relationship Type="http://schemas.openxmlformats.org/officeDocument/2006/relationships/notesSlide" Target="/ppt/notesSlides/notesSlide98.xml" Id="R70495354b18647dd"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fd15754fced24e5a" /><Relationship Type="http://schemas.openxmlformats.org/officeDocument/2006/relationships/notesSlide" Target="/ppt/notesSlides/notesSlide99.xml" Id="R52eaf2055a434c9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30d553ebfa5e4ce2" /><Relationship Type="http://schemas.openxmlformats.org/officeDocument/2006/relationships/notesSlide" Target="/ppt/notesSlides/notesSlide100.xml" Id="Rec496aa8817d43b7"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4d20cddb6d304d98" /><Relationship Type="http://schemas.openxmlformats.org/officeDocument/2006/relationships/notesSlide" Target="/ppt/notesSlides/notesSlide101.xml" Id="Rf645aaf024ed4ee6"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dfa68ccaa2ab41df" /><Relationship Type="http://schemas.openxmlformats.org/officeDocument/2006/relationships/notesSlide" Target="/ppt/notesSlides/notesSlide102.xml" Id="R2ffb559faf5f4484"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e52601946ce649f3" /><Relationship Type="http://schemas.openxmlformats.org/officeDocument/2006/relationships/notesSlide" Target="/ppt/notesSlides/notesSlide103.xml" Id="R9cc486bd1b104051"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7b02981f60e4452f" /><Relationship Type="http://schemas.openxmlformats.org/officeDocument/2006/relationships/notesSlide" Target="/ppt/notesSlides/notesSlide104.xml" Id="R2b433ed4f0db47b8"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d78050e8bec644fd" /><Relationship Type="http://schemas.openxmlformats.org/officeDocument/2006/relationships/notesSlide" Target="/ppt/notesSlides/notesSlide105.xml" Id="Rc3eb00599c3e47d1"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9319db6ba1df4d08" /><Relationship Type="http://schemas.openxmlformats.org/officeDocument/2006/relationships/notesSlide" Target="/ppt/notesSlides/notesSlide106.xml" Id="Rf64c5672b992429c"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9e21b68278914cbb" /><Relationship Type="http://schemas.openxmlformats.org/officeDocument/2006/relationships/notesSlide" Target="/ppt/notesSlides/notesSlide107.xml" Id="Ra95b01f3c46b425f"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67E210-5461-4F2A-80A6-14F09AFD0688}"/>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458F49-ACD8-4601-8170-7265388B931D}"/>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B8748D51-A58E-4BF5-9E1F-286D84018400}"/>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In-Person IV Skills Lab</a:t>
            </a:r>
          </a:p>
        </p:txBody>
      </p:sp>
      <p:sp>
        <p:nvSpPr>
          <p:cNvPr id="4" name="">
            <a:extLst xmlns:a="http://schemas.openxmlformats.org/drawingml/2006/main">
              <a:ext uri="{FF2B5EF4-FFF2-40B4-BE49-F238E27FC236}">
                <a16:creationId xmlns:a16="http://schemas.microsoft.com/office/drawing/2014/main" id="{EB4D76D8-BDC8-4748-8B8C-012B53ABB6A8}"/>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8  |  30-Hour Basic Intravenous Therapy</a:t>
            </a:r>
          </a:p>
        </p:txBody>
      </p:sp>
      <p:sp>
        <p:nvSpPr>
          <p:cNvPr id="5" name="">
            <a:extLst xmlns:a="http://schemas.openxmlformats.org/drawingml/2006/main">
              <a:ext uri="{FF2B5EF4-FFF2-40B4-BE49-F238E27FC236}">
                <a16:creationId xmlns:a16="http://schemas.microsoft.com/office/drawing/2014/main" id="{6CE66B84-BB30-4CE7-A99A-0EC1D8B66B8D}"/>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810157549"/>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47B589-C072-4458-B0F6-86D80216549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CD1EDE3-818D-49BB-9054-9D49E7DBFB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A6CB0C03-719B-49E1-8ACB-253BC2AA87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9466022-C0C6-4A71-BA98-F87D03DCB4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B18689EB-30CD-47E0-A9BC-1600301EF699}"/>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1747979185"/>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317AE1-7B27-4554-93C7-A19890D25C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6BBFA5-804F-436C-9561-C9B842ED672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47463D21-C212-45B8-80FB-9714FC43F3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74C9A15-D64E-485C-8807-4E3800DE78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0F61F0DF-3084-42AC-B414-70717EBA7E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4F3CB924-DBAD-4185-8F52-34A25B0D52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8974419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01B072-B459-4E92-BE9D-3A40187DEDA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6CFE2A-A0F3-4822-9419-CA2F8EBE6F6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E9D2D636-6093-4859-8B30-D42EBF33EB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0E064AF-5406-4F70-B996-17D9EBF46B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3880A617-58F6-4C26-BF25-9B5B3065288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7D650994-065D-457D-A3B2-1CD6A118E2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29700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09821A-CDEC-4F29-A353-046D46CCB1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E7517E8-C7C1-4770-A027-D2D5FF6AB8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87C469AE-C9F4-4472-A903-9B63ADB4A2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5CC1973-F1C0-479B-9080-4C8E547FFF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60E2FA0-7CC2-475A-9CEC-5B43284F60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D22E1FD4-BDBB-477D-99A3-D2FBC853DD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4963692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BE15C5-5535-4B77-AD0B-8771E10E49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B14378-8C4D-4D49-BFCA-11ED830998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FA24E4A6-EE7D-4F1B-8814-A3715173B1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672EF8E-E0F1-42E6-B5AB-0428D0F011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07C8ABDB-D21D-4F9E-864E-D687E3F2F09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60C5ED4F-D4DB-4136-B5FA-86A7ADC6A38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815356"/>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BB6BF2-4F18-4E3D-8091-DF450A0A10D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D97E4C-6999-4FD9-BF46-A51216ABF59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3E5F6E7F-5324-44D2-9BFF-7DE43C0FEA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3F3AEB5-E884-4560-A909-3E72750A0B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0F67061-2443-4A1D-882A-1DDA584D0B3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F9A97B66-6B98-4EDC-AD63-546ED8E181B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1991753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986D513-F899-41C1-929F-EB60A048B88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44CF8B-7F24-46EA-A332-59FEAA6554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Supervised rotation</a:t>
            </a:r>
          </a:p>
        </p:txBody>
      </p:sp>
      <p:sp>
        <p:nvSpPr>
          <p:cNvPr id="3" name="">
            <a:extLst xmlns:a="http://schemas.openxmlformats.org/drawingml/2006/main">
              <a:ext uri="{FF2B5EF4-FFF2-40B4-BE49-F238E27FC236}">
                <a16:creationId xmlns:a16="http://schemas.microsoft.com/office/drawing/2014/main" id="{D645B958-BAC9-4321-B4BB-AB55C6BD9E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2EF493C-9C37-451B-AEEA-B36194E6D9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3DD6E967-7F28-4628-AF18-30104D20B9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an order and choose the correct labeled fluid and administration set.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Inspect supplies and prime primary/secondary tubing without air.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Identify macrodrip/microdrip drop factors; calculate and set gravity and pump rates.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Trace tubing, label lines, connect needleless systems aseptically, and respond to pump alarms.</a:t>
            </a:r>
          </a:p>
        </p:txBody>
      </p:sp>
      <p:sp>
        <p:nvSpPr>
          <p:cNvPr id="6" name="">
            <a:extLst xmlns:a="http://schemas.openxmlformats.org/drawingml/2006/main">
              <a:ext uri="{FF2B5EF4-FFF2-40B4-BE49-F238E27FC236}">
                <a16:creationId xmlns:a16="http://schemas.microsoft.com/office/drawing/2014/main" id="{5E38214B-42BA-4DC5-B0E3-88E63D7727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8660856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E610A4-D1D6-484C-A7FB-39FF15BB546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938FF1-7F6B-488A-857A-1D28C6F25F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Supervised rotation continued</a:t>
            </a:r>
          </a:p>
        </p:txBody>
      </p:sp>
      <p:sp>
        <p:nvSpPr>
          <p:cNvPr id="3" name="">
            <a:extLst xmlns:a="http://schemas.openxmlformats.org/drawingml/2006/main">
              <a:ext uri="{FF2B5EF4-FFF2-40B4-BE49-F238E27FC236}">
                <a16:creationId xmlns:a16="http://schemas.microsoft.com/office/drawing/2014/main" id="{CA6ECFFF-ED22-4AE6-BBAE-132956D6E3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B881B13-73B6-41D2-925F-4D222F7C29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7353283-06FE-43BE-A80D-1F9FE21F791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Locate and palpate veins on task trainers; select distal sites and appropriate catheter gauge/length.</a:t>
            </a:r>
          </a:p>
        </p:txBody>
      </p:sp>
      <p:sp>
        <p:nvSpPr>
          <p:cNvPr id="6" name="">
            <a:extLst xmlns:a="http://schemas.openxmlformats.org/drawingml/2006/main">
              <a:ext uri="{FF2B5EF4-FFF2-40B4-BE49-F238E27FC236}">
                <a16:creationId xmlns:a16="http://schemas.microsoft.com/office/drawing/2014/main" id="{E394B9F9-BEEC-4BC7-B1ED-53FE9C7C02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98865232"/>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819168-E69C-4C47-8CCE-E9C48CE81F7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98218E-C878-4B18-BBCE-A744EBAD4D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Skills Stations: Fluid, Tubing, Pump, and Vein Selection 1</a:t>
            </a:r>
          </a:p>
        </p:txBody>
      </p:sp>
      <p:sp>
        <p:nvSpPr>
          <p:cNvPr id="3" name="">
            <a:extLst xmlns:a="http://schemas.openxmlformats.org/drawingml/2006/main">
              <a:ext uri="{FF2B5EF4-FFF2-40B4-BE49-F238E27FC236}">
                <a16:creationId xmlns:a16="http://schemas.microsoft.com/office/drawing/2014/main" id="{74BC51F3-ACBE-430F-9898-9175A45181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AF0C22D-E5EB-4649-8730-4DC3B131452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F93FDEF9-E247-4510-999C-B7C0B786D58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receive immediate coaching and repeat any missed critical safety step.</a:t>
            </a:r>
          </a:p>
        </p:txBody>
      </p:sp>
      <p:sp>
        <p:nvSpPr>
          <p:cNvPr id="6" name="">
            <a:extLst xmlns:a="http://schemas.openxmlformats.org/drawingml/2006/main">
              <a:ext uri="{FF2B5EF4-FFF2-40B4-BE49-F238E27FC236}">
                <a16:creationId xmlns:a16="http://schemas.microsoft.com/office/drawing/2014/main" id="{BB00C383-FA91-4712-8766-581900275EC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08585200"/>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11A53BC-5520-45F4-A7DC-75F717C580C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D46D25-1C67-444B-87CF-58FF8183DE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Deliberate Practice: Peripheral IV Insertion and Dressing 1</a:t>
            </a:r>
          </a:p>
        </p:txBody>
      </p:sp>
      <p:sp>
        <p:nvSpPr>
          <p:cNvPr id="3" name="">
            <a:extLst xmlns:a="http://schemas.openxmlformats.org/drawingml/2006/main">
              <a:ext uri="{FF2B5EF4-FFF2-40B4-BE49-F238E27FC236}">
                <a16:creationId xmlns:a16="http://schemas.microsoft.com/office/drawing/2014/main" id="{9D8B498F-03D3-444C-93EB-E65871BCD36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2026471-A9D9-4681-B107-D78B67EB60E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20EC4EF-095C-44A1-BB05-69324C04CAC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Using approved task trainers only, each student practices the full peripheral insertion sequence: verify, explain, gather, hand hygiene/PPE, position, select site/device, tourniquet, antisepsis/drying, insertion/flashback/threading, needle safety, connection, patency check, securement, transparent dressing, labeling, initiation, reassessment, documentation, and safe discontinuation.</a:t>
            </a:r>
          </a:p>
        </p:txBody>
      </p:sp>
      <p:sp>
        <p:nvSpPr>
          <p:cNvPr id="6" name="">
            <a:extLst xmlns:a="http://schemas.openxmlformats.org/drawingml/2006/main">
              <a:ext uri="{FF2B5EF4-FFF2-40B4-BE49-F238E27FC236}">
                <a16:creationId xmlns:a16="http://schemas.microsoft.com/office/drawing/2014/main" id="{2CDFC1B2-D2AD-4EC5-8B07-97DA0AD507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9798666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03BCBA-412B-4EDC-82A1-9BC12900426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1625DA-D101-4915-BBF0-4DFA327D105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Deliberate Practice: Peripheral IV Insertion and Dressing 2</a:t>
            </a:r>
          </a:p>
        </p:txBody>
      </p:sp>
      <p:sp>
        <p:nvSpPr>
          <p:cNvPr id="3" name="">
            <a:extLst xmlns:a="http://schemas.openxmlformats.org/drawingml/2006/main">
              <a:ext uri="{FF2B5EF4-FFF2-40B4-BE49-F238E27FC236}">
                <a16:creationId xmlns:a16="http://schemas.microsoft.com/office/drawing/2014/main" id="{926AB365-6466-4DBA-ABC0-A80130BCF2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3E02EAC-8CED-466B-AEAD-A99597CA5B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5C7D644B-3D85-4781-81FC-56D0D95CB6E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Critical fail examples include wrong patient/order, failure to maintain asepsis, needle reinsertion into catheter, unrecognized arterial/nerve warning, failure to release tourniquet, unsafe sharps handling, forceful flush, or failure to stop for infiltration/extravasation.</a:t>
            </a:r>
          </a:p>
        </p:txBody>
      </p:sp>
      <p:sp>
        <p:nvSpPr>
          <p:cNvPr id="6" name="">
            <a:extLst xmlns:a="http://schemas.openxmlformats.org/drawingml/2006/main">
              <a:ext uri="{FF2B5EF4-FFF2-40B4-BE49-F238E27FC236}">
                <a16:creationId xmlns:a16="http://schemas.microsoft.com/office/drawing/2014/main" id="{EF71C5DC-B374-4CBC-BC4E-3A05FCD3C4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93963960"/>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203C78-A37D-4869-989D-7092416E6E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2DA99E0-FC8C-40B9-B762-6500EC46BB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IV Piggyback, Saline Lock, and Infusion Pump Practice</a:t>
            </a:r>
          </a:p>
        </p:txBody>
      </p:sp>
      <p:sp>
        <p:nvSpPr>
          <p:cNvPr id="3" name="">
            <a:extLst xmlns:a="http://schemas.openxmlformats.org/drawingml/2006/main">
              <a:ext uri="{FF2B5EF4-FFF2-40B4-BE49-F238E27FC236}">
                <a16:creationId xmlns:a16="http://schemas.microsoft.com/office/drawing/2014/main" id="{44C80FE1-4F70-458E-8572-AA15972F73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CAD3213-62DB-41E3-BB50-7DC06CDE868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42A09280-D344-41F6-A27C-72F24A005A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verify the order and label, explain indication/side effects/contraindications, check compatibility, choose and prime the set, assess the site, scrub/connect aseptically, calculate/program the correct rate, initiate secondary therapy with a primary line or saline lock as assigned, apply the appropriate flushing sequence, monitor, respond to alarms/adverse effects, and document.</a:t>
            </a:r>
          </a:p>
        </p:txBody>
      </p:sp>
      <p:sp>
        <p:nvSpPr>
          <p:cNvPr id="6" name="">
            <a:extLst xmlns:a="http://schemas.openxmlformats.org/drawingml/2006/main">
              <a:ext uri="{FF2B5EF4-FFF2-40B4-BE49-F238E27FC236}">
                <a16:creationId xmlns:a16="http://schemas.microsoft.com/office/drawing/2014/main" id="{973A7300-CAFB-401E-8D9D-65F34E0B6A7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960138092"/>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B7B7FE-07A7-4B91-919D-AEE6B20506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3F1CEB-6D48-4DDF-90C6-9B75F2180B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Access-Device Assessment and Dressing Simulation</a:t>
            </a:r>
          </a:p>
        </p:txBody>
      </p:sp>
      <p:sp>
        <p:nvSpPr>
          <p:cNvPr id="3" name="">
            <a:extLst xmlns:a="http://schemas.openxmlformats.org/drawingml/2006/main">
              <a:ext uri="{FF2B5EF4-FFF2-40B4-BE49-F238E27FC236}">
                <a16:creationId xmlns:a16="http://schemas.microsoft.com/office/drawing/2014/main" id="{E4C96615-A04A-41F5-B5A0-579C1F212E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C04769E-0D38-4785-AEFA-7CB18F5C30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6D4DD096-3CF8-4CA7-AA43-06960264CB4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Students rotate through peripheral, midline, PICC, non-tunneled/tunneled central catheter, and implanted-port models.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They identify device type and permitted role, evaluate dressings/sites, recognize migration/occlusion/infection findings, prepare a sterile field, simulate dressing change and connector replacement where within course scope, and state when the RN or specialty team must take over.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 student performs an unauthorized central-access procedure on a person.</a:t>
            </a:r>
          </a:p>
        </p:txBody>
      </p:sp>
      <p:sp>
        <p:nvSpPr>
          <p:cNvPr id="6" name="">
            <a:extLst xmlns:a="http://schemas.openxmlformats.org/drawingml/2006/main">
              <a:ext uri="{FF2B5EF4-FFF2-40B4-BE49-F238E27FC236}">
                <a16:creationId xmlns:a16="http://schemas.microsoft.com/office/drawing/2014/main" id="{078FF174-5A5E-40E9-9CFF-09F2CD64BC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43483935"/>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E5C83C-EE32-4AF8-9314-52A4081BD4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A80130-C664-4930-B437-F5E215FD47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circuit</a:t>
            </a:r>
          </a:p>
        </p:txBody>
      </p:sp>
      <p:sp>
        <p:nvSpPr>
          <p:cNvPr id="3" name="">
            <a:extLst xmlns:a="http://schemas.openxmlformats.org/drawingml/2006/main">
              <a:ext uri="{FF2B5EF4-FFF2-40B4-BE49-F238E27FC236}">
                <a16:creationId xmlns:a16="http://schemas.microsoft.com/office/drawing/2014/main" id="{2D731011-6A7E-4C43-99A8-97A1D951E6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4E6807D-62A6-4E94-AA63-E9E5A32B7F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E975D1FA-5931-4114-93F0-F9836C6B9CE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Infiltration versus vesicant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Phlebitis, occlusion, leakage, and dislodgement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Arterial puncture, nerve warning, hematoma, and catheter damage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Allergic reaction/anaphylaxis and speed shock</a:t>
            </a:r>
          </a:p>
        </p:txBody>
      </p:sp>
      <p:sp>
        <p:nvSpPr>
          <p:cNvPr id="6" name="">
            <a:extLst xmlns:a="http://schemas.openxmlformats.org/drawingml/2006/main">
              <a:ext uri="{FF2B5EF4-FFF2-40B4-BE49-F238E27FC236}">
                <a16:creationId xmlns:a16="http://schemas.microsoft.com/office/drawing/2014/main" id="{B7847705-74B3-44A5-947F-B093B8EDE17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38247285"/>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BB6CC6-045C-404B-97DC-00096076F2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F17286C-19CD-497B-803D-1662279404A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circuit continued</a:t>
            </a:r>
          </a:p>
        </p:txBody>
      </p:sp>
      <p:sp>
        <p:nvSpPr>
          <p:cNvPr id="3" name="">
            <a:extLst xmlns:a="http://schemas.openxmlformats.org/drawingml/2006/main">
              <a:ext uri="{FF2B5EF4-FFF2-40B4-BE49-F238E27FC236}">
                <a16:creationId xmlns:a16="http://schemas.microsoft.com/office/drawing/2014/main" id="{D426D89B-1BD4-4268-9622-FEF8E0A16D9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02CE4DA-FDD6-495A-932C-A829A8D93E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A815F717-3FF5-4988-A956-AAFE02B1114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overload, air embolism, infection/sepsis, and transfusion reaction</a:t>
            </a:r>
          </a:p>
        </p:txBody>
      </p:sp>
      <p:sp>
        <p:nvSpPr>
          <p:cNvPr id="6" name="">
            <a:extLst xmlns:a="http://schemas.openxmlformats.org/drawingml/2006/main">
              <a:ext uri="{FF2B5EF4-FFF2-40B4-BE49-F238E27FC236}">
                <a16:creationId xmlns:a16="http://schemas.microsoft.com/office/drawing/2014/main" id="{4E4F31A3-621D-4F91-A231-6C665D9C1A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19642703"/>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BE90D8-94ED-47F6-919D-D39D4DF6E9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43D0CF-0BAE-465F-ADD7-3A4BE508F2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Simulation and Clinical Documentation 1</a:t>
            </a:r>
          </a:p>
        </p:txBody>
      </p:sp>
      <p:sp>
        <p:nvSpPr>
          <p:cNvPr id="3" name="">
            <a:extLst xmlns:a="http://schemas.openxmlformats.org/drawingml/2006/main">
              <a:ext uri="{FF2B5EF4-FFF2-40B4-BE49-F238E27FC236}">
                <a16:creationId xmlns:a16="http://schemas.microsoft.com/office/drawing/2014/main" id="{2CF3057E-0C7D-4A60-B5E6-687CB80DC10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528FE06-0076-43FC-88B7-E957DCA52E4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452F31C5-F0F2-40C3-A1BF-9F3FECC8796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For each scenario the student must recognize cues, stop unsafe therapy, assess and stabilize, activate the correct chain of command, apply drug/device-specific precautions, communicate with SBAR, document objective findings and response, and identify prevention measures.</a:t>
            </a:r>
          </a:p>
        </p:txBody>
      </p:sp>
      <p:sp>
        <p:nvSpPr>
          <p:cNvPr id="6" name="">
            <a:extLst xmlns:a="http://schemas.openxmlformats.org/drawingml/2006/main">
              <a:ext uri="{FF2B5EF4-FFF2-40B4-BE49-F238E27FC236}">
                <a16:creationId xmlns:a16="http://schemas.microsoft.com/office/drawing/2014/main" id="{E8A279AB-8F11-4230-8F9D-0FCE2C901C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20519774"/>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855E8D-99D1-46C9-A07F-D645629B3C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2C48CEC-809F-4CB1-B257-29B835B6A0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a:t>
            </a:r>
          </a:p>
        </p:txBody>
      </p:sp>
      <p:sp>
        <p:nvSpPr>
          <p:cNvPr id="3" name="">
            <a:extLst xmlns:a="http://schemas.openxmlformats.org/drawingml/2006/main">
              <a:ext uri="{FF2B5EF4-FFF2-40B4-BE49-F238E27FC236}">
                <a16:creationId xmlns:a16="http://schemas.microsoft.com/office/drawing/2014/main" id="{0D48D51E-62D3-470B-BB50-36D729D6B6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9F0392F-92A9-4975-9177-02E77B4732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D8200A5A-69D7-43A5-B4EE-815A2E9078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All critical elements must be demonstrated under direct observation by a Florida-licensed RN evaluator.</a:t>
            </a:r>
          </a:p>
        </p:txBody>
      </p:sp>
      <p:sp>
        <p:nvSpPr>
          <p:cNvPr id="6" name="">
            <a:extLst xmlns:a="http://schemas.openxmlformats.org/drawingml/2006/main">
              <a:ext uri="{FF2B5EF4-FFF2-40B4-BE49-F238E27FC236}">
                <a16:creationId xmlns:a16="http://schemas.microsoft.com/office/drawing/2014/main" id="{AB9C7A13-A600-494B-9910-FFAFF618E7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17578992"/>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B2F9536-F8BE-45D8-BCA0-744174F1E8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0D8B42-E33B-4BC2-B7AC-585C64D4892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a:t>
            </a:r>
          </a:p>
        </p:txBody>
      </p:sp>
      <p:sp>
        <p:nvSpPr>
          <p:cNvPr id="3" name="">
            <a:extLst xmlns:a="http://schemas.openxmlformats.org/drawingml/2006/main">
              <a:ext uri="{FF2B5EF4-FFF2-40B4-BE49-F238E27FC236}">
                <a16:creationId xmlns:a16="http://schemas.microsoft.com/office/drawing/2014/main" id="{87CA6F60-F982-4793-8168-022DD4C63F8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C9A1199-FBF0-4A0A-9455-B124F6BA68E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716B1D08-C655-4FB5-B48A-4C0B5A51DA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Checklist [ ] Verifies order, identity, allergies, indication, and patient readiness.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Performs hand hygiene, selects PPE, and maintains aseptic non-touch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Assesses veins and selects appropriate site, catheter size, and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Explains procedure and positions patient safely.</a:t>
            </a:r>
          </a:p>
        </p:txBody>
      </p:sp>
      <p:sp>
        <p:nvSpPr>
          <p:cNvPr id="6" name="">
            <a:extLst xmlns:a="http://schemas.openxmlformats.org/drawingml/2006/main">
              <a:ext uri="{FF2B5EF4-FFF2-40B4-BE49-F238E27FC236}">
                <a16:creationId xmlns:a16="http://schemas.microsoft.com/office/drawing/2014/main" id="{A8417117-8B89-4287-A7BA-4AD4FA1BB6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27577493"/>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EEF2F2-AFE2-4DC4-8C96-3893CEF42B4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5A81CA-CB07-4F28-8ECD-A9B5443D8D4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 continued</a:t>
            </a:r>
          </a:p>
        </p:txBody>
      </p:sp>
      <p:sp>
        <p:nvSpPr>
          <p:cNvPr id="3" name="">
            <a:extLst xmlns:a="http://schemas.openxmlformats.org/drawingml/2006/main">
              <a:ext uri="{FF2B5EF4-FFF2-40B4-BE49-F238E27FC236}">
                <a16:creationId xmlns:a16="http://schemas.microsoft.com/office/drawing/2014/main" id="{847A877E-D238-4F50-8A16-B3DDDF25E5A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01C00A8-C88B-473B-BD9C-AF4BA1778D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AC7E5168-66C2-4094-8912-7C9AB57DCE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Primes extension/connector and removes air.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Applies tourniquet and prepares site; allows antiseptic to dry.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Performs venipuncture, observes flashback, threads catheter safely, and never reinserts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Releases tourniquet, activates sharps safety, and disposes immediately.</a:t>
            </a:r>
          </a:p>
        </p:txBody>
      </p:sp>
      <p:sp>
        <p:nvSpPr>
          <p:cNvPr id="6" name="">
            <a:extLst xmlns:a="http://schemas.openxmlformats.org/drawingml/2006/main">
              <a:ext uri="{FF2B5EF4-FFF2-40B4-BE49-F238E27FC236}">
                <a16:creationId xmlns:a16="http://schemas.microsoft.com/office/drawing/2014/main" id="{4521A5BC-C027-415C-AE51-E4B108B8F8C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61579031"/>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7DB830B-2CA6-4DB9-B8F1-882B24190A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B08522-FA61-4458-B6B5-9CAAC308FC3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Checklist continued</a:t>
            </a:r>
          </a:p>
        </p:txBody>
      </p:sp>
      <p:sp>
        <p:nvSpPr>
          <p:cNvPr id="3" name="">
            <a:extLst xmlns:a="http://schemas.openxmlformats.org/drawingml/2006/main">
              <a:ext uri="{FF2B5EF4-FFF2-40B4-BE49-F238E27FC236}">
                <a16:creationId xmlns:a16="http://schemas.microsoft.com/office/drawing/2014/main" id="{705F1C6A-9839-485C-A8A0-5EB9A9179F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91BE00E-C1F5-412C-9311-433D1E252E7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695B4A25-BC9B-49B5-966C-C8B3C71B533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Connects aseptically and verifies patency without force.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Secures catheter, applies/labels dressing, initiates ordered therapy, and reassesses.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Documents all required elements and teaches reportable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Discontinues safely and verifies catheter integrity when assigned.</a:t>
            </a:r>
          </a:p>
        </p:txBody>
      </p:sp>
      <p:sp>
        <p:nvSpPr>
          <p:cNvPr id="6" name="">
            <a:extLst xmlns:a="http://schemas.openxmlformats.org/drawingml/2006/main">
              <a:ext uri="{FF2B5EF4-FFF2-40B4-BE49-F238E27FC236}">
                <a16:creationId xmlns:a16="http://schemas.microsoft.com/office/drawing/2014/main" id="{84996EC5-87C4-4F0B-9A10-BBA60E7FF05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46475175"/>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C364923-6727-408E-AE99-EFF2905F9C8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E5BAF3-CE95-4A8B-AB92-A914C0C5498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RN Competency Checkoff - Peripheral IV Start 1</a:t>
            </a:r>
          </a:p>
        </p:txBody>
      </p:sp>
      <p:sp>
        <p:nvSpPr>
          <p:cNvPr id="3" name="">
            <a:extLst xmlns:a="http://schemas.openxmlformats.org/drawingml/2006/main">
              <a:ext uri="{FF2B5EF4-FFF2-40B4-BE49-F238E27FC236}">
                <a16:creationId xmlns:a16="http://schemas.microsoft.com/office/drawing/2014/main" id="{28D4C550-34D8-4CDA-9BF2-3125A58623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93A07BE-58B6-4A4A-B228-234B4CA60CF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F414F933-711A-4E0B-AF8F-A565E66EAE0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Evaluator records pass/remediation, date, printed name, Florida RN license number, signature, and attempt number in the official skills record.</a:t>
            </a:r>
          </a:p>
        </p:txBody>
      </p:sp>
      <p:sp>
        <p:nvSpPr>
          <p:cNvPr id="6" name="">
            <a:extLst xmlns:a="http://schemas.openxmlformats.org/drawingml/2006/main">
              <a:ext uri="{FF2B5EF4-FFF2-40B4-BE49-F238E27FC236}">
                <a16:creationId xmlns:a16="http://schemas.microsoft.com/office/drawing/2014/main" id="{B5F2C20A-1F81-4628-B5AE-16B7392268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1932476"/>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A92BC1-A891-40D4-A339-9C07B184AD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0828AD-5AC4-4A1D-ADDF-C9046E0162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a:t>
            </a:r>
          </a:p>
        </p:txBody>
      </p:sp>
      <p:sp>
        <p:nvSpPr>
          <p:cNvPr id="3" name="">
            <a:extLst xmlns:a="http://schemas.openxmlformats.org/drawingml/2006/main">
              <a:ext uri="{FF2B5EF4-FFF2-40B4-BE49-F238E27FC236}">
                <a16:creationId xmlns:a16="http://schemas.microsoft.com/office/drawing/2014/main" id="{C014A682-EE96-4078-8A3C-4D464328B4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C5B3508-8DF1-4C74-916B-9DF0EC8A7F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A643384B-E220-414F-A0BD-390879F1C83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Instructor evaluation - pass/fail [ ] Confirms complete order and medication label.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States indication, key adverse effects, contraindications, and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Verifies compatibility and selects correct administration set.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Assesses site/access device and dressing.</a:t>
            </a:r>
          </a:p>
        </p:txBody>
      </p:sp>
      <p:sp>
        <p:nvSpPr>
          <p:cNvPr id="6" name="">
            <a:extLst xmlns:a="http://schemas.openxmlformats.org/drawingml/2006/main">
              <a:ext uri="{FF2B5EF4-FFF2-40B4-BE49-F238E27FC236}">
                <a16:creationId xmlns:a16="http://schemas.microsoft.com/office/drawing/2014/main" id="{AF5B9E42-C034-45C9-8C0A-1C3401E043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133640368"/>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98EAFC-61C5-4B43-A59D-10BB8FA3360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43A2E15-ACC0-40AE-8062-C126CEFB79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 continued</a:t>
            </a:r>
          </a:p>
        </p:txBody>
      </p:sp>
      <p:sp>
        <p:nvSpPr>
          <p:cNvPr id="3" name="">
            <a:extLst xmlns:a="http://schemas.openxmlformats.org/drawingml/2006/main">
              <a:ext uri="{FF2B5EF4-FFF2-40B4-BE49-F238E27FC236}">
                <a16:creationId xmlns:a16="http://schemas.microsoft.com/office/drawing/2014/main" id="{AA56F6C2-2E66-4A34-9755-1D66AF1AF76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6D5FBF9-89E8-48D1-B4D2-7A17058956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A71F054C-FBDF-4B1B-9C92-1E46717FD08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Calculates gravity/pump rate correctly and independently verifies settings when required.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Scrubs and connects aseptically; primes tubing without air.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Initiates IVPB with primary hydration or saline lock as assigned.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Uses the ordered flushing/locking sequence and prevents occlusion.</a:t>
            </a:r>
          </a:p>
        </p:txBody>
      </p:sp>
      <p:sp>
        <p:nvSpPr>
          <p:cNvPr id="6" name="">
            <a:extLst xmlns:a="http://schemas.openxmlformats.org/drawingml/2006/main">
              <a:ext uri="{FF2B5EF4-FFF2-40B4-BE49-F238E27FC236}">
                <a16:creationId xmlns:a16="http://schemas.microsoft.com/office/drawing/2014/main" id="{2CFB3331-8BCB-4B0B-BF62-AB80BCE72A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13628509"/>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4CD7CC-3EF1-426C-ADE6-717C4A6630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3BF90A-1738-4D2F-9080-3A052347203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Instructor evaluation - pass/fail continued</a:t>
            </a:r>
          </a:p>
        </p:txBody>
      </p:sp>
      <p:sp>
        <p:nvSpPr>
          <p:cNvPr id="3" name="">
            <a:extLst xmlns:a="http://schemas.openxmlformats.org/drawingml/2006/main">
              <a:ext uri="{FF2B5EF4-FFF2-40B4-BE49-F238E27FC236}">
                <a16:creationId xmlns:a16="http://schemas.microsoft.com/office/drawing/2014/main" id="{D7E71830-0DA5-487F-8FB2-64084C76FF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0112B26-FEBB-4BB3-A5C4-FA9AF725E1E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C8D1D22F-3744-4E1D-9E67-CAB91D23B9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Responds correctly to pump alarms.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Recognizes infiltration, extravasation, phlebitis, overload, air embolism, infection, and allergic/transfusion reaction cues.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Stops unsafe therapy, assesses, escalates, and performs emergency actions correctly.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 ] Documents medication, site, rate, assessments, teaching, response, notifications, and follow-up.</a:t>
            </a:r>
          </a:p>
        </p:txBody>
      </p:sp>
      <p:sp>
        <p:nvSpPr>
          <p:cNvPr id="6" name="">
            <a:extLst xmlns:a="http://schemas.openxmlformats.org/drawingml/2006/main">
              <a:ext uri="{FF2B5EF4-FFF2-40B4-BE49-F238E27FC236}">
                <a16:creationId xmlns:a16="http://schemas.microsoft.com/office/drawing/2014/main" id="{F997852B-9F25-42D0-866F-DCF36DA93C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10248906"/>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26089DF-F452-44FB-A14B-3162022ACA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C7B508A-95C4-46DB-9443-50E906A820D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RN Competency Checkoff - IVPB, Pump, and Complication Response 1</a:t>
            </a:r>
          </a:p>
        </p:txBody>
      </p:sp>
      <p:sp>
        <p:nvSpPr>
          <p:cNvPr id="3" name="">
            <a:extLst xmlns:a="http://schemas.openxmlformats.org/drawingml/2006/main">
              <a:ext uri="{FF2B5EF4-FFF2-40B4-BE49-F238E27FC236}">
                <a16:creationId xmlns:a16="http://schemas.microsoft.com/office/drawing/2014/main" id="{BCA879ED-9F44-4DD5-AD06-BA2A1BB6FE4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EBE5928-02D0-4AFB-9A81-3CBA8C16304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8112733D-FFF4-4749-BF62-FBEEE1BC0E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missed critical safety element requires remediation and repeat evaluation. Written RN verification is required before completion is released.</a:t>
            </a:r>
          </a:p>
        </p:txBody>
      </p:sp>
      <p:sp>
        <p:nvSpPr>
          <p:cNvPr id="6" name="">
            <a:extLst xmlns:a="http://schemas.openxmlformats.org/drawingml/2006/main">
              <a:ext uri="{FF2B5EF4-FFF2-40B4-BE49-F238E27FC236}">
                <a16:creationId xmlns:a16="http://schemas.microsoft.com/office/drawing/2014/main" id="{90D1604B-D4AB-40B0-BE5D-A1D0D0C218B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65075579"/>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CDE0C0-299A-4429-962A-5FA74DF3D2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02B7C1-7F8D-4C63-873F-B844D617C6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A871A499-1BF5-4DEA-B0A8-4432CFCD88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0A54AAE-7DE0-40FE-A45F-A88C85236FE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457717DF-DDD4-4B46-BD3C-462327CD32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METRÍC LIQUID MEASURE METRIC LIQUID MEASURE 30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ounce 30 mg 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drams 25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3/8 grain 10 Gm.</a:t>
            </a:r>
          </a:p>
        </p:txBody>
      </p:sp>
      <p:sp>
        <p:nvSpPr>
          <p:cNvPr id="6" name="">
            <a:extLst xmlns:a="http://schemas.openxmlformats.org/drawingml/2006/main">
              <a:ext uri="{FF2B5EF4-FFF2-40B4-BE49-F238E27FC236}">
                <a16:creationId xmlns:a16="http://schemas.microsoft.com/office/drawing/2014/main" id="{24A9E4B9-D402-46FA-8B64-F695F711709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695DFEC-D5D8-4AAB-88F9-0776874BD91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679445687"/>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34727D-05B8-43C5-9250-5A8483EF5CB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9C808A-104E-4570-8795-BF434E18F96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C9FEDAB8-B27E-4A3B-B781-B73CF50A466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3EBDC11-3D39-4CD4-B83D-0407B9A42F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6C465D2C-2EE9-4576-96E6-E38C7B533F9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drams 20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 grain 7.5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drams 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 grain 6 Gm.</a:t>
            </a:r>
          </a:p>
        </p:txBody>
      </p:sp>
      <p:sp>
        <p:nvSpPr>
          <p:cNvPr id="6" name="">
            <a:extLst xmlns:a="http://schemas.openxmlformats.org/drawingml/2006/main">
              <a:ext uri="{FF2B5EF4-FFF2-40B4-BE49-F238E27FC236}">
                <a16:creationId xmlns:a16="http://schemas.microsoft.com/office/drawing/2014/main" id="{A9A6FD97-412C-4C43-B786-991644BDED4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6481DBC-5EA1-4B1E-8860-15A6D5758A5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618010453"/>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1B1ADE-F11C-49A1-9347-8C4E0522FA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B72468-6F9D-4432-BDF4-9C885F380E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D547D1D4-B532-48C1-95C0-D9664941E0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2D8F9F2-C547-4DF2-9CF5-B1AAEE6B310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61AAEDCA-AF27-4A94-8A0E-81794BFC9F6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90 grains 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 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75 grains 10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 grain 4 Gm.</a:t>
            </a:r>
          </a:p>
        </p:txBody>
      </p:sp>
      <p:sp>
        <p:nvSpPr>
          <p:cNvPr id="6" name="">
            <a:extLst xmlns:a="http://schemas.openxmlformats.org/drawingml/2006/main">
              <a:ext uri="{FF2B5EF4-FFF2-40B4-BE49-F238E27FC236}">
                <a16:creationId xmlns:a16="http://schemas.microsoft.com/office/drawing/2014/main" id="{943E783B-BACE-4BFE-82FF-FC9C893DEC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A9EFF2D-789E-4A36-B574-C847FB49051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2113421793"/>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F68AC5-3E53-46FB-9D22-47776BC55F8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551C56-CED3-45E5-B725-523A83D8495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9991F589-6F25-4793-98DF-190969DAAE4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61001BA-CB0B-4613-AF89-EB09F16554A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2E57DA4D-CBA4-4F58-AD7E-651D1A3862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60 grains 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 grain 3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45 grains 6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 grain 2 Gm.</a:t>
            </a:r>
          </a:p>
        </p:txBody>
      </p:sp>
      <p:sp>
        <p:nvSpPr>
          <p:cNvPr id="6" name="">
            <a:extLst xmlns:a="http://schemas.openxmlformats.org/drawingml/2006/main">
              <a:ext uri="{FF2B5EF4-FFF2-40B4-BE49-F238E27FC236}">
                <a16:creationId xmlns:a16="http://schemas.microsoft.com/office/drawing/2014/main" id="{9D4427A0-146C-450C-A0EA-3D51BF1D962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8242EC7-1C40-491D-8D9C-9CE0A8DEFEA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471136284"/>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5338A7-F17E-43C8-A9F4-30B315141F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659121-5A38-43DD-9A76-02B48516AA7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4F8CE0F-5734-4B4C-AFEE-6CA6C80C3E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E89CCC0-FE68-4CF9-9057-162038A76F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7E55C33F-8EFA-46FA-8BF9-9EBBB800DD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30 grains 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22 grains 4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 grain 1 Gm.</a:t>
            </a:r>
          </a:p>
        </p:txBody>
      </p:sp>
      <p:sp>
        <p:nvSpPr>
          <p:cNvPr id="6" name="">
            <a:extLst xmlns:a="http://schemas.openxmlformats.org/drawingml/2006/main">
              <a:ext uri="{FF2B5EF4-FFF2-40B4-BE49-F238E27FC236}">
                <a16:creationId xmlns:a16="http://schemas.microsoft.com/office/drawing/2014/main" id="{C36A852D-204A-427C-B8B5-CDAF70828AC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1DD2BD-5CAA-446B-82B6-196167331D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690579612"/>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C387E5-6EF3-44E5-ACDB-5B272DC0AF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63576DA-D64E-4DE9-BCC3-DDA094954D9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1465386-2301-4AED-B310-83405F1FCA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5994181-B6F3-4A74-952A-E87929E365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939D6690-3215-4137-8E42-506EA0B8EC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grains 3 mg 1/20 grain .75 Gm 12 grains 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1/30 grain 0.6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10 grains 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 grain 0.5 Gm.</a:t>
            </a:r>
          </a:p>
        </p:txBody>
      </p:sp>
      <p:sp>
        <p:nvSpPr>
          <p:cNvPr id="6" name="">
            <a:extLst xmlns:a="http://schemas.openxmlformats.org/drawingml/2006/main">
              <a:ext uri="{FF2B5EF4-FFF2-40B4-BE49-F238E27FC236}">
                <a16:creationId xmlns:a16="http://schemas.microsoft.com/office/drawing/2014/main" id="{1DADF9F6-40A5-428E-A945-24F11A8C83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1A42793-75DB-461B-BCA4-9B19188771A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777181242"/>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1DEA19-E4A0-4595-AEDA-FBB6A342C7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30CF37-3748-49D7-A89E-BFB2C2D1B2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67828AD-CEBE-4ACD-9FCB-C37098C111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CF6F6A6-5CD2-4D72-8E61-F350A573CE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4E2E6DD1-A856-485B-B6DC-16E4A435F62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7k grains 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 grain 0.4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 grains 1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1/60 grain 0.3 Gm.</a:t>
            </a:r>
          </a:p>
        </p:txBody>
      </p:sp>
      <p:sp>
        <p:nvSpPr>
          <p:cNvPr id="6" name="">
            <a:extLst xmlns:a="http://schemas.openxmlformats.org/drawingml/2006/main">
              <a:ext uri="{FF2B5EF4-FFF2-40B4-BE49-F238E27FC236}">
                <a16:creationId xmlns:a16="http://schemas.microsoft.com/office/drawing/2014/main" id="{41939149-6A0A-41C9-A2C9-6720495BB79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9D3FD4A-AB05-415D-9CA9-678A964C406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798658114"/>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517A99-8428-4305-9F75-F2D66980EDB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9192DB-432E-4819-9177-89A62B43D1C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733076FE-5CB8-4D10-9DA1-973D67941F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06CA086-116A-4D7D-BB65-D09ED214FF8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367399E8-9F21-4A1D-8E4E-9384945454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5 grains 0.8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1/80 grain 0.25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grains 0.6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1/100 grain 0.2 Gm.</a:t>
            </a:r>
          </a:p>
        </p:txBody>
      </p:sp>
      <p:sp>
        <p:nvSpPr>
          <p:cNvPr id="6" name="">
            <a:extLst xmlns:a="http://schemas.openxmlformats.org/drawingml/2006/main">
              <a:ext uri="{FF2B5EF4-FFF2-40B4-BE49-F238E27FC236}">
                <a16:creationId xmlns:a16="http://schemas.microsoft.com/office/drawing/2014/main" id="{721B316D-01BD-45ED-9018-B1432A1EDB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DC6A3E1-74A0-40A5-AA7B-314ABC9E85A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968200543"/>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4F453F-82B6-4567-A574-B9C46C0AA0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F5B274-356D-4825-86B7-5496021A971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8CE13EAC-8A4D-4920-9C5A-CA03A49105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F5EDFC2-F14F-4DA7-8879-DB82ECD5173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E7A5B601-2C59-44EB-9D71-B327640A089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grains 0.5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1/120 grain 0.15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1/5 grains 0.4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1/150 grain 0.12 Gm.</a:t>
            </a:r>
          </a:p>
        </p:txBody>
      </p:sp>
      <p:sp>
        <p:nvSpPr>
          <p:cNvPr id="6" name="">
            <a:extLst xmlns:a="http://schemas.openxmlformats.org/drawingml/2006/main">
              <a:ext uri="{FF2B5EF4-FFF2-40B4-BE49-F238E27FC236}">
                <a16:creationId xmlns:a16="http://schemas.microsoft.com/office/drawing/2014/main" id="{70E489E6-25F5-42C4-8883-317589AE7BF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6AA1C83-45C1-4F59-AB37-23E016EC822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991226442"/>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DA0752-4484-43FB-8A5A-92248EE9C3F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B3CE93-E9AD-461E-8DDB-B3EDFABB0E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62627E7E-CE2B-4824-8CCE-A324B836012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EFB9981-4A12-4715-A68B-24A6843F82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C57110F9-2A3E-4836-9FB6-9F286BCFCE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grains 0.3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1/200 grain 0.1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grains 0.25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1/250 grain 75 mg.</a:t>
            </a:r>
          </a:p>
        </p:txBody>
      </p:sp>
      <p:sp>
        <p:nvSpPr>
          <p:cNvPr id="6" name="">
            <a:extLst xmlns:a="http://schemas.openxmlformats.org/drawingml/2006/main">
              <a:ext uri="{FF2B5EF4-FFF2-40B4-BE49-F238E27FC236}">
                <a16:creationId xmlns:a16="http://schemas.microsoft.com/office/drawing/2014/main" id="{DC54629E-A2F8-4744-AF37-54755BE26EA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846DBD9-2B13-463C-83EB-B94AE9663EB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384428856"/>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9EE458-0343-424D-A506-9EFF097605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F4C1033-AEC3-4A1A-A189-F92903D2C1C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7DD65F4-0A7E-4AF4-8199-72570DBC7A8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75F975D-464D-4318-A8B2-AB72692D301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C812F830-8BF4-424A-905E-8740FD7168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grain 1/300 grain 0.15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1/400 grain 50 mg.</a:t>
            </a:r>
          </a:p>
        </p:txBody>
      </p:sp>
      <p:sp>
        <p:nvSpPr>
          <p:cNvPr id="6" name="">
            <a:extLst xmlns:a="http://schemas.openxmlformats.org/drawingml/2006/main">
              <a:ext uri="{FF2B5EF4-FFF2-40B4-BE49-F238E27FC236}">
                <a16:creationId xmlns:a16="http://schemas.microsoft.com/office/drawing/2014/main" id="{F0276EC5-B8E7-4CED-A81F-880A464699D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017F4C3-932F-4025-8388-6CC3418A25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802190220"/>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A2E6E9-EE4F-49BE-92F0-10499F7293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B31E482-9BB9-4011-A697-F96D1540AD0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D7AFADF8-17D8-4710-BB35-A2BF220C52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427D62B-9E97-4118-866E-42A5E639A49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3A2990F1-9941-4C69-8443-850EBF6E84A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1/500 grain 40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2/3 grain 0.1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1/600 grain 0.5 Kilogram 1 pound 1 Kilogram 2.2 pounds NOTE: A cubic centimeter (cc) is the approximate equivalent of a milliliter (ml).</a:t>
            </a:r>
          </a:p>
        </p:txBody>
      </p:sp>
      <p:sp>
        <p:nvSpPr>
          <p:cNvPr id="6" name="">
            <a:extLst xmlns:a="http://schemas.openxmlformats.org/drawingml/2006/main">
              <a:ext uri="{FF2B5EF4-FFF2-40B4-BE49-F238E27FC236}">
                <a16:creationId xmlns:a16="http://schemas.microsoft.com/office/drawing/2014/main" id="{DFA212B8-3215-4C1C-A0C2-98855F2267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5314C7-9738-4E04-95BC-219FF1BF0B4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1353599067"/>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341481-7687-4B16-82FF-8FEA3ABCF4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CEE6DC-AB46-45A8-989B-DF1E2D3AD24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2678ABD2-DA7D-460D-B9B8-FC5723FCA7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2B13481-F41E-411F-B4DB-A8C49704380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64904702-67D9-4E8C-AFD6-5136FA234E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above approximate dose equivalents have been adapted by the latest Pharmacopeia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National Formulary, and New and on-official Remedies, and those dose equivalents have the approval of the Federal Food and Drug Administration 113</a:t>
            </a:r>
          </a:p>
        </p:txBody>
      </p:sp>
      <p:sp>
        <p:nvSpPr>
          <p:cNvPr id="6" name="">
            <a:extLst xmlns:a="http://schemas.openxmlformats.org/drawingml/2006/main">
              <a:ext uri="{FF2B5EF4-FFF2-40B4-BE49-F238E27FC236}">
                <a16:creationId xmlns:a16="http://schemas.microsoft.com/office/drawing/2014/main" id="{232950B6-7D10-45D8-A8AF-9D8E25500EF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46C0702-864B-4AF1-9191-E7C93660747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109</a:t>
            </a:r>
          </a:p>
        </p:txBody>
      </p:sp>
    </p:spTree>
    <p:extLst>
      <p:ext uri="{BB962C8B-B14F-4D97-AF65-F5344CB8AC3E}">
        <p14:creationId xmlns:p14="http://schemas.microsoft.com/office/powerpoint/2010/main" val="2037750283"/>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CAB074-DA92-4633-94D7-E5B6C38507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09275A-213C-41E4-A676-DA9D2E4EC8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1F1651EA-5A57-4DFE-BF86-0CE5FC63642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5FEDEAB-478B-4365-ADB1-B413AA326D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48A00EE3-8E6E-4071-ACE4-88989EA25E1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METRIC LIQUID MEASURE APPROXIMATE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quart 750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pints 500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pint 250 ml.</a:t>
            </a:r>
          </a:p>
        </p:txBody>
      </p:sp>
      <p:sp>
        <p:nvSpPr>
          <p:cNvPr id="6" name="">
            <a:extLst xmlns:a="http://schemas.openxmlformats.org/drawingml/2006/main">
              <a:ext uri="{FF2B5EF4-FFF2-40B4-BE49-F238E27FC236}">
                <a16:creationId xmlns:a16="http://schemas.microsoft.com/office/drawing/2014/main" id="{635789AA-EBEA-46DB-AF29-4F67BB356C3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5F9D425-2430-43E5-9223-DD60E4E224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1327690445"/>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C0FB10-B00D-4A62-8FCA-77D18F5581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DC15D0C-5F5E-4967-901C-301118E5E8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E178C7EB-3540-47D9-B51E-0B56850E56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FDC2E61-312B-40B7-8A79-D5AD095D81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27AB5C34-931F-476A-86EF-E92A7032EA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8 fluid ounces 200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 fluid ounces 100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1⁄2 fluid ounces 50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13⁄4 fluid ounces 30ml.</a:t>
            </a:r>
          </a:p>
        </p:txBody>
      </p:sp>
      <p:sp>
        <p:nvSpPr>
          <p:cNvPr id="6" name="">
            <a:extLst xmlns:a="http://schemas.openxmlformats.org/drawingml/2006/main">
              <a:ext uri="{FF2B5EF4-FFF2-40B4-BE49-F238E27FC236}">
                <a16:creationId xmlns:a16="http://schemas.microsoft.com/office/drawing/2014/main" id="{5BF07DE1-857A-426E-9950-CD1D0CC60C6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90D1BB-F3AD-4F74-915F-18E5FD85834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919577297"/>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6967E8-F269-47AF-AF3E-4F52370AD9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B16D71-2380-4A18-BD75-51E16A0B1E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65F1F5CB-87BB-46D1-847D-A2997DBD850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8CD43FC-0863-4EDA-84C6-64CCADC5B23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CC599394-911C-4428-8E24-C5BEBB0DDB6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fluid ounce 15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fluid drams 10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1⁄2 fluid drams 8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fluid drams 4 ml.</a:t>
            </a:r>
          </a:p>
        </p:txBody>
      </p:sp>
      <p:sp>
        <p:nvSpPr>
          <p:cNvPr id="6" name="">
            <a:extLst xmlns:a="http://schemas.openxmlformats.org/drawingml/2006/main">
              <a:ext uri="{FF2B5EF4-FFF2-40B4-BE49-F238E27FC236}">
                <a16:creationId xmlns:a16="http://schemas.microsoft.com/office/drawing/2014/main" id="{ED575DE7-DCC4-4E64-BFC8-DBB380C82CA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C4CCB3-14A3-4D6A-B201-8660058971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277460663"/>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BE4A5A-A890-4DED-AC98-10ED54A72ED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B4D551-9D5A-49B6-8CA9-3887006DC2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3BAA70D-37EC-4416-A00C-F706C7BB276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F8496A6-0F84-4FD9-A2F4-5B6EF623DC6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F1E96169-74A8-40BD-AC80-616009160D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fluid dram 2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30 minims 1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minims Reference: Mosby's Handbook of Pharmacology in Nursing, Bruce 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Clayton, C.V.</a:t>
            </a:r>
          </a:p>
        </p:txBody>
      </p:sp>
      <p:sp>
        <p:nvSpPr>
          <p:cNvPr id="6" name="">
            <a:extLst xmlns:a="http://schemas.openxmlformats.org/drawingml/2006/main">
              <a:ext uri="{FF2B5EF4-FFF2-40B4-BE49-F238E27FC236}">
                <a16:creationId xmlns:a16="http://schemas.microsoft.com/office/drawing/2014/main" id="{A468F149-D41A-4D29-B612-862E9F33C15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6828BE2-6B53-46DE-AEE6-1237487F5CF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678794524"/>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6702EE-E238-4E7C-9092-96D38136F94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BCF6B94-3805-4DF6-914A-AD96BFE18E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2C48C41F-0B01-472E-90AC-4B7770F5D7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8372EB0-0B4E-4A3F-A170-DC7129C50E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3094BD3E-64A5-497A-94FA-CAF55B56086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Mosby Co., 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Louis, MO 1984 114</a:t>
            </a:r>
          </a:p>
        </p:txBody>
      </p:sp>
      <p:sp>
        <p:nvSpPr>
          <p:cNvPr id="6" name="">
            <a:extLst xmlns:a="http://schemas.openxmlformats.org/drawingml/2006/main">
              <a:ext uri="{FF2B5EF4-FFF2-40B4-BE49-F238E27FC236}">
                <a16:creationId xmlns:a16="http://schemas.microsoft.com/office/drawing/2014/main" id="{FC393CEA-9150-4BD9-9AF3-BC610D6F14C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AF91F48-1BE3-44A2-B6C7-51221EFE36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110</a:t>
            </a:r>
          </a:p>
        </p:txBody>
      </p:sp>
    </p:spTree>
    <p:extLst>
      <p:ext uri="{BB962C8B-B14F-4D97-AF65-F5344CB8AC3E}">
        <p14:creationId xmlns:p14="http://schemas.microsoft.com/office/powerpoint/2010/main" val="204499561"/>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0FED7D-1246-418A-941B-879632E857D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B7C1153-7BA7-46C4-A00B-46A9D959DC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a:t>
            </a:r>
          </a:p>
        </p:txBody>
      </p:sp>
      <p:sp>
        <p:nvSpPr>
          <p:cNvPr id="3" name="">
            <a:extLst xmlns:a="http://schemas.openxmlformats.org/drawingml/2006/main">
              <a:ext uri="{FF2B5EF4-FFF2-40B4-BE49-F238E27FC236}">
                <a16:creationId xmlns:a16="http://schemas.microsoft.com/office/drawing/2014/main" id="{3FED297B-B987-404A-8F68-F6A658B4A8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16822AE-59AE-4AA0-80C3-2D27188A40E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6304F678-1285-4DA6-B54E-C9478AF2C2D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*Gently tap vein above selected insertion site (Continue to tap until vein distends) *Tapping too hard can cause venous spasm Alternative Procedure * Wrap extremity in warm, moist towel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10-20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*After vein distends apply tourniquet Preparation for Procedure Must have Physician's order 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Gather supplies Select skin prep Obtain venipuncture equipment, and prime tubing as needed Prepare dressing and tape 2.</a:t>
            </a:r>
          </a:p>
        </p:txBody>
      </p:sp>
      <p:sp>
        <p:nvSpPr>
          <p:cNvPr id="6" name="">
            <a:extLst xmlns:a="http://schemas.openxmlformats.org/drawingml/2006/main">
              <a:ext uri="{FF2B5EF4-FFF2-40B4-BE49-F238E27FC236}">
                <a16:creationId xmlns:a16="http://schemas.microsoft.com/office/drawing/2014/main" id="{CAB10F0C-15A5-41F1-8268-8DB0C42C8D5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86BE97-E7ED-408B-90C2-646F05FF107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1543918319"/>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CAE1E3-11AE-451A-91C2-2AD860160B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89623D-095D-48EB-95A1-1C62C4F6643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624CEC55-C7FC-4DF0-842E-3EBD959347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20FA7A8-CEC1-4A18-B464-31901428AA6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0328A0FD-C5DD-4C94-A124-5FEB3B7BB1D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Wash hands and apply personal protective equipment (gloves and three sided goggles) 3.</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Explain procedure to the patient 4.</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there is excessive hair, clip, Do Not shave the area without Doctor's order 5.</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tourniquet, choose selected vein (best location for type of IV) approximately 3-4" above selected insertion site Insertion Procedure With the tourniquet on the patient, palpate</a:t>
            </a:r>
          </a:p>
        </p:txBody>
      </p:sp>
      <p:sp>
        <p:nvSpPr>
          <p:cNvPr id="6" name="">
            <a:extLst xmlns:a="http://schemas.openxmlformats.org/drawingml/2006/main">
              <a:ext uri="{FF2B5EF4-FFF2-40B4-BE49-F238E27FC236}">
                <a16:creationId xmlns:a16="http://schemas.microsoft.com/office/drawing/2014/main" id="{83A2BB8D-7C46-488E-B06E-D738245A2A7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E26B896-217E-4215-91F6-D0A0590DF1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510252444"/>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886365-03D2-4EC0-A0B9-6D9F72852A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6F91E1-12BC-4774-9F29-D4FEC9801C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2B2EC48D-DCBB-4B05-AD8E-A3418C5482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04FD960-56EB-4EF6-BCBB-1ABAA8B680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BE3CB608-1F41-437C-9A91-CEC76CCAEF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vein to be used.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the insertion site with an alcohol pad rubbing vigorously in concentric circles working from insertion site outwards about 2-3 inches.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 full decontamination, the alcohol should be allowed to air dry otherwise it may sting the puncture site and interfere with accurate blood test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site is cleansed, hold the needle (syringe, Butterfly, or Vacutainer types) at a 15-30 degree angle parallel with the vein.</a:t>
            </a:r>
          </a:p>
        </p:txBody>
      </p:sp>
      <p:sp>
        <p:nvSpPr>
          <p:cNvPr id="6" name="">
            <a:extLst xmlns:a="http://schemas.openxmlformats.org/drawingml/2006/main">
              <a:ext uri="{FF2B5EF4-FFF2-40B4-BE49-F238E27FC236}">
                <a16:creationId xmlns:a16="http://schemas.microsoft.com/office/drawing/2014/main" id="{AF029E33-07C4-447D-A395-8AFC7BDDDC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5D642F3-7ACF-4EE5-92F9-578C6CB5EC3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1832694109"/>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DF83C7-C983-42C8-AF92-535C66CBFF1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54F3E33-4B00-4BFD-B05D-169A0EA3F7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*Instruct patient to open and close fist — continued</a:t>
            </a:r>
          </a:p>
        </p:txBody>
      </p:sp>
      <p:sp>
        <p:nvSpPr>
          <p:cNvPr id="3" name="">
            <a:extLst xmlns:a="http://schemas.openxmlformats.org/drawingml/2006/main">
              <a:ext uri="{FF2B5EF4-FFF2-40B4-BE49-F238E27FC236}">
                <a16:creationId xmlns:a16="http://schemas.microsoft.com/office/drawing/2014/main" id="{9B98432E-915F-45DF-A55E-D7F7815400D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EE0D576-E09B-42F1-8D1A-66ABC2F70E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C06FA003-423B-4C99-93D3-DB98A590F1D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the opposite hand, isolate the vein so the reduced slightly and the needle advanced just a little to assure the entire bevel is in the lumen of the vein does not roll.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index finger may rest on the hub of the needle to 101-</a:t>
            </a:r>
          </a:p>
        </p:txBody>
      </p:sp>
      <p:sp>
        <p:nvSpPr>
          <p:cNvPr id="6" name="">
            <a:extLst xmlns:a="http://schemas.openxmlformats.org/drawingml/2006/main">
              <a:ext uri="{FF2B5EF4-FFF2-40B4-BE49-F238E27FC236}">
                <a16:creationId xmlns:a16="http://schemas.microsoft.com/office/drawing/2014/main" id="{661A468F-7E67-4131-92B8-B9A6D349DB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D66A542-8249-48F5-ADE3-AB70F3391F0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111</a:t>
            </a:r>
          </a:p>
        </p:txBody>
      </p:sp>
    </p:spTree>
    <p:extLst>
      <p:ext uri="{BB962C8B-B14F-4D97-AF65-F5344CB8AC3E}">
        <p14:creationId xmlns:p14="http://schemas.microsoft.com/office/powerpoint/2010/main" val="637142445"/>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AEB461-935C-410F-AB2C-E44FB13051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6B767EB-9486-456E-A85B-5B1706827C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a:t>
            </a:r>
          </a:p>
        </p:txBody>
      </p:sp>
      <p:sp>
        <p:nvSpPr>
          <p:cNvPr id="3" name="">
            <a:extLst xmlns:a="http://schemas.openxmlformats.org/drawingml/2006/main">
              <a:ext uri="{FF2B5EF4-FFF2-40B4-BE49-F238E27FC236}">
                <a16:creationId xmlns:a16="http://schemas.microsoft.com/office/drawing/2014/main" id="{F5A288B5-89E5-40B1-BB78-83CE92976D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B802754-A75B-40D7-88EA-6D97EF22AD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10FEED1D-1A6B-4D13-9320-1B7E8189E8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 needle entry).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needle should be inserted with the bevel side 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Frequently a "Pop" will be felt upon entry into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 blood return is noted the angle of the The patient can now open their fist and the tourniquet can be released.</a:t>
            </a:r>
          </a:p>
        </p:txBody>
      </p:sp>
      <p:sp>
        <p:nvSpPr>
          <p:cNvPr id="6" name="">
            <a:extLst xmlns:a="http://schemas.openxmlformats.org/drawingml/2006/main">
              <a:ext uri="{FF2B5EF4-FFF2-40B4-BE49-F238E27FC236}">
                <a16:creationId xmlns:a16="http://schemas.microsoft.com/office/drawing/2014/main" id="{13C3C15D-2CB9-4635-BB78-45E34F4ADA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288EC1A-FDC0-422B-8029-9CA33D9F7A8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151427459"/>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39BB13-BF81-4C8D-9EB5-A1DD18BE2B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52A809-3F7E-4AA7-9500-035B7D403BB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93B62BE1-E903-489D-A798-CC19CF7A7B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77EC982-CBA6-4954-8FAF-AF16026E73B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4CA834DD-2824-414C-BB06-151C96C4686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will flow into syringe.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gently withdraw plunger to evacuate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Drawing to hard or to fast may cause the vein to collapse or air to be pulled in the specimen container.</a:t>
            </a:r>
          </a:p>
        </p:txBody>
      </p:sp>
      <p:sp>
        <p:nvSpPr>
          <p:cNvPr id="6" name="">
            <a:extLst xmlns:a="http://schemas.openxmlformats.org/drawingml/2006/main">
              <a:ext uri="{FF2B5EF4-FFF2-40B4-BE49-F238E27FC236}">
                <a16:creationId xmlns:a16="http://schemas.microsoft.com/office/drawing/2014/main" id="{8B2BEB55-7942-49E5-8CDE-8C9D55ACBA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8921DC7-F409-4602-9C47-8F56CDA910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613973008"/>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CC5697-61FA-40EE-A25D-D1454505E88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7E7175F-7D56-4CCD-9E0B-8576AF68AAE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ACC50E26-BD8F-41A9-9070-F2C21E285E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C25D2D0-3569-43AF-9B44-0784ED748BE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2CFFA893-386A-465B-A40E-E57A34F7DDC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ample blood is withdrawn, the needle should be quickly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dry sterile gauze should be applied with pressure to assure no continued bleeding from the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using a syringe, the blood should be quickly Correct insertion technique: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Correct insertion technique:</a:t>
            </a:r>
          </a:p>
        </p:txBody>
      </p:sp>
      <p:sp>
        <p:nvSpPr>
          <p:cNvPr id="6" name="">
            <a:extLst xmlns:a="http://schemas.openxmlformats.org/drawingml/2006/main">
              <a:ext uri="{FF2B5EF4-FFF2-40B4-BE49-F238E27FC236}">
                <a16:creationId xmlns:a16="http://schemas.microsoft.com/office/drawing/2014/main" id="{7F04EE78-B054-4484-BCA0-A3BE5547F1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4F08CD0-3F37-4156-A29F-C06FB106478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1224668874"/>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D5929B-D5D2-4390-BF83-409F25744A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7FA576E-29EE-4946-857D-1AEF736171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0402B44A-9767-4BAC-9B27-BB525ECCA1F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6D28052-B4C8-4336-8BD7-623300D1DA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EED59885-FF36-41D5-96C4-7763CEEACDB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flows freely into needle - SE Possible Problems...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Troubleshooting Guidelines: Bevel of needle on vein upper wall...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does not allow blood to flow Change the position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(Move it forward or backward as needle may not be in the lumen of the vein) Bevel of needle on vein lower vein wall Bevel of needle on vein lower vein wall does not allow blood to flow.</a:t>
            </a:r>
          </a:p>
        </p:txBody>
      </p:sp>
      <p:sp>
        <p:nvSpPr>
          <p:cNvPr id="6" name="">
            <a:extLst xmlns:a="http://schemas.openxmlformats.org/drawingml/2006/main">
              <a:ext uri="{FF2B5EF4-FFF2-40B4-BE49-F238E27FC236}">
                <a16:creationId xmlns:a16="http://schemas.microsoft.com/office/drawing/2014/main" id="{056B6A4F-B31B-4F44-AB6A-5D8706D5526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964392-2FBF-4EC7-A8B4-6F6C1A5DA2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2123927332"/>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B5AC57-534B-457C-88BA-716F5E1ACD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9EBBAED-D89A-43AE-BF9E-4B8E971D00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may be vein. — continued</a:t>
            </a:r>
          </a:p>
        </p:txBody>
      </p:sp>
      <p:sp>
        <p:nvSpPr>
          <p:cNvPr id="3" name="">
            <a:extLst xmlns:a="http://schemas.openxmlformats.org/drawingml/2006/main">
              <a:ext uri="{FF2B5EF4-FFF2-40B4-BE49-F238E27FC236}">
                <a16:creationId xmlns:a16="http://schemas.microsoft.com/office/drawing/2014/main" id="{17FF20A8-324B-46AE-88B3-0591547770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91F5D20-3591-4D98-9B53-74A674DDC4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3E5CAE7F-2649-40F1-AFAB-237A0AD2E24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Move needle backwards as it may have penetrated too far.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Withdraw the needle until needle back in lumen of the vein.</a:t>
            </a:r>
          </a:p>
        </p:txBody>
      </p:sp>
      <p:sp>
        <p:nvSpPr>
          <p:cNvPr id="6" name="">
            <a:extLst xmlns:a="http://schemas.openxmlformats.org/drawingml/2006/main">
              <a:ext uri="{FF2B5EF4-FFF2-40B4-BE49-F238E27FC236}">
                <a16:creationId xmlns:a16="http://schemas.microsoft.com/office/drawing/2014/main" id="{7FADA65A-C332-43DE-9A83-5E45AA88EFE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6453E95-D5DE-4D3C-901D-21E47A48E82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112</a:t>
            </a:r>
          </a:p>
        </p:txBody>
      </p:sp>
    </p:spTree>
    <p:extLst>
      <p:ext uri="{BB962C8B-B14F-4D97-AF65-F5344CB8AC3E}">
        <p14:creationId xmlns:p14="http://schemas.microsoft.com/office/powerpoint/2010/main" val="1881732491"/>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2647880-ADED-4B98-867E-799DCAFAD1E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C60A2FC-01B2-46CF-AC91-DD6D1EFD3D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a:t>
            </a:r>
          </a:p>
        </p:txBody>
      </p:sp>
      <p:sp>
        <p:nvSpPr>
          <p:cNvPr id="3" name="">
            <a:extLst xmlns:a="http://schemas.openxmlformats.org/drawingml/2006/main">
              <a:ext uri="{FF2B5EF4-FFF2-40B4-BE49-F238E27FC236}">
                <a16:creationId xmlns:a16="http://schemas.microsoft.com/office/drawing/2014/main" id="{B875B4A1-60BC-4F6B-873E-52E397A9AC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6EE6F14-2164-49BF-A2DA-AA08090F7DD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2C9B545F-0B20-4E09-91E7-D711C8397D2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if the needle is inserted into a collapsed vein Needle inserted into a collapsed vein TASTYALE Withdraw the needle and attempt insertion elsewhere Vein has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infiltrated Infiltration may occur if the needle is partially inserted and blood leaks out.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Provide immediate pressure dressing Venipuncture Technique, 1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a:t>
            </a:r>
          </a:p>
        </p:txBody>
      </p:sp>
      <p:sp>
        <p:nvSpPr>
          <p:cNvPr id="6" name="">
            <a:extLst xmlns:a="http://schemas.openxmlformats.org/drawingml/2006/main">
              <a:ext uri="{FF2B5EF4-FFF2-40B4-BE49-F238E27FC236}">
                <a16:creationId xmlns:a16="http://schemas.microsoft.com/office/drawing/2014/main" id="{FEE85E4C-3305-491E-BED3-CEF77D5844B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74A2328-60B5-41BE-8A08-DBC0B7427C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113</a:t>
            </a:r>
          </a:p>
        </p:txBody>
      </p:sp>
    </p:spTree>
    <p:extLst>
      <p:ext uri="{BB962C8B-B14F-4D97-AF65-F5344CB8AC3E}">
        <p14:creationId xmlns:p14="http://schemas.microsoft.com/office/powerpoint/2010/main" val="1118968983"/>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366210-73CB-4C0F-8A92-E581E5717D5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10CF700-CC27-4059-A38B-9D9FF65469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43"/>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Needle inserted to far and penetrated through the vein — continued</a:t>
            </a:r>
          </a:p>
        </p:txBody>
      </p:sp>
      <p:sp>
        <p:nvSpPr>
          <p:cNvPr id="3" name="">
            <a:extLst xmlns:a="http://schemas.openxmlformats.org/drawingml/2006/main">
              <a:ext uri="{FF2B5EF4-FFF2-40B4-BE49-F238E27FC236}">
                <a16:creationId xmlns:a16="http://schemas.microsoft.com/office/drawing/2014/main" id="{9EF57C5C-F375-4820-B61B-BEA4252333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04752F3-ABD3-42BB-81D5-0017A4AA5F9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830CC7AE-AC01-4ED2-AB64-D4FD518592F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Stabilize the distended vein, with non-dominant hand and pull the skin taut in a stretching downward direction.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Thumb should be 1-1/2 inches below insertion site 103</a:t>
            </a:r>
          </a:p>
        </p:txBody>
      </p:sp>
      <p:sp>
        <p:nvSpPr>
          <p:cNvPr id="6" name="">
            <a:extLst xmlns:a="http://schemas.openxmlformats.org/drawingml/2006/main">
              <a:ext uri="{FF2B5EF4-FFF2-40B4-BE49-F238E27FC236}">
                <a16:creationId xmlns:a16="http://schemas.microsoft.com/office/drawing/2014/main" id="{9E4414C9-A2DD-4B55-9A3D-8A2E9CCBEAF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0BF2787-4CE8-43C7-A893-5ABC9C6D91E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113</a:t>
            </a:r>
          </a:p>
        </p:txBody>
      </p:sp>
    </p:spTree>
    <p:extLst>
      <p:ext uri="{BB962C8B-B14F-4D97-AF65-F5344CB8AC3E}">
        <p14:creationId xmlns:p14="http://schemas.microsoft.com/office/powerpoint/2010/main" val="1797674930"/>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F2AAB7-130D-49D1-9077-9BAF69DA46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1A027EA-BDBD-4B98-B1FC-37F7CE98F8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a:t>
            </a:r>
          </a:p>
        </p:txBody>
      </p:sp>
      <p:sp>
        <p:nvSpPr>
          <p:cNvPr id="3" name="">
            <a:extLst xmlns:a="http://schemas.openxmlformats.org/drawingml/2006/main">
              <a:ext uri="{FF2B5EF4-FFF2-40B4-BE49-F238E27FC236}">
                <a16:creationId xmlns:a16="http://schemas.microsoft.com/office/drawing/2014/main" id="{1FA0EDA5-527E-4209-8B4E-2EB3DDC015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B6546A2-BFEE-443B-9461-AD480E5846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436F5F84-4AE5-4679-8E7D-E32D7B4CBD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catheter in the direction of the blood flow, bevel up and push-off tab in the up position.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Just above the vein utilizing a 15-30 degree angle.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entering the vein: a popping sensation can be felt) Check for blood flashback into IV chamber, if not present advance catheter slightly.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called threading the catheter.) If needed, advance catheter and needle just slightly to assure full catheter entry into lumen of the vein.</a:t>
            </a:r>
          </a:p>
        </p:txBody>
      </p:sp>
      <p:sp>
        <p:nvSpPr>
          <p:cNvPr id="6" name="">
            <a:extLst xmlns:a="http://schemas.openxmlformats.org/drawingml/2006/main">
              <a:ext uri="{FF2B5EF4-FFF2-40B4-BE49-F238E27FC236}">
                <a16:creationId xmlns:a16="http://schemas.microsoft.com/office/drawing/2014/main" id="{D7F34291-0ECF-4686-AD69-DF99113C1DC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6A038AE-6283-4405-B251-5B47AA9D4E6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463482212"/>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BFE5E1-C778-4DCC-A379-2A2CC860E3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E6D90E2-50AF-4403-BE7B-144995875D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C1456485-9938-4741-8E30-C2EBDC2D673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3F341D3-FBCE-4D80-887C-EDA4EB689D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64ED3E5B-A5E2-4598-9FAA-F62433F219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force the catheter into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Holding rib housing of the catheter stable, place index finger behind primary push off tab and advance catheter off needle to the desired length within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Do not re-insert needle into catheter as it may cause catheter embolism Release the tourniquet, and now withdraw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 may leave the tip of the needle in the catheter until such time as you are ready to insert IV tubing or Heparin Lock to reduce the chance of bleeding Stabilize catheter hub with</a:t>
            </a:r>
          </a:p>
        </p:txBody>
      </p:sp>
      <p:sp>
        <p:nvSpPr>
          <p:cNvPr id="6" name="">
            <a:extLst xmlns:a="http://schemas.openxmlformats.org/drawingml/2006/main">
              <a:ext uri="{FF2B5EF4-FFF2-40B4-BE49-F238E27FC236}">
                <a16:creationId xmlns:a16="http://schemas.microsoft.com/office/drawing/2014/main" id="{CB24228D-D342-4F11-BF06-78B93EEB0BD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C9CBA31-B87D-4681-B4FD-00F85BC158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106051309"/>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E6372A-54AA-4D01-B0ED-7E8710F6D9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1BA49E-D841-4168-B18C-F76B3B5992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180B66DB-2A1F-40AE-B9DB-AF0B0E85BAF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F1197CE-1C8C-4CDD-8F91-451BDCECB0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4A5E9E20-8D7E-40CF-A055-D9DAE79AF38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non-dominant thumb and index finger while at same time putting gentle pressure just above tip of catheter with the third or forth fingers.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completely and replace it with a Heparin cap or flushed IV administration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Flush the site with a small amount of fluid to assure patency Apply dressing - Transparent Semi-Permeable (TSM ) or sterile cotton dressing, and properly label dressing and tubing Note: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Never try more than twice to start an IV...Get another nurse to try !</a:t>
            </a:r>
          </a:p>
        </p:txBody>
      </p:sp>
      <p:sp>
        <p:nvSpPr>
          <p:cNvPr id="6" name="">
            <a:extLst xmlns:a="http://schemas.openxmlformats.org/drawingml/2006/main">
              <a:ext uri="{FF2B5EF4-FFF2-40B4-BE49-F238E27FC236}">
                <a16:creationId xmlns:a16="http://schemas.microsoft.com/office/drawing/2014/main" id="{A27603BA-9A3D-4667-862E-66FFC37AB6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59A6CE9-C625-49B0-B6DC-5848D3E8E19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268503323"/>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C0C2C9-EF2D-4024-B246-C5B04BB4AA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C8B2AA-D0E3-4CD0-A806-00B59670FC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1A379D5A-A7BA-419C-8D2D-029C9FC8ADB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5C96AE7-C258-4AE9-A53C-ECA9CC84876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A444CB12-4FA4-4E74-B73B-35053CD7BE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Technique, 2 Handed Method Remove catheter from the package, Inspect IV for any imperfections and insure proper seating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keep IV sterile Grasp the catheter hub with thumb and forefinger of dominant hand Stabilize the distended vein, with non-dominant hand and pull the skin taut in a stretching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downward direction.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Thumb should be 1-1/2 inches below insertion site 104</a:t>
            </a:r>
          </a:p>
        </p:txBody>
      </p:sp>
      <p:sp>
        <p:nvSpPr>
          <p:cNvPr id="6" name="">
            <a:extLst xmlns:a="http://schemas.openxmlformats.org/drawingml/2006/main">
              <a:ext uri="{FF2B5EF4-FFF2-40B4-BE49-F238E27FC236}">
                <a16:creationId xmlns:a16="http://schemas.microsoft.com/office/drawing/2014/main" id="{6302F551-BB4A-41A7-BE52-0A840692ECA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E6AC937-281B-48F9-BD12-59C6F002D2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114</a:t>
            </a:r>
          </a:p>
        </p:txBody>
      </p:sp>
    </p:spTree>
    <p:extLst>
      <p:ext uri="{BB962C8B-B14F-4D97-AF65-F5344CB8AC3E}">
        <p14:creationId xmlns:p14="http://schemas.microsoft.com/office/powerpoint/2010/main" val="444386072"/>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CB7E15-DACF-45CE-B7AB-15CDA931BB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DBE79E-3FB6-4973-BC1D-DFBD894D61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a:t>
            </a:r>
          </a:p>
        </p:txBody>
      </p:sp>
      <p:sp>
        <p:nvSpPr>
          <p:cNvPr id="3" name="">
            <a:extLst xmlns:a="http://schemas.openxmlformats.org/drawingml/2006/main">
              <a:ext uri="{FF2B5EF4-FFF2-40B4-BE49-F238E27FC236}">
                <a16:creationId xmlns:a16="http://schemas.microsoft.com/office/drawing/2014/main" id="{B3C4A7FA-993B-400D-A22F-49BB88485B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DA13875-8A3D-43F3-94D1-48D90C73097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C799A0FF-F0F9-43BF-8569-95006CD82BF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catheter in the direction of the blood flow, bevel up and push-off tab in the up position Just above the vein utilizing a 15-30 degree angle.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entering the vein: a popping sensation can be felt) Check for blood flashback into IV chamber, if not present advance catheter slightly.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is called threading the catheter.) If needed, advance catheter and needle just slightly to assure full catheter entry into lumen of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force the catheter into vein.</a:t>
            </a:r>
          </a:p>
        </p:txBody>
      </p:sp>
      <p:sp>
        <p:nvSpPr>
          <p:cNvPr id="6" name="">
            <a:extLst xmlns:a="http://schemas.openxmlformats.org/drawingml/2006/main">
              <a:ext uri="{FF2B5EF4-FFF2-40B4-BE49-F238E27FC236}">
                <a16:creationId xmlns:a16="http://schemas.microsoft.com/office/drawing/2014/main" id="{864C373A-BA2D-40AB-AB5B-AE87A4F20D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40802AC-7208-43F8-84DD-2562B3FCEF9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170791680"/>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8F1FE4-7125-473E-B8EE-FBA4CEA2945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A100C02-F53B-41FF-8789-A175E1107B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0DC98FE8-C3A6-4FE3-BD89-D097515AADE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D8B92F5-3EEE-424A-B13D-2F641259698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7141C992-C8C3-49BE-99EA-2967D0E38D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Holding the IV stable with the dominant hand, advance the catheter with nondominant hand by pushing the catheter completely off the needle into the vein to the desired position.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and now withdraw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(you may leave the tip of the needle in the catheter until such time as you are ready to insert IV tubing or Heparin Lock to reduce the chance of bleeding Note :</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 not re-insert needle into catheter as it may cause catheter embolism.</a:t>
            </a:r>
          </a:p>
        </p:txBody>
      </p:sp>
      <p:sp>
        <p:nvSpPr>
          <p:cNvPr id="6" name="">
            <a:extLst xmlns:a="http://schemas.openxmlformats.org/drawingml/2006/main">
              <a:ext uri="{FF2B5EF4-FFF2-40B4-BE49-F238E27FC236}">
                <a16:creationId xmlns:a16="http://schemas.microsoft.com/office/drawing/2014/main" id="{E83002BD-B417-46F2-B64B-B83D98E334E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5AE7A1-D230-4AD1-B2C4-0C34090981F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651752812"/>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288F0D-7FE4-443E-A125-6A07C178BC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D96AAF-085F-4199-B9A8-72399B60A7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9C6FB836-DE52-4E49-8773-3A602D90BC3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2DDC1BE-F498-4CC8-A17F-68315D1906D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F180C354-9C1F-46B4-B501-0B89761D75F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catheter hub with non-dominant thumb and index finger while at same time putting gentle pressure just above tip of catheter with the third or forth fingers.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Withdraw the needle completely and replace the it with a Heparin type cap or a pre-flushed IV administration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Flush site with small amount of fluid to assure patency Apply dressing - Transparent Semi-Permeable (TSM ) or sterile cotton dressing, and properly label dressing and tubing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Floating Method of Advancing the Catheter The floating method has been shown to be an effective troubleshooting technique for difficulties encountered while threading the catheter.</a:t>
            </a:r>
          </a:p>
        </p:txBody>
      </p:sp>
      <p:sp>
        <p:nvSpPr>
          <p:cNvPr id="6" name="">
            <a:extLst xmlns:a="http://schemas.openxmlformats.org/drawingml/2006/main">
              <a:ext uri="{FF2B5EF4-FFF2-40B4-BE49-F238E27FC236}">
                <a16:creationId xmlns:a16="http://schemas.microsoft.com/office/drawing/2014/main" id="{838E9BC1-7D4A-424C-BE0F-1FB0680944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61EDB04-E0B9-419A-8134-561A3EF326F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680917000"/>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B6129A-1C79-42BA-A9F7-4A1C9A03DE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F78F6A-3638-408A-BA30-09138ACC3A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94E04181-0E58-442E-A1EA-72383422880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4838238-1495-4727-B6B6-D765F5DBAD7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F228C22C-DB4A-4AB4-896C-543C63A8DE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 If difficulty is encountered threading the catheter into the vein after venipuncture, (with evidence of blood return in the flashback chamber), remove the needle and attach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either a 3 cc syringe of Normal Saline or a primed administration set with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Attempt to float the catheter into the vein by gently administering fluids while advancing the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any signs of infiltration occur stop immediately and remove the catheter.</a:t>
            </a:r>
          </a:p>
        </p:txBody>
      </p:sp>
      <p:sp>
        <p:nvSpPr>
          <p:cNvPr id="6" name="">
            <a:extLst xmlns:a="http://schemas.openxmlformats.org/drawingml/2006/main">
              <a:ext uri="{FF2B5EF4-FFF2-40B4-BE49-F238E27FC236}">
                <a16:creationId xmlns:a16="http://schemas.microsoft.com/office/drawing/2014/main" id="{40981854-AB44-49F0-AEA6-BDD925C3421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4538FC-2136-434A-900C-60ABE9A67C2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551701085"/>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5928DF3-FF74-4939-9109-3B453B0F78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87BB77F-A116-4A1C-AC3C-E13B6971F4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Hold catheter hub steady with dominant hand, and insert needle into skin — continued</a:t>
            </a:r>
          </a:p>
        </p:txBody>
      </p:sp>
      <p:sp>
        <p:nvSpPr>
          <p:cNvPr id="3" name="">
            <a:extLst xmlns:a="http://schemas.openxmlformats.org/drawingml/2006/main">
              <a:ext uri="{FF2B5EF4-FFF2-40B4-BE49-F238E27FC236}">
                <a16:creationId xmlns:a16="http://schemas.microsoft.com/office/drawing/2014/main" id="{17C2E831-2152-4658-9E30-435C317815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84B3868-7C59-49FC-A5FC-30A6C298EE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5F437C29-AFC5-461E-97B1-5A4C8FEAED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105-</a:t>
            </a:r>
          </a:p>
        </p:txBody>
      </p:sp>
      <p:sp>
        <p:nvSpPr>
          <p:cNvPr id="6" name="">
            <a:extLst xmlns:a="http://schemas.openxmlformats.org/drawingml/2006/main">
              <a:ext uri="{FF2B5EF4-FFF2-40B4-BE49-F238E27FC236}">
                <a16:creationId xmlns:a16="http://schemas.microsoft.com/office/drawing/2014/main" id="{71B5BB61-2CDB-475C-8423-E1F691350C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6B37DA1-8C5A-4480-9584-293CABD92D2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115</a:t>
            </a:r>
          </a:p>
        </p:txBody>
      </p:sp>
    </p:spTree>
    <p:extLst>
      <p:ext uri="{BB962C8B-B14F-4D97-AF65-F5344CB8AC3E}">
        <p14:creationId xmlns:p14="http://schemas.microsoft.com/office/powerpoint/2010/main" val="1345474223"/>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23B90A-21DF-47D8-8A0B-5DC4D444A5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0848413-B996-44C7-A9A4-2C842517CD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a:t>
            </a:r>
          </a:p>
        </p:txBody>
      </p:sp>
      <p:sp>
        <p:nvSpPr>
          <p:cNvPr id="3" name="">
            <a:extLst xmlns:a="http://schemas.openxmlformats.org/drawingml/2006/main">
              <a:ext uri="{FF2B5EF4-FFF2-40B4-BE49-F238E27FC236}">
                <a16:creationId xmlns:a16="http://schemas.microsoft.com/office/drawing/2014/main" id="{32E911FD-87A3-403C-8BAD-BE12319E48E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BF8C597-BB16-4470-A780-5110A76464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387EA881-940F-44C7-A87C-BE7F91206B5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*Wash hands *Remove needle from package and inspect for flaws *Apply personal protective equipment *Hold needle bevel up, grasping wings with dominant hand *Stabilize vein using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non-dominant thumb and pull skin taut in a downward direction *Point needle directly over selected vein at 15-30 degree angle in the direction of blood flow *Insert needle through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and into vein *Check for blood return or a Flash to assure vein patency *Continue advancing the entire needle into the vein *Remove tourniquet, attach tubing or appliance to hub Allow</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blood flow to return up Butterfly tubing to remove all of the air from tubing.</a:t>
            </a:r>
          </a:p>
        </p:txBody>
      </p:sp>
      <p:sp>
        <p:nvSpPr>
          <p:cNvPr id="6" name="">
            <a:extLst xmlns:a="http://schemas.openxmlformats.org/drawingml/2006/main">
              <a:ext uri="{FF2B5EF4-FFF2-40B4-BE49-F238E27FC236}">
                <a16:creationId xmlns:a16="http://schemas.microsoft.com/office/drawing/2014/main" id="{63A94008-7475-4FA5-B4E2-7FBF70CFC0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B48F82A-F88C-4A75-BFB5-7B510C17E4D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178268660"/>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3ED4BC-0252-40AF-A52F-E9F9AD263A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CCC9FFF-1B61-462C-89AA-AF33707B22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 — continued</a:t>
            </a:r>
          </a:p>
        </p:txBody>
      </p:sp>
      <p:sp>
        <p:nvSpPr>
          <p:cNvPr id="3" name="">
            <a:extLst xmlns:a="http://schemas.openxmlformats.org/drawingml/2006/main">
              <a:ext uri="{FF2B5EF4-FFF2-40B4-BE49-F238E27FC236}">
                <a16:creationId xmlns:a16="http://schemas.microsoft.com/office/drawing/2014/main" id="{49628759-0217-4014-A331-15CE16C4EB7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D015AE9-8AEC-4863-9165-F79CF587F1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481445A5-DD92-4ABA-A947-8EF91060AA2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Attach IV lock or flushed IV tubing and flush tubing with solution to assure patency.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Apply Dressing - Transparent Semi-Permeable (TSM ) or sterile cotton dressing, and properly label dressing and tubing Techniques for Securing the Site Once the catheter has been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threaded into the vein, place an anchoring piece of tape at the connection of the hub and appliance.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will free your hands to gather the dressing and place it over the insertion site.(to follow is an in-depth look at the various types of dressings available on the market today)</a:t>
            </a:r>
          </a:p>
        </p:txBody>
      </p:sp>
      <p:sp>
        <p:nvSpPr>
          <p:cNvPr id="6" name="">
            <a:extLst xmlns:a="http://schemas.openxmlformats.org/drawingml/2006/main">
              <a:ext uri="{FF2B5EF4-FFF2-40B4-BE49-F238E27FC236}">
                <a16:creationId xmlns:a16="http://schemas.microsoft.com/office/drawing/2014/main" id="{7ACF206A-AB12-4D6A-A69A-AFACC1FC577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499F931-14FB-4675-857D-79428D401E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1730036090"/>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B751AF-AC55-4B37-B46B-D37839A1899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6321303-0F3E-47E8-AD0A-25AA5C9B3C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Venipuncture Technique, Steel Needle (Butterfly type) — continued</a:t>
            </a:r>
          </a:p>
        </p:txBody>
      </p:sp>
      <p:sp>
        <p:nvSpPr>
          <p:cNvPr id="3" name="">
            <a:extLst xmlns:a="http://schemas.openxmlformats.org/drawingml/2006/main">
              <a:ext uri="{FF2B5EF4-FFF2-40B4-BE49-F238E27FC236}">
                <a16:creationId xmlns:a16="http://schemas.microsoft.com/office/drawing/2014/main" id="{AC4538A8-B558-44D1-8D5C-FE2C7F93B7E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2D2F452-CE74-4C57-9EA7-F47E25D652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ED276ADF-6D98-4484-90A5-2FCC5EAC1E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Tape must be placed so as not to obstruct the visualization of the insertion site and ascending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the sticky side up under the hub area and cross one side of the tape over onto the dressing and do the same with the other tab in a crisscross method.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Chevron method will stabilize your hub and direct pressure onto the dressing.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Various methods may be used such as the H method or straight type of 106</a:t>
            </a:r>
          </a:p>
        </p:txBody>
      </p:sp>
      <p:sp>
        <p:nvSpPr>
          <p:cNvPr id="6" name="">
            <a:extLst xmlns:a="http://schemas.openxmlformats.org/drawingml/2006/main">
              <a:ext uri="{FF2B5EF4-FFF2-40B4-BE49-F238E27FC236}">
                <a16:creationId xmlns:a16="http://schemas.microsoft.com/office/drawing/2014/main" id="{04A5C4AC-AE4F-4C1B-9A16-F1D8E973FBA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FC46965-D419-4768-A993-4DA705CEDDC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116</a:t>
            </a:r>
          </a:p>
        </p:txBody>
      </p:sp>
    </p:spTree>
    <p:extLst>
      <p:ext uri="{BB962C8B-B14F-4D97-AF65-F5344CB8AC3E}">
        <p14:creationId xmlns:p14="http://schemas.microsoft.com/office/powerpoint/2010/main" val="1954167346"/>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2DB187-FA42-4A0D-92AA-BF1705F528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745298F-F0CE-40E4-854F-FD4322812FE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a:t>
            </a:r>
          </a:p>
        </p:txBody>
      </p:sp>
      <p:sp>
        <p:nvSpPr>
          <p:cNvPr id="3" name="">
            <a:extLst xmlns:a="http://schemas.openxmlformats.org/drawingml/2006/main">
              <a:ext uri="{FF2B5EF4-FFF2-40B4-BE49-F238E27FC236}">
                <a16:creationId xmlns:a16="http://schemas.microsoft.com/office/drawing/2014/main" id="{1DA58C16-4ED3-4797-9FD3-FBD5D99AC1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4B5E9BD-0533-4568-A582-69D6306445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BAB56E06-FC4B-4552-80AE-F8E9E19AD91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tape securing method.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Follow facility policy for dressings, and be sure to check patient allergies prior to the application of tape, and antimicrobial agents.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Remember to label dressing with your name, date, time, and size of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using a transparent, semi-permeable membrane dressing, no tape can be placed over this dressing, as it impedes the permeability properties.</a:t>
            </a:r>
          </a:p>
        </p:txBody>
      </p:sp>
      <p:sp>
        <p:nvSpPr>
          <p:cNvPr id="6" name="">
            <a:extLst xmlns:a="http://schemas.openxmlformats.org/drawingml/2006/main">
              <a:ext uri="{FF2B5EF4-FFF2-40B4-BE49-F238E27FC236}">
                <a16:creationId xmlns:a16="http://schemas.microsoft.com/office/drawing/2014/main" id="{C3E0B9A5-E9CF-43F3-829F-B9932517E6E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53F775D-E5A4-436C-A2BE-98B187FA928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844120898"/>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309453-179E-470A-8BE4-DEB1459D2E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0ABB57C-565A-4811-8B85-4341AD8DBFB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72433BCA-3FC1-49E0-B7BF-8BD132624C3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C8731C4-A93A-4D2A-85A9-023E43D2E7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F889D495-139F-41B1-9FD3-F58F3A4F866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Dressing and Site Care Standards of the Intravenous Nurses Society (INS) - The Intravenous Nurse Society sets the standards for care, as a national organization, throughout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intravenous community.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following protocols are from the standards set forth by this organization and may not reflect actual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standards are recognized throughout the health community and are used as a basis on which each facility formulates its own policy and procedure.</a:t>
            </a:r>
          </a:p>
        </p:txBody>
      </p:sp>
      <p:sp>
        <p:nvSpPr>
          <p:cNvPr id="6" name="">
            <a:extLst xmlns:a="http://schemas.openxmlformats.org/drawingml/2006/main">
              <a:ext uri="{FF2B5EF4-FFF2-40B4-BE49-F238E27FC236}">
                <a16:creationId xmlns:a16="http://schemas.microsoft.com/office/drawing/2014/main" id="{0D92BC12-2B9E-4F41-9176-0AE31A7599C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2854D4A-DD5D-4FB0-BF72-CD3EBD08A48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582122952"/>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B6C315-1490-46CE-B516-8985EEF5912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3A021C9-A2F2-488E-84E4-FB3B3CF4FE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6F4D34ED-F9CA-40C0-9CE5-4CCD4E8C32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D23D398-DF6E-421A-BDE4-57F477E59F7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E6B4E653-31D9-492C-ACDA-75826EED42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purpose of dressing and site care is to allow for the inspection of the insertion site and limit the chances of microbial infections.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removing old dressing take care not to dislodge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*Signs and symptoms of inflammation, redness, or drainage at the site should be reported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*Documentation should also include condition of the site.</a:t>
            </a:r>
          </a:p>
        </p:txBody>
      </p:sp>
      <p:sp>
        <p:nvSpPr>
          <p:cNvPr id="6" name="">
            <a:extLst xmlns:a="http://schemas.openxmlformats.org/drawingml/2006/main">
              <a:ext uri="{FF2B5EF4-FFF2-40B4-BE49-F238E27FC236}">
                <a16:creationId xmlns:a16="http://schemas.microsoft.com/office/drawing/2014/main" id="{5BF4E281-2490-4E0F-BA60-412553D204A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4B2004-B1A5-45C7-9127-868CD370A63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1789187059"/>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99389C-AA27-4283-94BC-3E7142D139A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1E4546-FF85-4B5D-8F09-C93B600DDC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0255110B-DF99-4F91-B6CB-40D583977A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53CC4D1-7266-4640-8427-F141FEBFFB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62E43CEC-833A-4B62-8581-9618E863A1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Sterile Gauze Dressings *These dressings cover the insertion site and prevent visualization.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Therefore, it is a standard in the community to change these dressings every 24 hours, or per facility policy.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*Check facility policy regarding the use of antimicrobial agents applied at the insertion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Transparent Semi Permeable Membrane Dressings *These dressings have a 7-day change standard.</a:t>
            </a:r>
          </a:p>
        </p:txBody>
      </p:sp>
      <p:sp>
        <p:nvSpPr>
          <p:cNvPr id="6" name="">
            <a:extLst xmlns:a="http://schemas.openxmlformats.org/drawingml/2006/main">
              <a:ext uri="{FF2B5EF4-FFF2-40B4-BE49-F238E27FC236}">
                <a16:creationId xmlns:a16="http://schemas.microsoft.com/office/drawing/2014/main" id="{83AB6687-E975-4C9F-954F-48C58CAEEB9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1829434-842A-480E-AB9F-451083CE38C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952605153"/>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12FCB7-BA39-443E-81B4-F518F7842A3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361ED61-9C7E-4834-BDF1-42A23BDA4D7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If a patient is restrained, avoid venipuncture in areas such as wrists and hands. — continued</a:t>
            </a:r>
          </a:p>
        </p:txBody>
      </p:sp>
      <p:sp>
        <p:nvSpPr>
          <p:cNvPr id="3" name="">
            <a:extLst xmlns:a="http://schemas.openxmlformats.org/drawingml/2006/main">
              <a:ext uri="{FF2B5EF4-FFF2-40B4-BE49-F238E27FC236}">
                <a16:creationId xmlns:a16="http://schemas.microsoft.com/office/drawing/2014/main" id="{90B2661A-BB95-442E-AB28-CEC9E3B826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30DDA4C-8100-420B-A77F-B16D118BB9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42AF5520-E781-4CCB-BBE9-2FA83C3E72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However, many tacilities still require they be changed every 48-72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use of tape over these dressings is contraindicated, as covering the membrane itself reduces permeability and airflow.</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Transparent Dressings *Also called Op-Site, Tegaderm, etc., these transparent dressings are the major dressing used in peripheral IV therapy.</a:t>
            </a:r>
          </a:p>
        </p:txBody>
      </p:sp>
      <p:sp>
        <p:nvSpPr>
          <p:cNvPr id="6" name="">
            <a:extLst xmlns:a="http://schemas.openxmlformats.org/drawingml/2006/main">
              <a:ext uri="{FF2B5EF4-FFF2-40B4-BE49-F238E27FC236}">
                <a16:creationId xmlns:a16="http://schemas.microsoft.com/office/drawing/2014/main" id="{18FF71A1-BCAE-40B0-A9CD-0657DD61B7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67BD95D-293D-4ADF-922F-E37512E3CD5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117</a:t>
            </a:r>
          </a:p>
        </p:txBody>
      </p:sp>
    </p:spTree>
    <p:extLst>
      <p:ext uri="{BB962C8B-B14F-4D97-AF65-F5344CB8AC3E}">
        <p14:creationId xmlns:p14="http://schemas.microsoft.com/office/powerpoint/2010/main" val="1763019894"/>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9A5F94B-D405-4055-BD1D-8248F7F489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A3318B-98E0-486C-AC01-47EABC7C64F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a:t>
            </a:r>
          </a:p>
        </p:txBody>
      </p:sp>
      <p:sp>
        <p:nvSpPr>
          <p:cNvPr id="3" name="">
            <a:extLst xmlns:a="http://schemas.openxmlformats.org/drawingml/2006/main">
              <a:ext uri="{FF2B5EF4-FFF2-40B4-BE49-F238E27FC236}">
                <a16:creationId xmlns:a16="http://schemas.microsoft.com/office/drawing/2014/main" id="{CB722461-C3EA-4CE6-ACE5-7770871935F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E426AF3-5288-49EC-8C17-A26F395282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2606A3DA-5FC6-4768-999F-70FE1A31713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same time, the site and tubing can be changed.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*Covering the dressing with silk tape precludes visualization of the insertion site and is not recommended.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Note: Loss of occlusiviness, excessive drainage, excessive perspiration can all be reasons to change a dressing prior to the due date.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Splints and Restraints Purpose of Splinting and Restraining:</a:t>
            </a:r>
          </a:p>
        </p:txBody>
      </p:sp>
      <p:sp>
        <p:nvSpPr>
          <p:cNvPr id="6" name="">
            <a:extLst xmlns:a="http://schemas.openxmlformats.org/drawingml/2006/main">
              <a:ext uri="{FF2B5EF4-FFF2-40B4-BE49-F238E27FC236}">
                <a16:creationId xmlns:a16="http://schemas.microsoft.com/office/drawing/2014/main" id="{15C98344-D228-4A57-892D-E75D259D7E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27E3E8D-06C4-4D1E-9386-D64808FB69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1860897149"/>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C0D5B6-A5DC-4996-BF69-F9AF640950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FD6B96-2242-4F48-8C5B-BB6FA90F8F2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DB457D94-3039-4CA8-9586-0A7E226FCC0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5F7D631-7DBC-41CD-BD3C-1CEE65B68D3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F49F0B17-E0E6-49E0-A40A-93092D6CE6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site at a joint or area of flexion *Patient is restless *Patient is combative or confused Documentation of IV Therapy Documentation provides information regarding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 process as follows: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*Type of catheter/needle used *Size of catheter/needle used *Date and time of venipuncture *Number of sticks to initiate successful IV *Name and title of nurse initiating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venipuncture/IV *Type of solution, amount, and any additives to the solution *Flow rate of solution * Any unusual symptoms or reactions *Type of site care and dressing Labeling solution</a:t>
            </a:r>
          </a:p>
        </p:txBody>
      </p:sp>
      <p:sp>
        <p:nvSpPr>
          <p:cNvPr id="6" name="">
            <a:extLst xmlns:a="http://schemas.openxmlformats.org/drawingml/2006/main">
              <a:ext uri="{FF2B5EF4-FFF2-40B4-BE49-F238E27FC236}">
                <a16:creationId xmlns:a16="http://schemas.microsoft.com/office/drawing/2014/main" id="{F136240B-C77B-4083-991E-E231422310A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633CAA5-B3E5-44E5-A985-9C08D15551A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1241048987"/>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64B26B6-C243-4306-889A-13D78DC5D0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FE70A9-91C9-49C3-8B8F-EC1557FCF0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dressing is changed every 48-72 hours, or per facility policy. At — continued</a:t>
            </a:r>
          </a:p>
        </p:txBody>
      </p:sp>
      <p:sp>
        <p:nvSpPr>
          <p:cNvPr id="3" name="">
            <a:extLst xmlns:a="http://schemas.openxmlformats.org/drawingml/2006/main">
              <a:ext uri="{FF2B5EF4-FFF2-40B4-BE49-F238E27FC236}">
                <a16:creationId xmlns:a16="http://schemas.microsoft.com/office/drawing/2014/main" id="{F40AD7D5-044D-4349-910F-14EB397FEA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675A915-4572-4504-A978-BEC8EDF1F19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323E9ECB-5DD7-42F5-9E08-C2342B1C6A1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*Label the solution container with patient name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ID number, and room number (should pharmacy add the medication, this should already be on the pharmacy label) *Include additives on the label, drug, amount, and base solution.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sure to sign or initial if you perform the addition to the container, and date and time the addition.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*Drip rate *Date and time IV was hung, and nurse hanging solution *Time sequence, and container number # As with any IV set, be sure to date and time the administration set 108</a:t>
            </a:r>
          </a:p>
        </p:txBody>
      </p:sp>
      <p:sp>
        <p:nvSpPr>
          <p:cNvPr id="6" name="">
            <a:extLst xmlns:a="http://schemas.openxmlformats.org/drawingml/2006/main">
              <a:ext uri="{FF2B5EF4-FFF2-40B4-BE49-F238E27FC236}">
                <a16:creationId xmlns:a16="http://schemas.microsoft.com/office/drawing/2014/main" id="{451B3739-5C67-4E50-9925-73A894B0BB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16894D-9AA7-493C-976C-AA458B38A4D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118</a:t>
            </a:r>
          </a:p>
        </p:txBody>
      </p:sp>
    </p:spTree>
    <p:extLst>
      <p:ext uri="{BB962C8B-B14F-4D97-AF65-F5344CB8AC3E}">
        <p14:creationId xmlns:p14="http://schemas.microsoft.com/office/powerpoint/2010/main" val="1760529055"/>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CA7494-5FFB-4A60-B9B5-A47DF075E1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6577B4-F426-4D74-B674-67E1927124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a:t>
            </a:r>
          </a:p>
        </p:txBody>
      </p:sp>
      <p:sp>
        <p:nvSpPr>
          <p:cNvPr id="3" name="">
            <a:extLst xmlns:a="http://schemas.openxmlformats.org/drawingml/2006/main">
              <a:ext uri="{FF2B5EF4-FFF2-40B4-BE49-F238E27FC236}">
                <a16:creationId xmlns:a16="http://schemas.microsoft.com/office/drawing/2014/main" id="{C1A58430-A258-48AA-B79D-ACD3F753CC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7C35D05-0BA4-4147-8FEF-F4F3792C4C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F1CC9C9D-3AC7-41B0-9607-E33F394B7D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General Overview of starting an IV Preparing the arm: Apply a tourniquet high on the upper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should be tight enough to visibly indent the skin without causing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order to maximize venous engorgement, have the patient squeeze his hand into a fist several times.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start the search for suitable distended subcutaneous veins.</a:t>
            </a:r>
          </a:p>
        </p:txBody>
      </p:sp>
      <p:sp>
        <p:nvSpPr>
          <p:cNvPr id="6" name="">
            <a:extLst xmlns:a="http://schemas.openxmlformats.org/drawingml/2006/main">
              <a:ext uri="{FF2B5EF4-FFF2-40B4-BE49-F238E27FC236}">
                <a16:creationId xmlns:a16="http://schemas.microsoft.com/office/drawing/2014/main" id="{4303220C-BACB-492F-8F69-976665FD20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E3B319B-4AED-43C0-B2C1-DBBBFC1C5DA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1153875659"/>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CAFDB5-CB85-422D-8EC9-E9B2110114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CDC521A-2254-491B-B7EC-4B246E4B74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40890127-F08C-4302-8474-35B6A7DBC48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3EB2DC5-81A6-472D-8B21-532A860E04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6B8B9664-5592-4E10-807E-E7E732BB9F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cannot see any veins popping up from the distention caused by the tourniquet, you can sometimes feel them by palpating the arm.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still cannot find any veins, then it might be useful to cover the arm in a warm compress to help with peripheral vasodilation.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a meticulous search no veins are found; release the tourniquet from above the elbow, place it around the forearm and search in the distal forearm, wrist and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no suitable veins are found, then you will have to move to the other arm.</a:t>
            </a:r>
          </a:p>
        </p:txBody>
      </p:sp>
      <p:sp>
        <p:nvSpPr>
          <p:cNvPr id="6" name="">
            <a:extLst xmlns:a="http://schemas.openxmlformats.org/drawingml/2006/main">
              <a:ext uri="{FF2B5EF4-FFF2-40B4-BE49-F238E27FC236}">
                <a16:creationId xmlns:a16="http://schemas.microsoft.com/office/drawing/2014/main" id="{5B1AB573-8A2D-40F9-A983-E78174571CA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5B18AAB-28BB-46F9-95BD-56FBA774384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150541641"/>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644D4E8-109F-48BA-ADDE-B2190C0DA6F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9A9A2F-CC49-4230-8532-2EAAF27D7E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D11EB1D5-D7F7-484E-9444-70109314613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3100B08-5CB5-491A-B46F-D3FEE34824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9B4AF2BE-0E36-4C23-BF51-14DB1BC2721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Be careful to stay away from arteries which are pulsatile Once a suitable vein is found, then it is necessary to clean and disinfect the area by swiping it several times with two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alcohol wipes.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arm is particularly hairy in this spot it may be necessary to use a disposable razor to shave the hair partially too make a region that will be clean.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Angiocatheter Usually a 20 or 22 gauge catheter is suitable.</a:t>
            </a:r>
          </a:p>
        </p:txBody>
      </p:sp>
      <p:sp>
        <p:nvSpPr>
          <p:cNvPr id="6" name="">
            <a:extLst xmlns:a="http://schemas.openxmlformats.org/drawingml/2006/main">
              <a:ext uri="{FF2B5EF4-FFF2-40B4-BE49-F238E27FC236}">
                <a16:creationId xmlns:a16="http://schemas.microsoft.com/office/drawing/2014/main" id="{92166EFE-B94C-4AC5-9282-9BE669BD2F5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DB2376-6138-4168-BDB4-514F4C3F4E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150011017"/>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7CED02-67E3-44B4-B69C-D1FFFD15430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C251AA-BC1D-4D7F-81AA-1A5331B7538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6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patient squeeze his hand into a fist several times. — continued</a:t>
            </a:r>
          </a:p>
        </p:txBody>
      </p:sp>
      <p:sp>
        <p:nvSpPr>
          <p:cNvPr id="3" name="">
            <a:extLst xmlns:a="http://schemas.openxmlformats.org/drawingml/2006/main">
              <a:ext uri="{FF2B5EF4-FFF2-40B4-BE49-F238E27FC236}">
                <a16:creationId xmlns:a16="http://schemas.microsoft.com/office/drawing/2014/main" id="{8A169194-0064-4E7C-8F1F-AB1371C6D9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005FD97-BED5-41DD-9595-D60F52B672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0D14EC14-C7FD-4D6D-B37B-57A4CDBD5E4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Take it apart and put it back together to get a sense of how it works and how much force is required to slide the plastic catheter over the metal stylet 109</a:t>
            </a:r>
          </a:p>
        </p:txBody>
      </p:sp>
      <p:sp>
        <p:nvSpPr>
          <p:cNvPr id="6" name="">
            <a:extLst xmlns:a="http://schemas.openxmlformats.org/drawingml/2006/main">
              <a:ext uri="{FF2B5EF4-FFF2-40B4-BE49-F238E27FC236}">
                <a16:creationId xmlns:a16="http://schemas.microsoft.com/office/drawing/2014/main" id="{38B94FB2-41FB-45C3-8DC2-5205A6FC6B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46C813B-9751-472C-B68D-0317CD1AAA5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119</a:t>
            </a:r>
          </a:p>
        </p:txBody>
      </p:sp>
    </p:spTree>
    <p:extLst>
      <p:ext uri="{BB962C8B-B14F-4D97-AF65-F5344CB8AC3E}">
        <p14:creationId xmlns:p14="http://schemas.microsoft.com/office/powerpoint/2010/main" val="1916674531"/>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244F3A-F008-440F-A23B-5CCAB7D262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6D2730-B7EF-4795-B920-B085994CB3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a:t>
            </a:r>
          </a:p>
        </p:txBody>
      </p:sp>
      <p:sp>
        <p:nvSpPr>
          <p:cNvPr id="3" name="">
            <a:extLst xmlns:a="http://schemas.openxmlformats.org/drawingml/2006/main">
              <a:ext uri="{FF2B5EF4-FFF2-40B4-BE49-F238E27FC236}">
                <a16:creationId xmlns:a16="http://schemas.microsoft.com/office/drawing/2014/main" id="{0A2F5379-C96B-45B8-B7DA-C38CD3F6459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085C307-6B6E-4499-8C22-B68A656195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16495EE2-0526-4245-AC88-2F010FF61D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one hand to apply counter tension against the skin.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This hand, generally the left hand, will be pulling the skin distally towards the wrist in the opposite direction to the needle will be advancing.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When applying counter tension be careful not to compress inflow to the vein which may cause the vein to collapse.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Advance the catheter through the skin over top of the vein or adjacent to the vein.</a:t>
            </a:r>
          </a:p>
        </p:txBody>
      </p:sp>
      <p:sp>
        <p:nvSpPr>
          <p:cNvPr id="6" name="">
            <a:extLst xmlns:a="http://schemas.openxmlformats.org/drawingml/2006/main">
              <a:ext uri="{FF2B5EF4-FFF2-40B4-BE49-F238E27FC236}">
                <a16:creationId xmlns:a16="http://schemas.microsoft.com/office/drawing/2014/main" id="{2EDFE513-2881-432B-A77B-F452B1B50E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B4B8901-1758-4687-B0C6-3F4D94495F2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875526301"/>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6C1085-1CC2-4A76-AD90-BF7BA207398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9082BB-86B6-4A97-AA6A-FA264B9B10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1C0952BF-84F6-49D9-9772-2106AE7C15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688B919-09CA-43B6-8DF0-CFA7266845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DC61EB33-8CC2-4A16-9523-27833324DF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Use a quick, jab motion to minimize patient discomfort.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Slow pokes through the skin will maximize the sensation of pain.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Then advance the catheter well into the vein and look for the dark red flashback of blood at the catheter hub indicating that the catheter is within the vein If this first pass 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unsuccessful in entering the vein and there is no flashback then slowly withdraw the catheter, without pulling all the way out, and carefully watch for the flashback to occur.</a:t>
            </a:r>
          </a:p>
        </p:txBody>
      </p:sp>
      <p:sp>
        <p:nvSpPr>
          <p:cNvPr id="6" name="">
            <a:extLst xmlns:a="http://schemas.openxmlformats.org/drawingml/2006/main">
              <a:ext uri="{FF2B5EF4-FFF2-40B4-BE49-F238E27FC236}">
                <a16:creationId xmlns:a16="http://schemas.microsoft.com/office/drawing/2014/main" id="{B2DEB314-2D75-4772-B6C2-130738E039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FD949A7-C73A-4F6E-BC76-AA0C377A108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639785664"/>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B15A43-514D-4797-82DE-ED4D071E17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C08A26-2904-48A9-A63B-663CAF18D30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3AE88B3B-1AC8-4FA7-AF82-599629A9947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6954666-8DC9-4500-B89A-55A01D1CA4F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DD9454D6-187C-41E6-837E-424027A4D6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you are still not within the vein, then advance it again in a 2nd attempt to enter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While withdrawing always stop before pulling all the way out to avoid repeating the painful initial skin puncture.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after several manipulations the vein is never entered and the attempt is considered a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place a gauze over the skin puncture site, withdraw the catheter and tape down the gauze.</a:t>
            </a:r>
          </a:p>
        </p:txBody>
      </p:sp>
      <p:sp>
        <p:nvSpPr>
          <p:cNvPr id="6" name="">
            <a:extLst xmlns:a="http://schemas.openxmlformats.org/drawingml/2006/main">
              <a:ext uri="{FF2B5EF4-FFF2-40B4-BE49-F238E27FC236}">
                <a16:creationId xmlns:a16="http://schemas.microsoft.com/office/drawing/2014/main" id="{57102D11-3F6B-4C16-BAED-56E862555DA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BDB0C8-BED9-4D5F-8DCF-D49AAAE25C2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1535536274"/>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C335FF-B417-497D-8707-78CDF75353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FFA748-481A-4164-967D-DE626DA6962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47F973AC-E734-4A7F-BED2-75CA1DB9FA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F6B3707-BF9F-47E7-8305-594E800035F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A5BE2A35-69AF-45D5-8942-658866B164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Now it is time to move onto the other arm Advance Plastic Catheter Once the catheter is well seated within the vein, slide the plastic angio catheter forward deeper into the vein over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top of the needle.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hub of the angio catheter should be all the way to the skin puncture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plastic catheter should slide forward easily.</a:t>
            </a:r>
          </a:p>
        </p:txBody>
      </p:sp>
      <p:sp>
        <p:nvSpPr>
          <p:cNvPr id="6" name="">
            <a:extLst xmlns:a="http://schemas.openxmlformats.org/drawingml/2006/main">
              <a:ext uri="{FF2B5EF4-FFF2-40B4-BE49-F238E27FC236}">
                <a16:creationId xmlns:a16="http://schemas.microsoft.com/office/drawing/2014/main" id="{42C62D52-E676-4E9D-B0B1-20E3BD0C458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46FC25B-A9A2-40EF-941A-626DBFC8438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857032604"/>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B5FF4D-9C95-4037-846F-0D05E214918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80323D-ACC0-447D-B964-059050D941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Puncture Vein — continued</a:t>
            </a:r>
          </a:p>
        </p:txBody>
      </p:sp>
      <p:sp>
        <p:nvSpPr>
          <p:cNvPr id="3" name="">
            <a:extLst xmlns:a="http://schemas.openxmlformats.org/drawingml/2006/main">
              <a:ext uri="{FF2B5EF4-FFF2-40B4-BE49-F238E27FC236}">
                <a16:creationId xmlns:a16="http://schemas.microsoft.com/office/drawing/2014/main" id="{FA7E069F-92FF-420E-A0AA-CFC16A95BB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BFDE5E98-6534-4599-95CB-46B9C317F6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5180E60D-57C0-4D23-906B-342445FD6F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force!!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Release Tourniquet 110</a:t>
            </a:r>
          </a:p>
        </p:txBody>
      </p:sp>
      <p:sp>
        <p:nvSpPr>
          <p:cNvPr id="6" name="">
            <a:extLst xmlns:a="http://schemas.openxmlformats.org/drawingml/2006/main">
              <a:ext uri="{FF2B5EF4-FFF2-40B4-BE49-F238E27FC236}">
                <a16:creationId xmlns:a16="http://schemas.microsoft.com/office/drawing/2014/main" id="{00D0E5E9-AD47-4E0E-9656-4F6A8497954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BBAC73-CD88-4B3A-BB73-4EB37E1460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120</a:t>
            </a:r>
          </a:p>
        </p:txBody>
      </p:sp>
    </p:spTree>
    <p:extLst>
      <p:ext uri="{BB962C8B-B14F-4D97-AF65-F5344CB8AC3E}">
        <p14:creationId xmlns:p14="http://schemas.microsoft.com/office/powerpoint/2010/main" val="917130684"/>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E99C90-F5F6-4E05-B395-A01E7DC65E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9E0F96-5E1A-49DF-B8B3-B3158CD9F3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a:t>
            </a:r>
          </a:p>
        </p:txBody>
      </p:sp>
      <p:sp>
        <p:nvSpPr>
          <p:cNvPr id="3" name="">
            <a:extLst xmlns:a="http://schemas.openxmlformats.org/drawingml/2006/main">
              <a:ext uri="{FF2B5EF4-FFF2-40B4-BE49-F238E27FC236}">
                <a16:creationId xmlns:a16="http://schemas.microsoft.com/office/drawing/2014/main" id="{9C157F1B-B498-4B25-A3E9-76F26B8E9C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882C91E-29B4-4C01-8C62-23DB3E2B83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E73208A9-D5FA-4A54-81C3-299018B9B4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the angio catheter is advanced in the vein up to the hub, release the tourniquet, apply gentle pressure over the vein to collapse it, so that blood will not pour out of the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angiocatheter when the stylet (needle) is removed.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Once you remove the stylet (needle) Lock or Tubing Connection Lock the IV tubing to the catheter by advancing and rotating the Luer locking mechanism.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requires a clockwise twist to fully lock.</a:t>
            </a:r>
          </a:p>
        </p:txBody>
      </p:sp>
      <p:sp>
        <p:nvSpPr>
          <p:cNvPr id="6" name="">
            <a:extLst xmlns:a="http://schemas.openxmlformats.org/drawingml/2006/main">
              <a:ext uri="{FF2B5EF4-FFF2-40B4-BE49-F238E27FC236}">
                <a16:creationId xmlns:a16="http://schemas.microsoft.com/office/drawing/2014/main" id="{38A4EC33-5858-4EE5-9A8F-7A88AA565A8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470FF50-F73A-4240-A2BF-65A90906002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054900342"/>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7623CC-1500-4DB9-A6BB-349C1DDF1C4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B40F094-DA4C-4C38-8520-EEFE4570C8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5F5B2807-9D5E-49AF-820F-B95165F1AE1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B68C62F-1AA9-463B-B4BA-56D6DB1596C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0E366F52-99D0-4017-8302-006B355625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At this point, quickly test the IV with a small injection of saline to make sure it is working properly.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saline should flush easily.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saline does not flush easily, check to be sure the tourniquet is released.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Also try straightening the arm because sometimes bending the elbow can kink a vein and prevent the IV from functioning.</a:t>
            </a:r>
          </a:p>
        </p:txBody>
      </p:sp>
      <p:sp>
        <p:nvSpPr>
          <p:cNvPr id="6" name="">
            <a:extLst xmlns:a="http://schemas.openxmlformats.org/drawingml/2006/main">
              <a:ext uri="{FF2B5EF4-FFF2-40B4-BE49-F238E27FC236}">
                <a16:creationId xmlns:a16="http://schemas.microsoft.com/office/drawing/2014/main" id="{0D459640-CAC0-4EF0-AA8A-A5BA231E7AC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3FE633B-16E5-45FE-97B3-0416537AA86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147394967"/>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7D6DBFF-F40D-4823-9E57-13EAA7428CB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48B2223-B3C4-459F-9AAA-C8C37349B5E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E3EA8460-95C5-4C8B-BACC-5B5C013B8D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DF61BAD-BB6E-4D45-8C3E-E0813C4118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D53E85FC-BCE5-44FF-82CF-97ADE6349A5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it still does not flush easily, try aspirating.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Sometimes an IV will begin to work if it is withdrawn slightly so the tip of the IV seats in a better position within the vein.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with Tape Tape the IV in place using three or four strips of tape to prevent accidental removal.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one or two pieces over the actual skin puncture site.</a:t>
            </a:r>
          </a:p>
        </p:txBody>
      </p:sp>
      <p:sp>
        <p:nvSpPr>
          <p:cNvPr id="6" name="">
            <a:extLst xmlns:a="http://schemas.openxmlformats.org/drawingml/2006/main">
              <a:ext uri="{FF2B5EF4-FFF2-40B4-BE49-F238E27FC236}">
                <a16:creationId xmlns:a16="http://schemas.microsoft.com/office/drawing/2014/main" id="{B65F5D6A-E3B7-4C25-91DA-62A2203C243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6EF59F1-E1D0-45A4-B009-C1D83B59803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706201760"/>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CF0819-9D95-4387-BCA0-9EA8B27AA9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917911-ECE9-4D1F-B79E-EBB24532AB0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4F6FF30E-2B35-4888-9C8B-FE19161693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1D0167EC-4583-4D60-AF4A-CF655DFF09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A549F7EF-86E1-4186-87C7-893F00AE99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Place additional pieces over loops of tubing so that there is some strain relief.</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Consider taping to be one of the most important tasks because it prevents you from having to repeat the IV insertion in the event of an inadvertent tug on the IV tubing.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Test IV To test the IV inject a small amount of normal saline into IV line.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There should be no resistance.</a:t>
            </a:r>
          </a:p>
        </p:txBody>
      </p:sp>
      <p:sp>
        <p:nvSpPr>
          <p:cNvPr id="6" name="">
            <a:extLst xmlns:a="http://schemas.openxmlformats.org/drawingml/2006/main">
              <a:ext uri="{FF2B5EF4-FFF2-40B4-BE49-F238E27FC236}">
                <a16:creationId xmlns:a16="http://schemas.microsoft.com/office/drawing/2014/main" id="{0EB1B256-7055-4F93-A56F-5F212D3E72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D9E55DA-226F-4124-8F79-AED77E7B8A1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855415040"/>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39A24B3-5A88-484C-A444-A6788FA075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2E3A09-0A40-48C9-A8E2-46CA5A49BC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54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set it aside to be disposed of in a Sharps container. — continued</a:t>
            </a:r>
          </a:p>
        </p:txBody>
      </p:sp>
      <p:sp>
        <p:nvSpPr>
          <p:cNvPr id="3" name="">
            <a:extLst xmlns:a="http://schemas.openxmlformats.org/drawingml/2006/main">
              <a:ext uri="{FF2B5EF4-FFF2-40B4-BE49-F238E27FC236}">
                <a16:creationId xmlns:a16="http://schemas.microsoft.com/office/drawing/2014/main" id="{B3DC81BE-AB09-4BDA-BDE7-2FEACB54C69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DD639A64-9D50-4B2C-BE86-BF0B91C9705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ED9B4223-EFEF-4C87-9A7E-EFF8ADC0B1B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necessary you may also test the IV by aspirating until blood is seen entering the IV tubing.</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Flush the blood returned with normal saline and monitor the person frequently 111</a:t>
            </a:r>
          </a:p>
        </p:txBody>
      </p:sp>
      <p:sp>
        <p:nvSpPr>
          <p:cNvPr id="6" name="">
            <a:extLst xmlns:a="http://schemas.openxmlformats.org/drawingml/2006/main">
              <a:ext uri="{FF2B5EF4-FFF2-40B4-BE49-F238E27FC236}">
                <a16:creationId xmlns:a16="http://schemas.microsoft.com/office/drawing/2014/main" id="{C1411191-B986-4E21-A361-1BBF28E2DCC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1BA9365-C0E9-4722-8694-C43A9214044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121</a:t>
            </a:r>
          </a:p>
        </p:txBody>
      </p:sp>
    </p:spTree>
    <p:extLst>
      <p:ext uri="{BB962C8B-B14F-4D97-AF65-F5344CB8AC3E}">
        <p14:creationId xmlns:p14="http://schemas.microsoft.com/office/powerpoint/2010/main" val="1667732047"/>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5B7BD5E-3716-439F-A82A-AC5B8D5C725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420E088-68B2-49A0-83B9-04A294223D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a:t>
            </a:r>
          </a:p>
        </p:txBody>
      </p:sp>
      <p:sp>
        <p:nvSpPr>
          <p:cNvPr id="3" name="">
            <a:extLst xmlns:a="http://schemas.openxmlformats.org/drawingml/2006/main">
              <a:ext uri="{FF2B5EF4-FFF2-40B4-BE49-F238E27FC236}">
                <a16:creationId xmlns:a16="http://schemas.microsoft.com/office/drawing/2014/main" id="{1554A675-E9D9-4F40-AD3B-D536E2543C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C06BB8D-2745-41B2-A53A-C87B2BDC344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39877B17-2E17-4EF3-868E-E72F07EE8DF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Bibliography Joint Commission on Accreditation of healthcare organizations (JCAHO), Comprehensive accreditation Manual for hospitals Oakbrook Terrace, ILL.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Journal of Nursing1993;93(7) 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Millan DA.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Starting IVs: how to develop your venipuncture expertise.</a:t>
            </a:r>
          </a:p>
        </p:txBody>
      </p:sp>
      <p:sp>
        <p:nvSpPr>
          <p:cNvPr id="6" name="">
            <a:extLst xmlns:a="http://schemas.openxmlformats.org/drawingml/2006/main">
              <a:ext uri="{FF2B5EF4-FFF2-40B4-BE49-F238E27FC236}">
                <a16:creationId xmlns:a16="http://schemas.microsoft.com/office/drawing/2014/main" id="{444C9F1E-4E50-4F12-8B86-9132BB38FB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EA870FC-39C4-4CFD-9B20-B10F2DA0A1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1971155696"/>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FE9E97-8D9B-47B6-BF03-C842FFE1A6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F0DBDD-77B2-4653-BDAA-6F238D9820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C7615717-F0C3-4CE7-AF17-C5748F8BB11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C7F6AC5-C578-4370-B62A-1C788953BBF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ADBF3EB5-1B87-47F3-8655-B039AF49265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Nursing 1992; 178:38-41.</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US Department of Health and Human Services.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Public Health Service Centers for Disease Control and Prevention.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Guidelines for prevention of intravascular device related infections.</a:t>
            </a:r>
          </a:p>
        </p:txBody>
      </p:sp>
      <p:sp>
        <p:nvSpPr>
          <p:cNvPr id="6" name="">
            <a:extLst xmlns:a="http://schemas.openxmlformats.org/drawingml/2006/main">
              <a:ext uri="{FF2B5EF4-FFF2-40B4-BE49-F238E27FC236}">
                <a16:creationId xmlns:a16="http://schemas.microsoft.com/office/drawing/2014/main" id="{E0900CAF-D0D7-4C7D-8A32-390E794084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D59ECFD-ADFE-4AC6-B35E-4ADD55034A9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1144713379"/>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99F76DC-3696-4F99-B598-2565260247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3AACAA-DB09-4B3A-B91E-1D26300362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Milan DA. Starting IVs: how to teach good venipuncture technique. American — continued</a:t>
            </a:r>
          </a:p>
        </p:txBody>
      </p:sp>
      <p:sp>
        <p:nvSpPr>
          <p:cNvPr id="3" name="">
            <a:extLst xmlns:a="http://schemas.openxmlformats.org/drawingml/2006/main">
              <a:ext uri="{FF2B5EF4-FFF2-40B4-BE49-F238E27FC236}">
                <a16:creationId xmlns:a16="http://schemas.microsoft.com/office/drawing/2014/main" id="{7692C185-E816-42F1-B3F6-F48C8C34FB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A2BBBEB-95D8-443C-AF8B-D189B985CA9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D67447C8-7882-4782-8D5D-D226E974F22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American Journal of Infection Control 1996; 24:262www.mrprotocols.com/sset/iv.html 112</a:t>
            </a:r>
          </a:p>
        </p:txBody>
      </p:sp>
      <p:sp>
        <p:nvSpPr>
          <p:cNvPr id="6" name="">
            <a:extLst xmlns:a="http://schemas.openxmlformats.org/drawingml/2006/main">
              <a:ext uri="{FF2B5EF4-FFF2-40B4-BE49-F238E27FC236}">
                <a16:creationId xmlns:a16="http://schemas.microsoft.com/office/drawing/2014/main" id="{E23ABCA9-FB86-417B-8F95-B0E19B124FD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735095D-E3B9-469B-A35A-35A73C4A44A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122</a:t>
            </a:r>
          </a:p>
        </p:txBody>
      </p:sp>
    </p:spTree>
    <p:extLst>
      <p:ext uri="{BB962C8B-B14F-4D97-AF65-F5344CB8AC3E}">
        <p14:creationId xmlns:p14="http://schemas.microsoft.com/office/powerpoint/2010/main" val="290882367"/>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C18444F-6937-4503-BE34-957A4E2D27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4FBC6B-E5FA-4EDC-A4AC-20BC648A357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a:t>
            </a:r>
          </a:p>
        </p:txBody>
      </p:sp>
      <p:sp>
        <p:nvSpPr>
          <p:cNvPr id="3" name="">
            <a:extLst xmlns:a="http://schemas.openxmlformats.org/drawingml/2006/main">
              <a:ext uri="{FF2B5EF4-FFF2-40B4-BE49-F238E27FC236}">
                <a16:creationId xmlns:a16="http://schemas.microsoft.com/office/drawing/2014/main" id="{4F53878D-F812-41EA-90E9-BE85795EC45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E08FD1A-9B50-48D6-9E17-0BF47E7AF4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E51A3A2C-26E6-4E45-BCD6-6E544C868E7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METRIC LIQUID MEASURE METRIC LIQUID MEASURE 30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ounce 30 mg 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3/8 grain 10 Gm.</a:t>
            </a:r>
          </a:p>
        </p:txBody>
      </p:sp>
      <p:sp>
        <p:nvSpPr>
          <p:cNvPr id="6" name="">
            <a:extLst xmlns:a="http://schemas.openxmlformats.org/drawingml/2006/main">
              <a:ext uri="{FF2B5EF4-FFF2-40B4-BE49-F238E27FC236}">
                <a16:creationId xmlns:a16="http://schemas.microsoft.com/office/drawing/2014/main" id="{612231AC-3C11-4633-BAD7-C93E25BD05E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7EC0809-A808-4C9C-A33E-D53C2C400C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602264597"/>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4D03BE-C4F9-409C-9C54-D5DC1AD4364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FBE6CA-6921-4F46-8245-E219699D04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95D7C26B-441D-4DC0-AC05-F39A5CCF3D4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0657ACA-4E51-479E-8F77-0AA41BCBE6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B147C1D7-E0FE-4567-8B57-ADF17D41B94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 grain 7.5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 grain 6 Gm.</a:t>
            </a:r>
          </a:p>
        </p:txBody>
      </p:sp>
      <p:sp>
        <p:nvSpPr>
          <p:cNvPr id="6" name="">
            <a:extLst xmlns:a="http://schemas.openxmlformats.org/drawingml/2006/main">
              <a:ext uri="{FF2B5EF4-FFF2-40B4-BE49-F238E27FC236}">
                <a16:creationId xmlns:a16="http://schemas.microsoft.com/office/drawing/2014/main" id="{DD09B2F5-EE5C-4087-9CEE-31630C26E4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0E5A80F-9DCF-4A77-8834-1FFBB9D87F0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776622925"/>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FD9038-9D31-4796-92A5-9128FC527EA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F3D89DD-7C74-405D-854B-E7B5F657A5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C1BB4DA-EA58-4C18-9688-72ABE7C0505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97824A5-88AA-4FE3-A6BE-72B9E1D793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36618C63-4ECF-4CDF-A965-EA46C156C4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 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 grain 4 Gm.</a:t>
            </a:r>
          </a:p>
        </p:txBody>
      </p:sp>
      <p:sp>
        <p:nvSpPr>
          <p:cNvPr id="6" name="">
            <a:extLst xmlns:a="http://schemas.openxmlformats.org/drawingml/2006/main">
              <a:ext uri="{FF2B5EF4-FFF2-40B4-BE49-F238E27FC236}">
                <a16:creationId xmlns:a16="http://schemas.microsoft.com/office/drawing/2014/main" id="{842D53F9-29B7-49CC-8ADB-085A472EC5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A4FB60-160F-4459-B90C-55EA78F1744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671106876"/>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EDD9A7-7399-4FCF-8DDB-EEE550DF87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CAD044-B164-477F-9427-7310D6D7C5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BDFD76E-A6A7-4DBC-B48C-B5B78D22CCF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A8B9544-F7FD-4F0B-8077-D467C9C7EE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28657A64-DFCF-4FDA-8815-4CBEF452955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 grain 3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 grain 2 Gm.</a:t>
            </a:r>
          </a:p>
        </p:txBody>
      </p:sp>
      <p:sp>
        <p:nvSpPr>
          <p:cNvPr id="6" name="">
            <a:extLst xmlns:a="http://schemas.openxmlformats.org/drawingml/2006/main">
              <a:ext uri="{FF2B5EF4-FFF2-40B4-BE49-F238E27FC236}">
                <a16:creationId xmlns:a16="http://schemas.microsoft.com/office/drawing/2014/main" id="{39D4109C-9F48-40AE-ACC9-E8214B06C87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216D178-D179-4F7C-A0B2-818411F4038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560326848"/>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455FB5-3280-4F29-81A4-B2ED2E29691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49411F-71BE-49AC-BB40-E076ED1C53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6DDD7A9D-0A34-4097-ADA4-64DD45B3B3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4A467F6-2857-46BB-9102-D3AF8176A5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6D67BD92-7D3A-4B6E-9E60-55205E5DA0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 grain 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 grain 1 Gm.</a:t>
            </a:r>
          </a:p>
        </p:txBody>
      </p:sp>
      <p:sp>
        <p:nvSpPr>
          <p:cNvPr id="6" name="">
            <a:extLst xmlns:a="http://schemas.openxmlformats.org/drawingml/2006/main">
              <a:ext uri="{FF2B5EF4-FFF2-40B4-BE49-F238E27FC236}">
                <a16:creationId xmlns:a16="http://schemas.microsoft.com/office/drawing/2014/main" id="{9292EFD1-D26D-4E33-8444-65687EEF8C3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D5B6819-49D5-47DB-A136-93AA7A47594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282845321"/>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9A3D5D1-488A-495A-B925-7C475E770B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984ED4-E254-4C59-8C91-492BAAE60B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D18B6279-F356-4AB5-84B6-DE60BE6AC19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1269A38-15E2-4DF1-80E6-7CB81B5981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67E45157-2466-4FF6-975E-23F9E860FE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 grains 3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1/20 grain .75 Gm 12 grains 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1/30 grain 0.6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10 grains 1.5 mg.</a:t>
            </a:r>
          </a:p>
        </p:txBody>
      </p:sp>
      <p:sp>
        <p:nvSpPr>
          <p:cNvPr id="6" name="">
            <a:extLst xmlns:a="http://schemas.openxmlformats.org/drawingml/2006/main">
              <a:ext uri="{FF2B5EF4-FFF2-40B4-BE49-F238E27FC236}">
                <a16:creationId xmlns:a16="http://schemas.microsoft.com/office/drawing/2014/main" id="{01CDBAA1-6C6E-493A-85F3-76F7E4FA54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69BED30-A4A1-44A7-8D52-9BA6FB43F6A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582638693"/>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AF15C4-5DDD-4F79-8051-485544E23C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064585-46C1-4AB6-8D23-967AEBE6954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A0AC31A6-940F-46AA-9B7A-8622963506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CDA79C6-008E-46A8-ABC6-E582086712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F475287D-DCDB-443F-8C83-0510AF2B614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 grain 0.5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7k grains 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 grain 0.4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6 grains 1 mg.</a:t>
            </a:r>
          </a:p>
        </p:txBody>
      </p:sp>
      <p:sp>
        <p:nvSpPr>
          <p:cNvPr id="6" name="">
            <a:extLst xmlns:a="http://schemas.openxmlformats.org/drawingml/2006/main">
              <a:ext uri="{FF2B5EF4-FFF2-40B4-BE49-F238E27FC236}">
                <a16:creationId xmlns:a16="http://schemas.microsoft.com/office/drawing/2014/main" id="{338CACDB-7BB7-4731-B636-A37E2FA7F20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82C81D6-C74B-445A-BC3F-A77A48041ED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671465186"/>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69D1B0-A478-4CDB-8880-622F528832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B7D5C1-6C4B-43C9-A8EB-14C0B57BDBF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CF2B4A48-CE4A-4CBF-890C-E340EE6FE3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B64A0B5-141C-41A8-97E2-BEA329AAE9B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F91AAF76-38EC-4892-B515-8185E27253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1/60 grain 0.3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5 grains 0.8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1/80 grain 0.25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4 grains 0.6 mg.</a:t>
            </a:r>
          </a:p>
        </p:txBody>
      </p:sp>
      <p:sp>
        <p:nvSpPr>
          <p:cNvPr id="6" name="">
            <a:extLst xmlns:a="http://schemas.openxmlformats.org/drawingml/2006/main">
              <a:ext uri="{FF2B5EF4-FFF2-40B4-BE49-F238E27FC236}">
                <a16:creationId xmlns:a16="http://schemas.microsoft.com/office/drawing/2014/main" id="{ADA441C7-FE94-48DB-B95B-50D77F52109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D2608FC-A4A2-4BB3-922B-D226ADBCA31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674686763"/>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2DFC303-8F43-4830-94A4-B06B0E9B35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ED0D6F0-3CB8-464B-8B04-D19B88C7CB5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D8003FC4-4D1A-4E72-82A7-919BE4FF411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C8BFF58-F31D-4CA8-AD4A-DDF9E53BD32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CF5119D9-9181-4C39-8D77-3E789DBAAED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1/100 grain 0.2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 grains 0.5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1/120 grain 0.15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1/5 grains 0.4 mg.</a:t>
            </a:r>
          </a:p>
        </p:txBody>
      </p:sp>
      <p:sp>
        <p:nvSpPr>
          <p:cNvPr id="6" name="">
            <a:extLst xmlns:a="http://schemas.openxmlformats.org/drawingml/2006/main">
              <a:ext uri="{FF2B5EF4-FFF2-40B4-BE49-F238E27FC236}">
                <a16:creationId xmlns:a16="http://schemas.microsoft.com/office/drawing/2014/main" id="{3ABC3FCC-1BD9-4AD7-B507-B02F7D8794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19B9C99-D474-4DC1-BDF1-BEB6F093EE9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706252482"/>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6151E5-B31F-4981-A932-10A92C09FE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4768C0-5537-468E-B756-29B731D2EC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097EB777-A960-4953-BCDD-D2A12D4C840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BC98F77-33B8-4D80-B6DC-D2010484627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97A102E9-84B0-4063-B73C-EADB102BF3A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1/150 grain 0.12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 grains 0.3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1/200 grain 0.1 Gm.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1⁄2 grains 0.25 mg.</a:t>
            </a:r>
          </a:p>
        </p:txBody>
      </p:sp>
      <p:sp>
        <p:nvSpPr>
          <p:cNvPr id="6" name="">
            <a:extLst xmlns:a="http://schemas.openxmlformats.org/drawingml/2006/main">
              <a:ext uri="{FF2B5EF4-FFF2-40B4-BE49-F238E27FC236}">
                <a16:creationId xmlns:a16="http://schemas.microsoft.com/office/drawing/2014/main" id="{90BF32E3-9226-4A03-A61B-13E9B37A1D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B4E1651-2068-48E7-AB07-5EFB2A4834C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1927288800"/>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1B178E-A24E-4EC1-AEED-8B91099F11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9865F1-C129-42F8-A13B-90B4B0CDA2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13BA9B38-2B97-467E-8402-ED6C1E954A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605B1218-80DD-4A4A-B18F-BAE871039BF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1BD24BCC-D06D-499B-B6BF-686B05A9A6C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1/250 grain 75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1/300 grain 60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 grain 0.15 mg.</a:t>
            </a:r>
          </a:p>
        </p:txBody>
      </p:sp>
      <p:sp>
        <p:nvSpPr>
          <p:cNvPr id="6" name="">
            <a:extLst xmlns:a="http://schemas.openxmlformats.org/drawingml/2006/main">
              <a:ext uri="{FF2B5EF4-FFF2-40B4-BE49-F238E27FC236}">
                <a16:creationId xmlns:a16="http://schemas.microsoft.com/office/drawing/2014/main" id="{EC6F6F95-8B23-46D3-905A-55313F0357E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65639C4-3B1F-401B-BC69-910269448DF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615185656"/>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236494-8F55-410D-AB45-C854DEA5FC1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935C6D-E6C0-4A6F-AD6E-E86C2FECAFE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368467A0-9C0E-43F0-BF8F-BC5E285C73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CD67772-86AE-4594-BB77-41E2144B432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2D335BB9-828B-43A6-87C9-0D8A535EB0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1/400 grain 50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3⁄4 grain 0.12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1/500 grain 40 mg.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2/3 grain 0.1 mg.</a:t>
            </a:r>
          </a:p>
        </p:txBody>
      </p:sp>
      <p:sp>
        <p:nvSpPr>
          <p:cNvPr id="6" name="">
            <a:extLst xmlns:a="http://schemas.openxmlformats.org/drawingml/2006/main">
              <a:ext uri="{FF2B5EF4-FFF2-40B4-BE49-F238E27FC236}">
                <a16:creationId xmlns:a16="http://schemas.microsoft.com/office/drawing/2014/main" id="{9A8CF2D0-5A21-4886-9248-507EE35BF1B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912FFA-EF24-4385-871D-53DE0B94D6C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2048492631"/>
      </p:ext>
    </p:extLst>
  </p:cSld>
</p:sld>
</file>

<file path=ppt/slides/slide10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7EB56E-70B2-4C25-B5AE-71540CE0744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06DCF0-CA96-4441-A68D-A71E9846DA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168"/>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CONVERSION CHART METRIC / APOTHECARY — continued</a:t>
            </a:r>
          </a:p>
        </p:txBody>
      </p:sp>
      <p:sp>
        <p:nvSpPr>
          <p:cNvPr id="3" name="">
            <a:extLst xmlns:a="http://schemas.openxmlformats.org/drawingml/2006/main">
              <a:ext uri="{FF2B5EF4-FFF2-40B4-BE49-F238E27FC236}">
                <a16:creationId xmlns:a16="http://schemas.microsoft.com/office/drawing/2014/main" id="{9C35835C-87E7-44EB-8F0F-EAB558C825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F92EED9-D916-4E56-B315-72E365EC1E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105</a:t>
            </a:r>
          </a:p>
        </p:txBody>
      </p:sp>
      <p:sp>
        <p:nvSpPr>
          <p:cNvPr id="5" name="">
            <a:extLst xmlns:a="http://schemas.openxmlformats.org/drawingml/2006/main">
              <a:ext uri="{FF2B5EF4-FFF2-40B4-BE49-F238E27FC236}">
                <a16:creationId xmlns:a16="http://schemas.microsoft.com/office/drawing/2014/main" id="{DEB08E06-73B0-4351-A56A-74D84D7A32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1/600 grain 0.5 Kilogram • 1 pound 1 Kilogram 2.2 pounds NOTE: A cubic centimeter (cc) is the approximate equivalent of a milliliter (ml).</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above approximate dose equivalents have been adapted by the latest Pharmacopeia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National Formulary, and New and on-official Remedies, and those dose equivalents have the approval of the Federal Food and Drug Administration 113</a:t>
            </a:r>
          </a:p>
        </p:txBody>
      </p:sp>
      <p:sp>
        <p:nvSpPr>
          <p:cNvPr id="6" name="">
            <a:extLst xmlns:a="http://schemas.openxmlformats.org/drawingml/2006/main">
              <a:ext uri="{FF2B5EF4-FFF2-40B4-BE49-F238E27FC236}">
                <a16:creationId xmlns:a16="http://schemas.microsoft.com/office/drawing/2014/main" id="{AE40C68E-DA96-43B2-A108-FB919B8850B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E28E73F-29EA-40E0-BF5E-5398E13AE9B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123</a:t>
            </a:r>
          </a:p>
        </p:txBody>
      </p:sp>
    </p:spTree>
    <p:extLst>
      <p:ext uri="{BB962C8B-B14F-4D97-AF65-F5344CB8AC3E}">
        <p14:creationId xmlns:p14="http://schemas.microsoft.com/office/powerpoint/2010/main" val="426812283"/>
      </p:ext>
    </p:extLst>
  </p:cSld>
</p:sld>
</file>

<file path=ppt/slides/slide10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A12AFF-D6C3-4681-A334-A01A8F9C60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A55B1E-B739-4050-A46C-18E49534F82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3C762BFB-5F91-4D14-B3E1-527E5C5D3A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30953AC-E4D7-4467-A8A4-28B9FAAB7B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106</a:t>
            </a:r>
          </a:p>
        </p:txBody>
      </p:sp>
      <p:sp>
        <p:nvSpPr>
          <p:cNvPr id="5" name="">
            <a:extLst xmlns:a="http://schemas.openxmlformats.org/drawingml/2006/main">
              <a:ext uri="{FF2B5EF4-FFF2-40B4-BE49-F238E27FC236}">
                <a16:creationId xmlns:a16="http://schemas.microsoft.com/office/drawing/2014/main" id="{DB588AF5-D8F0-435C-BD36-1FA3F33FF1C4}"/>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ACF9CFEE-F7DB-4ABA-93ED-9A9C994A0189}"/>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2139111444"/>
      </p:ext>
    </p:extLst>
  </p:cSld>
</p:sld>
</file>

<file path=ppt/slides/slide10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199BCB-6104-4701-BE46-6CDF8BADCE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415598F-9ECD-4802-88E3-734F022C0F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D98EDB4F-B934-4689-8001-8EEF59D6810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85B720F-A9CF-45FC-8E3A-7762CE0DA8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107</a:t>
            </a:r>
          </a:p>
        </p:txBody>
      </p:sp>
      <p:sp>
        <p:nvSpPr>
          <p:cNvPr id="5" name="">
            <a:extLst xmlns:a="http://schemas.openxmlformats.org/drawingml/2006/main">
              <a:ext uri="{FF2B5EF4-FFF2-40B4-BE49-F238E27FC236}">
                <a16:creationId xmlns:a16="http://schemas.microsoft.com/office/drawing/2014/main" id="{675EE812-1CE9-4460-A678-B84F3C3D26F4}"/>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E615D042-66CA-4EF3-ADC2-EDF76DD8314E}"/>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771743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2026-10-21T01:42:31.1980000Z</dcterms:created>
  <dcterms:modified xsi:type="dcterms:W3CDTF">2026-10-21T01:42:31.1980000Z</dcterms:modified>
</coreProperties>
</file>