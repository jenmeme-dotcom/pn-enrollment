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2c2ccd3a20425a" /><Relationship Type="http://schemas.openxmlformats.org/officeDocument/2006/relationships/extended-properties" Target="/docProps/app.xml" Id="R5e857fa661ef4733" /><Relationship Type="http://schemas.openxmlformats.org/officeDocument/2006/relationships/officeDocument" Target="/ppt/presentation.xml" Id="Reedfbb177235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ebad983c84762"/>
  </p:sldMasterIdLst>
  <p:notesMasterIdLst>
    <p:notesMasterId xmlns:r="http://schemas.openxmlformats.org/officeDocument/2006/relationships" r:id="R9febb97502a14e52"/>
  </p:notesMasterIdLst>
  <p:sldIdLst>
    <p:sldId xmlns:r="http://schemas.openxmlformats.org/officeDocument/2006/relationships" id="256" r:id="Re9b0c151c54b456d"/>
    <p:sldId xmlns:r="http://schemas.openxmlformats.org/officeDocument/2006/relationships" id="257" r:id="R05b47ce2dc254186"/>
    <p:sldId xmlns:r="http://schemas.openxmlformats.org/officeDocument/2006/relationships" id="258" r:id="Rcbb542e866ac4614"/>
    <p:sldId xmlns:r="http://schemas.openxmlformats.org/officeDocument/2006/relationships" id="259" r:id="Rff4f48c62b39409e"/>
    <p:sldId xmlns:r="http://schemas.openxmlformats.org/officeDocument/2006/relationships" id="260" r:id="R504a08cffb8f42f7"/>
    <p:sldId xmlns:r="http://schemas.openxmlformats.org/officeDocument/2006/relationships" id="261" r:id="Re8b6bd76fc99497b"/>
    <p:sldId xmlns:r="http://schemas.openxmlformats.org/officeDocument/2006/relationships" id="262" r:id="R506ff94a37634e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2f9545a8a4a7a" /><Relationship Type="http://schemas.openxmlformats.org/officeDocument/2006/relationships/slideMaster" Target="/ppt/slideMasters/slideMaster1.xml" Id="R772ebad983c84762" /><Relationship Type="http://schemas.openxmlformats.org/officeDocument/2006/relationships/notesMaster" Target="/ppt/notesMasters/notesMaster1.xml" Id="R9febb97502a14e52" /><Relationship Type="http://schemas.openxmlformats.org/officeDocument/2006/relationships/presProps" Target="/ppt/presProps.xml" Id="Rd4aa964c78394805" /><Relationship Type="http://schemas.openxmlformats.org/officeDocument/2006/relationships/tableStyles" Target="/ppt/tableStyles.xml" Id="R130d1a7fb02d4797" /><Relationship Type="http://schemas.openxmlformats.org/officeDocument/2006/relationships/slide" Target="/ppt/slides/slide1.xml" Id="Re9b0c151c54b456d" /><Relationship Type="http://schemas.openxmlformats.org/officeDocument/2006/relationships/slide" Target="/ppt/slides/slide2.xml" Id="R05b47ce2dc254186" /><Relationship Type="http://schemas.openxmlformats.org/officeDocument/2006/relationships/slide" Target="/ppt/slides/slide3.xml" Id="Rcbb542e866ac4614" /><Relationship Type="http://schemas.openxmlformats.org/officeDocument/2006/relationships/slide" Target="/ppt/slides/slide4.xml" Id="Rff4f48c62b39409e" /><Relationship Type="http://schemas.openxmlformats.org/officeDocument/2006/relationships/slide" Target="/ppt/slides/slide5.xml" Id="R504a08cffb8f42f7" /><Relationship Type="http://schemas.openxmlformats.org/officeDocument/2006/relationships/slide" Target="/ppt/slides/slide6.xml" Id="Re8b6bd76fc99497b" /><Relationship Type="http://schemas.openxmlformats.org/officeDocument/2006/relationships/slide" Target="/ppt/slides/slide7.xml" Id="R506ff94a37634e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f92b2a92c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7f3b048fe4085" /><Relationship Type="http://schemas.openxmlformats.org/officeDocument/2006/relationships/notesMaster" Target="/ppt/notesMasters/notesMaster1.xml" Id="R38d0c24d7bba4d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4d239ce8ee4bba" /><Relationship Type="http://schemas.openxmlformats.org/officeDocument/2006/relationships/notesMaster" Target="/ppt/notesMasters/notesMaster1.xml" Id="R3abd0d13846943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813feafecd4cb5" /><Relationship Type="http://schemas.openxmlformats.org/officeDocument/2006/relationships/notesMaster" Target="/ppt/notesMasters/notesMaster1.xml" Id="Re017bca71f89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bd588c1098471c" /><Relationship Type="http://schemas.openxmlformats.org/officeDocument/2006/relationships/notesMaster" Target="/ppt/notesMasters/notesMaster1.xml" Id="R1891cffaa0b7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60432bc6634a36" /><Relationship Type="http://schemas.openxmlformats.org/officeDocument/2006/relationships/notesMaster" Target="/ppt/notesMasters/notesMaster1.xml" Id="Rb149fa270f2e41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471f01eefc4a00" /><Relationship Type="http://schemas.openxmlformats.org/officeDocument/2006/relationships/notesMaster" Target="/ppt/notesMasters/notesMaster1.xml" Id="R55585c08d710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f3f7cdde84831" /><Relationship Type="http://schemas.openxmlformats.org/officeDocument/2006/relationships/notesMaster" Target="/ppt/notesMasters/notesMaster1.xml" Id="R67e42d92b59a44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67-68.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67-69.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67-70.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67-71.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49541ea1c4c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91666621ca44e3" /><Relationship Type="http://schemas.openxmlformats.org/officeDocument/2006/relationships/slideLayout" Target="/ppt/slideLayouts/slideLayout1.xml" Id="R9d09004b2244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09004b2244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394786b7a46d2" /><Relationship Type="http://schemas.openxmlformats.org/officeDocument/2006/relationships/image" Target="/ppt/media/image.jpeg" Id="Rbb9933d6909d4f2f" /><Relationship Type="http://schemas.openxmlformats.org/officeDocument/2006/relationships/notesSlide" Target="/ppt/notesSlides/notesSlide1.xml" Id="R9be1f09a1c20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434c5097e4a29" /><Relationship Type="http://schemas.openxmlformats.org/officeDocument/2006/relationships/notesSlide" Target="/ppt/notesSlides/notesSlide2.xml" Id="R59d2a4f5ef614b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769589a8d4bf6" /><Relationship Type="http://schemas.openxmlformats.org/officeDocument/2006/relationships/image" Target="/ppt/media/image2.jpeg" Id="R9425f9119c884d2b" /><Relationship Type="http://schemas.openxmlformats.org/officeDocument/2006/relationships/notesSlide" Target="/ppt/notesSlides/notesSlide3.xml" Id="R1242389068c948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ea467e8b243ad" /><Relationship Type="http://schemas.openxmlformats.org/officeDocument/2006/relationships/image" Target="/ppt/media/image3.jpeg" Id="R2a270ffb40c14c53" /><Relationship Type="http://schemas.openxmlformats.org/officeDocument/2006/relationships/notesSlide" Target="/ppt/notesSlides/notesSlide4.xml" Id="R18838ba24e4a4a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2fa54bb584443" /><Relationship Type="http://schemas.openxmlformats.org/officeDocument/2006/relationships/image" Target="/ppt/media/image4.jpeg" Id="R20b7b6426add4cd8" /><Relationship Type="http://schemas.openxmlformats.org/officeDocument/2006/relationships/notesSlide" Target="/ppt/notesSlides/notesSlide5.xml" Id="R7f7688ea23d945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b0fb94de04d5b" /><Relationship Type="http://schemas.openxmlformats.org/officeDocument/2006/relationships/image" Target="/ppt/media/image5.jpeg" Id="Rd05495ba58934a30" /><Relationship Type="http://schemas.openxmlformats.org/officeDocument/2006/relationships/notesSlide" Target="/ppt/notesSlides/notesSlide6.xml" Id="R28a3fafb4401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c9baa41784b2e" /><Relationship Type="http://schemas.openxmlformats.org/officeDocument/2006/relationships/notesSlide" Target="/ppt/notesSlides/notesSlide7.xml" Id="Rcde1119e918042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CA28F-122A-414C-BAF6-71FF514B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C5F41-8E34-4E17-AAC9-1E78BBFF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Chemotherapy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E358D-6477-4503-A42B-7886FC5B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30-Hour Basic Intravenous Therapy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933d6909d4f2f"/>
          <a:stretch xmlns:a="http://schemas.openxmlformats.org/drawingml/2006/main"/>
        </p:blipFill>
        <p:spPr>
          <a:xfrm xmlns:a="http://schemas.openxmlformats.org/drawingml/2006/main">
            <a:off x="8286750" y="1461080"/>
            <a:ext cx="3000375" cy="3878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95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9D86B-CE21-4408-822B-4E85515F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EC3C-FCF8-4A73-A981-E4117838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CB5D8-9D65-4278-BADD-E93F9371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Explain major treatment concepts and common adverse effects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Describe safe handling and exposure precautions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Recognize extravasation and other urgent complications</a:t>
            </a:r>
          </a:p>
        </p:txBody>
      </p:sp>
    </p:spTree>
    <p:extLst>
      <p:ext uri="{BB962C8B-B14F-4D97-AF65-F5344CB8AC3E}">
        <p14:creationId xmlns:p14="http://schemas.microsoft.com/office/powerpoint/2010/main" val="51095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B2251-620A-4FDB-9FA2-2EF82A6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Role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A986A-29BD-40A5-A7CC-A2665030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4B9BF-C861-472B-9E3D-8A46FED3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Cancer therapy may use multiple agents and routes. LPN participation must stay within current Florida rules, direct-supervision requirements, validated competency, and institutional policy.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5f9119c884d2b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19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6E727-3F62-4917-AF25-7550D494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E0CC5-E338-45AD-A3C4-342E5AA8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2E9B7-4601-4AF9-9B12-8055047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Review the regimen, laboratory results, allergies, access device, premedications, hydration, current symptoms, and emergency plan. Verify the protocol and independent checks required for high-alert therapy.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0ffb40c14c53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1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3F4AB-B3F2-4420-80F4-FFFF80F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Exposure prevention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A4683-DF56-4064-B5CC-13CB009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90BFC-0AC0-4939-960A-F06131B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chemotherapy-rated PPE and closed or secure connections according to policy. Keep required spill materials available. Dispose of contaminated supplies and bodily waste using hazardous-drug procedures.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7b6426add4cd8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13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1030C-83F6-4DC0-8AC9-8FE1C78C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Extravasation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892A-0B1C-458C-BDC3-514460D2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76813-CF1C-4A9A-82BD-16B34E74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Pain, burning, swelling, resistance, leakage, or loss of blood return can signal extravasation. Stop the drug, leave access in place when the agent-specific protocol requires aspiration or antidote, notify the qualified clinician, and follow the exact drug protocol.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495ba58934a30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799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43EBE-A36A-496A-A45E-07BD8A6D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14B4F-9479-43D4-96FB-E37FB86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93ED8-0015-4AEC-8DA2-EFC1DB5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Identify findings that require an immediate 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Select PPE for preparation, administration, and spill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Rehearse the facility extravasation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FF02D-2C72-4C4C-ABA6-299357E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quiz before attending the skills lab.</a:t>
            </a:r>
          </a:p>
        </p:txBody>
      </p:sp>
    </p:spTree>
    <p:extLst>
      <p:ext uri="{BB962C8B-B14F-4D97-AF65-F5344CB8AC3E}">
        <p14:creationId xmlns:p14="http://schemas.microsoft.com/office/powerpoint/2010/main" val="1402290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2026-09-11T14:11:32.8220000Z</dcterms:created>
  <dcterms:modified xsi:type="dcterms:W3CDTF">2026-09-11T14:11:32.8220000Z</dcterms:modified>
</coreProperties>
</file>