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f04fad28214534" /><Relationship Type="http://schemas.openxmlformats.org/officeDocument/2006/relationships/extended-properties" Target="/docProps/app.xml" Id="R0babd1b52a484819" /><Relationship Type="http://schemas.openxmlformats.org/officeDocument/2006/relationships/officeDocument" Target="/ppt/presentation.xml" Id="R7af5e36935f8474f" /></Relationships>
</file>

<file path=ppt/presentation.xml><?xml version="1.0" encoding="utf-8"?>
<p:presentation xmlns:p="http://schemas.openxmlformats.org/presentationml/2006/main">
  <p:sldMasterIdLst>
    <p:sldMasterId xmlns:r="http://schemas.openxmlformats.org/officeDocument/2006/relationships" id="2147483648" r:id="Re8db0c2007f14590"/>
  </p:sldMasterIdLst>
  <p:notesMasterIdLst>
    <p:notesMasterId xmlns:r="http://schemas.openxmlformats.org/officeDocument/2006/relationships" r:id="Rfb5380469d5441df"/>
  </p:notesMasterIdLst>
  <p:sldIdLst>
    <p:sldId xmlns:r="http://schemas.openxmlformats.org/officeDocument/2006/relationships" id="256" r:id="R8b38d7e7e638407a"/>
    <p:sldId xmlns:r="http://schemas.openxmlformats.org/officeDocument/2006/relationships" id="257" r:id="R9bc3cc2d76f2426f"/>
    <p:sldId xmlns:r="http://schemas.openxmlformats.org/officeDocument/2006/relationships" id="258" r:id="R98a791a83d124f44"/>
    <p:sldId xmlns:r="http://schemas.openxmlformats.org/officeDocument/2006/relationships" id="259" r:id="Rbeb017067442457b"/>
    <p:sldId xmlns:r="http://schemas.openxmlformats.org/officeDocument/2006/relationships" id="260" r:id="Ra8073576ed904b29"/>
    <p:sldId xmlns:r="http://schemas.openxmlformats.org/officeDocument/2006/relationships" id="261" r:id="R02e340a7ac794e1e"/>
    <p:sldId xmlns:r="http://schemas.openxmlformats.org/officeDocument/2006/relationships" id="262" r:id="R2885ddc7cbb147d4"/>
    <p:sldId xmlns:r="http://schemas.openxmlformats.org/officeDocument/2006/relationships" id="263" r:id="Re95e044257824651"/>
    <p:sldId xmlns:r="http://schemas.openxmlformats.org/officeDocument/2006/relationships" id="264" r:id="R6e97b8a3b7b84765"/>
    <p:sldId xmlns:r="http://schemas.openxmlformats.org/officeDocument/2006/relationships" id="265" r:id="R9c06e6d72c934f86"/>
    <p:sldId xmlns:r="http://schemas.openxmlformats.org/officeDocument/2006/relationships" id="266" r:id="R825feb15fde5486f"/>
    <p:sldId xmlns:r="http://schemas.openxmlformats.org/officeDocument/2006/relationships" id="267" r:id="R03ae1387a0f74093"/>
    <p:sldId xmlns:r="http://schemas.openxmlformats.org/officeDocument/2006/relationships" id="268" r:id="R8c5b959e49c5481e"/>
    <p:sldId xmlns:r="http://schemas.openxmlformats.org/officeDocument/2006/relationships" id="269" r:id="R74741ddcb5f94758"/>
    <p:sldId xmlns:r="http://schemas.openxmlformats.org/officeDocument/2006/relationships" id="270" r:id="R4c775e03fa9045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acbe684e954252" /><Relationship Type="http://schemas.openxmlformats.org/officeDocument/2006/relationships/slideMaster" Target="/ppt/slideMasters/slideMaster1.xml" Id="Re8db0c2007f14590" /><Relationship Type="http://schemas.openxmlformats.org/officeDocument/2006/relationships/notesMaster" Target="/ppt/notesMasters/notesMaster1.xml" Id="Rfb5380469d5441df" /><Relationship Type="http://schemas.openxmlformats.org/officeDocument/2006/relationships/presProps" Target="/ppt/presProps.xml" Id="Re79d05dba9b24807" /><Relationship Type="http://schemas.openxmlformats.org/officeDocument/2006/relationships/tableStyles" Target="/ppt/tableStyles.xml" Id="Re05550f4e44a4438" /><Relationship Type="http://schemas.openxmlformats.org/officeDocument/2006/relationships/slide" Target="/ppt/slides/slide1.xml" Id="R8b38d7e7e638407a" /><Relationship Type="http://schemas.openxmlformats.org/officeDocument/2006/relationships/slide" Target="/ppt/slides/slide2.xml" Id="R9bc3cc2d76f2426f" /><Relationship Type="http://schemas.openxmlformats.org/officeDocument/2006/relationships/slide" Target="/ppt/slides/slide3.xml" Id="R98a791a83d124f44" /><Relationship Type="http://schemas.openxmlformats.org/officeDocument/2006/relationships/slide" Target="/ppt/slides/slide4.xml" Id="Rbeb017067442457b" /><Relationship Type="http://schemas.openxmlformats.org/officeDocument/2006/relationships/slide" Target="/ppt/slides/slide5.xml" Id="Ra8073576ed904b29" /><Relationship Type="http://schemas.openxmlformats.org/officeDocument/2006/relationships/slide" Target="/ppt/slides/slide6.xml" Id="R02e340a7ac794e1e" /><Relationship Type="http://schemas.openxmlformats.org/officeDocument/2006/relationships/slide" Target="/ppt/slides/slide7.xml" Id="R2885ddc7cbb147d4" /><Relationship Type="http://schemas.openxmlformats.org/officeDocument/2006/relationships/slide" Target="/ppt/slides/slide8.xml" Id="Re95e044257824651" /><Relationship Type="http://schemas.openxmlformats.org/officeDocument/2006/relationships/slide" Target="/ppt/slides/slide9.xml" Id="R6e97b8a3b7b84765" /><Relationship Type="http://schemas.openxmlformats.org/officeDocument/2006/relationships/slide" Target="/ppt/slides/slide10.xml" Id="R9c06e6d72c934f86" /><Relationship Type="http://schemas.openxmlformats.org/officeDocument/2006/relationships/slide" Target="/ppt/slides/slide11.xml" Id="R825feb15fde5486f" /><Relationship Type="http://schemas.openxmlformats.org/officeDocument/2006/relationships/slide" Target="/ppt/slides/slide12.xml" Id="R03ae1387a0f74093" /><Relationship Type="http://schemas.openxmlformats.org/officeDocument/2006/relationships/slide" Target="/ppt/slides/slide13.xml" Id="R8c5b959e49c5481e" /><Relationship Type="http://schemas.openxmlformats.org/officeDocument/2006/relationships/slide" Target="/ppt/slides/slide14.xml" Id="R74741ddcb5f94758" /><Relationship Type="http://schemas.openxmlformats.org/officeDocument/2006/relationships/slide" Target="/ppt/slides/slide15.xml" Id="R4c775e03fa9045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9dd999e53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f463eeef354141" /><Relationship Type="http://schemas.openxmlformats.org/officeDocument/2006/relationships/notesMaster" Target="/ppt/notesMasters/notesMaster1.xml" Id="Rd08e5b8330dc48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9a483926d84b84" /><Relationship Type="http://schemas.openxmlformats.org/officeDocument/2006/relationships/notesMaster" Target="/ppt/notesMasters/notesMaster1.xml" Id="R4a1c9697aa5246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a0a7cc73ef4a0f" /><Relationship Type="http://schemas.openxmlformats.org/officeDocument/2006/relationships/notesMaster" Target="/ppt/notesMasters/notesMaster1.xml" Id="R4a5bd605d4a24e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3635af7c524082" /><Relationship Type="http://schemas.openxmlformats.org/officeDocument/2006/relationships/notesMaster" Target="/ppt/notesMasters/notesMaster1.xml" Id="Rf623ee9644324b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0af6d0a4534c61" /><Relationship Type="http://schemas.openxmlformats.org/officeDocument/2006/relationships/notesMaster" Target="/ppt/notesMasters/notesMaster1.xml" Id="Reb101d2bcc914d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e266a184664de2" /><Relationship Type="http://schemas.openxmlformats.org/officeDocument/2006/relationships/notesMaster" Target="/ppt/notesMasters/notesMaster1.xml" Id="R9abc63f7ca624c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6fda4c67f6455e" /><Relationship Type="http://schemas.openxmlformats.org/officeDocument/2006/relationships/notesMaster" Target="/ppt/notesMasters/notesMaster1.xml" Id="Rec7eb32346d44b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0ccb4dc85c4f70" /><Relationship Type="http://schemas.openxmlformats.org/officeDocument/2006/relationships/notesMaster" Target="/ppt/notesMasters/notesMaster1.xml" Id="R4f96c2d5df8f44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25bc131d43451f" /><Relationship Type="http://schemas.openxmlformats.org/officeDocument/2006/relationships/notesMaster" Target="/ppt/notesMasters/notesMaster1.xml" Id="R30beaca4cd4d4e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6998fe759e432f" /><Relationship Type="http://schemas.openxmlformats.org/officeDocument/2006/relationships/notesMaster" Target="/ppt/notesMasters/notesMaster1.xml" Id="R3c1846fa5b9f42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86254aac6947cb" /><Relationship Type="http://schemas.openxmlformats.org/officeDocument/2006/relationships/notesMaster" Target="/ppt/notesMasters/notesMaster1.xml" Id="R9ed227a383ae45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78a5029c974068" /><Relationship Type="http://schemas.openxmlformats.org/officeDocument/2006/relationships/notesMaster" Target="/ppt/notesMasters/notesMaster1.xml" Id="Rc84224bddef84f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411223662e4553" /><Relationship Type="http://schemas.openxmlformats.org/officeDocument/2006/relationships/notesMaster" Target="/ppt/notesMasters/notesMaster1.xml" Id="R57089178de7e45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4f008a35784118" /><Relationship Type="http://schemas.openxmlformats.org/officeDocument/2006/relationships/notesMaster" Target="/ppt/notesMasters/notesMaster1.xml" Id="R30c73d74f61648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f624afd31645ee" /><Relationship Type="http://schemas.openxmlformats.org/officeDocument/2006/relationships/notesMaster" Target="/ppt/notesMasters/notesMaster1.xml" Id="R6c5117ba4efc45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parenteral nutrition may be needed. First, The gastrointestinal tract cannot safely or adequately meet nutrition needs. Next, The patient has severe malabsorption, obstruction, prolonged ileus, fistula, or another condition that prevents enteral feeding. Next, Metabolic demand is high because of major illness, trauma, burns, surgery, or sepsis. Next, The interdisciplinary team weighs expected benefit, duration, access, infection risk, metabolic risk, and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What may be in a PN formulation. First, Dextrose: Primary carbohydrate calories Next, Amino acids: Protein and nitrogen source Next, Lipids: Concentrated calories and essential fatty acids Next, Electrolytes and minerals: Individual replacement and maintenance needs Next, Vitamins and trace elements: Micronutrient support Next, Water and ordered additives: Fluid requirement and selected medication or insulin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 Verify every formulation against the pharmacy label and order.</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Mechanical, infectious, and metabolic PN complications. First, Mechanical: Occlusion, malposition, thrombosis, catheter damage, air risk; Protect the line, stop unsafe use, assess, and escalate Next, Infectious: Exit-site infection or catheter-related bloodstream infection; Asepsis, temperature, site assessment, cultures and device plan as ordered Next, Metabolic: Glucose abnormality, electrolyte shifts, refeeding syndrome, liver or triglyceride changes; Laboratory trends, glucose, fluid balance, neurologic and cardiac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pages 54-55.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2cae612cac4b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d217fb2434f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8a8290da7b40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4aa158683049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1de0aee81741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47a9e42ef446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3CC44-D07B-4935-892A-97F88626C9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2997FE-E782-4EF5-8BB0-CBA00991AE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70572E-2F33-4713-AE9E-F1B0DB32A6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20477-F202-47E3-86D4-A8C9351C0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003E0B-DB81-4731-BD5D-6CE57B580B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8662C8-7860-42D9-B538-24BE482628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C2A9F9-E571-4740-8275-695FE7F9C9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EB6191-3AE7-4545-90B2-F956EF4FE2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FBEE34-5A81-4B29-9EB2-28AAE1F394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A5A00D-CD04-4E87-B05A-144ABE648F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b949772ef0491a" /><Relationship Type="http://schemas.openxmlformats.org/officeDocument/2006/relationships/slideLayout" Target="/ppt/slideLayouts/slideLayout1.xml" Id="Re37376cd0d87449d" /><Relationship Type="http://schemas.openxmlformats.org/officeDocument/2006/relationships/slideLayout" Target="/ppt/slideLayouts/slideLayout2.xml" Id="Rd6f1da8b133b4da2" /><Relationship Type="http://schemas.openxmlformats.org/officeDocument/2006/relationships/slideLayout" Target="/ppt/slideLayouts/slideLayout3.xml" Id="R94be8526c54f4b3f" /><Relationship Type="http://schemas.openxmlformats.org/officeDocument/2006/relationships/slideLayout" Target="/ppt/slideLayouts/slideLayout4.xml" Id="R77afbacedf4d4f8e" /><Relationship Type="http://schemas.openxmlformats.org/officeDocument/2006/relationships/slideLayout" Target="/ppt/slideLayouts/slideLayout5.xml" Id="Re9e6a5d8285949d1" /><Relationship Type="http://schemas.openxmlformats.org/officeDocument/2006/relationships/slideLayout" Target="/ppt/slideLayouts/slideLayout6.xml" Id="R678b2741427146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7376cd0d87449d"/>
    <p:sldLayoutId xmlns:r="http://schemas.openxmlformats.org/officeDocument/2006/relationships" id="2147483650" r:id="Rd6f1da8b133b4da2"/>
    <p:sldLayoutId xmlns:r="http://schemas.openxmlformats.org/officeDocument/2006/relationships" id="2147483651" r:id="R94be8526c54f4b3f"/>
    <p:sldLayoutId xmlns:r="http://schemas.openxmlformats.org/officeDocument/2006/relationships" id="2147483652" r:id="R77afbacedf4d4f8e"/>
    <p:sldLayoutId xmlns:r="http://schemas.openxmlformats.org/officeDocument/2006/relationships" id="2147483653" r:id="Re9e6a5d8285949d1"/>
    <p:sldLayoutId xmlns:r="http://schemas.openxmlformats.org/officeDocument/2006/relationships" id="2147483654" r:id="R678b2741427146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e72a8dfce141e8" /><Relationship Type="http://schemas.openxmlformats.org/officeDocument/2006/relationships/image" Target="/ppt/media/image.jpeg" Id="R4b4ba3d95efe46cc" /><Relationship Type="http://schemas.openxmlformats.org/officeDocument/2006/relationships/notesSlide" Target="/ppt/notesSlides/notesSlide1.xml" Id="R20271b604b2949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1315aa2d594222" /><Relationship Type="http://schemas.openxmlformats.org/officeDocument/2006/relationships/notesSlide" Target="/ppt/notesSlides/notesSlide2.xml" Id="R163dd965027944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b27c7d28ce44fb" /><Relationship Type="http://schemas.openxmlformats.org/officeDocument/2006/relationships/notesSlide" Target="/ppt/notesSlides/notesSlide3.xml" Id="Rd71573baeb2545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96ff99bb3a4df4" /><Relationship Type="http://schemas.openxmlformats.org/officeDocument/2006/relationships/notesSlide" Target="/ppt/notesSlides/notesSlide4.xml" Id="Rb3c39a997b4747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1d7092b2b74aef" /><Relationship Type="http://schemas.openxmlformats.org/officeDocument/2006/relationships/notesSlide" Target="/ppt/notesSlides/notesSlide5.xml" Id="R070851d9898b42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54012a19264d1b" /><Relationship Type="http://schemas.openxmlformats.org/officeDocument/2006/relationships/notesSlide" Target="/ppt/notesSlides/notesSlide6.xml" Id="R3ca109b366b14d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0dd1efe8204d4f" /><Relationship Type="http://schemas.openxmlformats.org/officeDocument/2006/relationships/notesSlide" Target="/ppt/notesSlides/notesSlide7.xml" Id="R1176ebad728e48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9b6db513aa4e22" /><Relationship Type="http://schemas.openxmlformats.org/officeDocument/2006/relationships/notesSlide" Target="/ppt/notesSlides/notesSlide8.xml" Id="Rd6121acdac1941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bbdf67b41b4e8f" /><Relationship Type="http://schemas.openxmlformats.org/officeDocument/2006/relationships/notesSlide" Target="/ppt/notesSlides/notesSlide9.xml" Id="Rf75f63552e8a47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7b695d16664f57" /><Relationship Type="http://schemas.openxmlformats.org/officeDocument/2006/relationships/notesSlide" Target="/ppt/notesSlides/notesSlide10.xml" Id="Rb2ffc8be882848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ebb1a2592cf483f" /><Relationship Type="http://schemas.openxmlformats.org/officeDocument/2006/relationships/notesSlide" Target="/ppt/notesSlides/notesSlide11.xml" Id="R7ad99351a5244b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37c40484984f69" /><Relationship Type="http://schemas.openxmlformats.org/officeDocument/2006/relationships/notesSlide" Target="/ppt/notesSlides/notesSlide12.xml" Id="R6d8ef40d0a4848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f4007b97064ffe" /><Relationship Type="http://schemas.openxmlformats.org/officeDocument/2006/relationships/notesSlide" Target="/ppt/notesSlides/notesSlide13.xml" Id="R48c310efe13641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14db33dc95a4846" /><Relationship Type="http://schemas.openxmlformats.org/officeDocument/2006/relationships/notesSlide" Target="/ppt/notesSlides/notesSlide14.xml" Id="R93e0296cb6db45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58e36ab93964aef" /><Relationship Type="http://schemas.openxmlformats.org/officeDocument/2006/relationships/notesSlide" Target="/ppt/notesSlides/notesSlide15.xml" Id="R87f19379863143f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EFA22DB-D92D-4BD0-AA54-9AA8B2BECF0B}"/>
              </a:ext>
            </a:extLst>
          </p:cNvPr>
          <p:cNvPicPr>
            <a:picLocks xmlns:a="http://schemas.openxmlformats.org/drawingml/2006/main" noChangeAspect="1"/>
          </p:cNvPicPr>
          <p:nvPr/>
        </p:nvPicPr>
        <p:blipFill>
          <a:blip xmlns:r="http://schemas.openxmlformats.org/officeDocument/2006/relationships" xmlns:a="http://schemas.openxmlformats.org/drawingml/2006/main" r:embed="R4b4ba3d95efe46cc"/>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B2167A-730E-4C57-A8F3-F5A1DFE5A19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BF44EE7-9982-45D1-AEED-0220F22F2595}"/>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9E08B571-18E5-4360-8859-07766185C103}"/>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1B08F265-EC0D-4C4E-8D0B-AFF355607347}"/>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35A5F3D4-CACD-41F7-95E8-5DA78D8CC52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A13A3C32-9E19-4C4D-92CC-801B9A401FC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5779102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0792A1-7AEC-44F9-A16F-6A4278342A6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2D9B84D-A0FA-42B7-B086-97D05EC1BC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40A54A-90D0-4FF1-9DEB-32A4417ADF6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5DBBA73-CAB8-4C2C-8BEA-9B1D8BD461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CAEDE125-A9AB-42C4-A673-1A66F232F5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D915FAA4-F01C-4B9E-9DDF-288A84564F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6C1DE899-61D6-4BEF-9CA1-5FE6E3FCA2A5}"/>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26264382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4BB1B6-69CA-4F3C-BA21-D89D91E9825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6FB35C9-7FB7-4B7F-A03E-E5B9BBFB30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88BC58D-E35A-4B14-AE5D-D2EF5F247FB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4150B81-9A32-430F-834B-7DF92CF06F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5" name="">
            <a:extLst xmlns:a="http://schemas.openxmlformats.org/drawingml/2006/main">
              <a:ext uri="{FF2B5EF4-FFF2-40B4-BE49-F238E27FC236}">
                <a16:creationId xmlns:a16="http://schemas.microsoft.com/office/drawing/2014/main" id="{28F6D363-5488-4F5C-BC2E-B567C15FC3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10BDC117-4565-4B7A-9595-40A9C11C18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8CD646E-309F-4EDA-B8C8-8F91ECB9F5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8" name="">
            <a:extLst xmlns:a="http://schemas.openxmlformats.org/drawingml/2006/main">
              <a:ext uri="{FF2B5EF4-FFF2-40B4-BE49-F238E27FC236}">
                <a16:creationId xmlns:a16="http://schemas.microsoft.com/office/drawing/2014/main" id="{732EB741-5F57-4E4B-9B72-F0A78875C2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101655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B4CD92-6183-4FB8-80DC-91A3D8FC7F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5BC18BD-8721-4ADC-A963-4D27E8BE82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EEE948A-EC91-469E-827A-A39AD52DDCF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DB2EC66-36BC-4CAA-8A5E-68A4DF7344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5" name="">
            <a:extLst xmlns:a="http://schemas.openxmlformats.org/drawingml/2006/main">
              <a:ext uri="{FF2B5EF4-FFF2-40B4-BE49-F238E27FC236}">
                <a16:creationId xmlns:a16="http://schemas.microsoft.com/office/drawing/2014/main" id="{524D8BE0-3158-4425-90BA-2A5C627173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BAAA035C-679E-428C-90C1-18EDD5F141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A260096A-B02C-4EF0-A082-BF9BECB626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8" name="">
            <a:extLst xmlns:a="http://schemas.openxmlformats.org/drawingml/2006/main">
              <a:ext uri="{FF2B5EF4-FFF2-40B4-BE49-F238E27FC236}">
                <a16:creationId xmlns:a16="http://schemas.microsoft.com/office/drawing/2014/main" id="{9E4EF170-02FE-4B1B-9165-92BE2A5DB9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1747315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D2C1A2-1C18-4765-9E05-5A7CA3075E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DB981A9-B387-48C4-845D-C3B75D026A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47B8CEC-41DA-4D1F-825F-E9769E17942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638199B-90E2-4B95-987D-54E05286E9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5" name="">
            <a:extLst xmlns:a="http://schemas.openxmlformats.org/drawingml/2006/main">
              <a:ext uri="{FF2B5EF4-FFF2-40B4-BE49-F238E27FC236}">
                <a16:creationId xmlns:a16="http://schemas.microsoft.com/office/drawing/2014/main" id="{0835B163-34C1-487C-B0CD-803F26C301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3C4EEEE6-76FA-465D-9B72-B93E264B27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625CC45D-8103-44D6-84E4-6371F2353F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8" name="">
            <a:extLst xmlns:a="http://schemas.openxmlformats.org/drawingml/2006/main">
              <a:ext uri="{FF2B5EF4-FFF2-40B4-BE49-F238E27FC236}">
                <a16:creationId xmlns:a16="http://schemas.microsoft.com/office/drawing/2014/main" id="{4C2E71EA-BCAF-46F8-A057-BA1EA031A5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0537451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D5168C-383A-47B9-A0BB-840297002F5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8D94472-24A9-4B56-B577-F5AF0B5ECA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84D7E0B-E8D1-4B9C-BFE5-3A3851AD48F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E31668F-E2DD-49B8-96E2-B376B3CC96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5" name="">
            <a:extLst xmlns:a="http://schemas.openxmlformats.org/drawingml/2006/main">
              <a:ext uri="{FF2B5EF4-FFF2-40B4-BE49-F238E27FC236}">
                <a16:creationId xmlns:a16="http://schemas.microsoft.com/office/drawing/2014/main" id="{9BECF9BF-263B-456B-8361-5CB7462A13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7736110B-0BF2-4B16-8C1B-E88E13487D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36C8F21E-4725-45B0-AA49-909AD4C071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8" name="">
            <a:extLst xmlns:a="http://schemas.openxmlformats.org/drawingml/2006/main">
              <a:ext uri="{FF2B5EF4-FFF2-40B4-BE49-F238E27FC236}">
                <a16:creationId xmlns:a16="http://schemas.microsoft.com/office/drawing/2014/main" id="{A8671C36-4457-4755-92D8-129C317440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81488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80A46A-756E-44DA-9F7D-798685DBD08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8D842D6-F18F-4A01-A850-A294F9CDE6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764E49E-4CF5-438C-9375-ACDFFBD02A4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1BF6B49-3E8C-4B5B-B683-D191E2C1DD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parenteral nutrition may be needed</a:t>
            </a:r>
          </a:p>
        </p:txBody>
      </p:sp>
      <p:sp>
        <p:nvSpPr>
          <p:cNvPr id="5" name="">
            <a:extLst xmlns:a="http://schemas.openxmlformats.org/drawingml/2006/main">
              <a:ext uri="{FF2B5EF4-FFF2-40B4-BE49-F238E27FC236}">
                <a16:creationId xmlns:a16="http://schemas.microsoft.com/office/drawing/2014/main" id="{7F4B07CE-D387-4290-B3FD-B02D70FC3F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6E344358-2A93-4B20-B7B5-B71E398A3D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413743D0-60B8-4955-A45D-339D9293B9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gastrointestinal tract cannot safely or adequately meet nutrition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has severe malabsorption, obstruction, prolonged ileus, fistula, or another condition that prevents enteral feeding.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demand is high because of major illness, trauma, burns, surgery, or sepsis.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interdisciplinary team weighs expected benefit, duration, access, infection risk, metabolic risk, and alternatives.</a:t>
            </a:r>
          </a:p>
        </p:txBody>
      </p:sp>
      <p:sp>
        <p:nvSpPr>
          <p:cNvPr id="8" name="">
            <a:extLst xmlns:a="http://schemas.openxmlformats.org/drawingml/2006/main">
              <a:ext uri="{FF2B5EF4-FFF2-40B4-BE49-F238E27FC236}">
                <a16:creationId xmlns:a16="http://schemas.microsoft.com/office/drawing/2014/main" id="{F9BA12CA-A24F-4FBB-B24D-9102210637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749251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8EC5B43-B463-495A-AE79-2780CEE5FB0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08E67F2-7C58-45C3-8EC9-5CADEAFDA9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BED83AD-8404-49B5-B2B9-1ECA03FE6FB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AFA2FE3-2F2A-4624-B396-F48379436E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What may be in a PN formulation</a:t>
            </a:r>
          </a:p>
        </p:txBody>
      </p:sp>
      <p:sp>
        <p:nvSpPr>
          <p:cNvPr id="5" name="">
            <a:extLst xmlns:a="http://schemas.openxmlformats.org/drawingml/2006/main">
              <a:ext uri="{FF2B5EF4-FFF2-40B4-BE49-F238E27FC236}">
                <a16:creationId xmlns:a16="http://schemas.microsoft.com/office/drawing/2014/main" id="{4AD93774-95FE-4653-8D21-1F6E7AF3B9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1B8E5677-DB43-43F0-867A-054C0130A9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D1DB37CF-B36E-4809-AD03-5CC066E3051B}"/>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1EBE402-6573-495A-A803-B238BA711CD9}"/>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03831C32-B486-4990-9E94-FF3E1CE1A684}"/>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F4AF36D-1B20-4A55-AB99-A62D67AECB28}"/>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0C4A066B-19F9-4675-B8AA-FDD62BBC4E81}"/>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8798A51-61FC-4236-9CA9-A140385A8806}"/>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Dextrose</a:t>
            </a:r>
          </a:p>
        </p:txBody>
      </p:sp>
      <p:sp>
        <p:nvSpPr>
          <p:cNvPr id="13" name="">
            <a:extLst xmlns:a="http://schemas.openxmlformats.org/drawingml/2006/main">
              <a:ext uri="{FF2B5EF4-FFF2-40B4-BE49-F238E27FC236}">
                <a16:creationId xmlns:a16="http://schemas.microsoft.com/office/drawing/2014/main" id="{1EEF364B-6DB6-409E-B141-C31A18FFCF49}"/>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BFBB98A-E880-419A-8F34-DA46AAF4B997}"/>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carbohydrate calories</a:t>
            </a:r>
          </a:p>
        </p:txBody>
      </p:sp>
      <p:sp>
        <p:nvSpPr>
          <p:cNvPr id="15" name="">
            <a:extLst xmlns:a="http://schemas.openxmlformats.org/drawingml/2006/main">
              <a:ext uri="{FF2B5EF4-FFF2-40B4-BE49-F238E27FC236}">
                <a16:creationId xmlns:a16="http://schemas.microsoft.com/office/drawing/2014/main" id="{78E7D5C3-7E3E-447A-8B94-8D3B21CDC7E7}"/>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528850C-A761-4356-9E47-9ABF7FB952FB}"/>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Amino acids</a:t>
            </a:r>
          </a:p>
        </p:txBody>
      </p:sp>
      <p:sp>
        <p:nvSpPr>
          <p:cNvPr id="17" name="">
            <a:extLst xmlns:a="http://schemas.openxmlformats.org/drawingml/2006/main">
              <a:ext uri="{FF2B5EF4-FFF2-40B4-BE49-F238E27FC236}">
                <a16:creationId xmlns:a16="http://schemas.microsoft.com/office/drawing/2014/main" id="{004375D3-CBFB-41D6-B0FD-D55C67978409}"/>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4F9EAE2-0409-46C5-BA99-0F0352515BD7}"/>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Protein and nitrogen source</a:t>
            </a:r>
          </a:p>
        </p:txBody>
      </p:sp>
      <p:sp>
        <p:nvSpPr>
          <p:cNvPr id="19" name="">
            <a:extLst xmlns:a="http://schemas.openxmlformats.org/drawingml/2006/main">
              <a:ext uri="{FF2B5EF4-FFF2-40B4-BE49-F238E27FC236}">
                <a16:creationId xmlns:a16="http://schemas.microsoft.com/office/drawing/2014/main" id="{01EA2729-9D0B-4AB7-A022-DFAFBC1AF2BA}"/>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C23FE47-5265-4354-8786-40943399939A}"/>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Lipids</a:t>
            </a:r>
          </a:p>
        </p:txBody>
      </p:sp>
      <p:sp>
        <p:nvSpPr>
          <p:cNvPr id="21" name="">
            <a:extLst xmlns:a="http://schemas.openxmlformats.org/drawingml/2006/main">
              <a:ext uri="{FF2B5EF4-FFF2-40B4-BE49-F238E27FC236}">
                <a16:creationId xmlns:a16="http://schemas.microsoft.com/office/drawing/2014/main" id="{246B0817-5038-474C-992E-AC34DEFD7ADC}"/>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92EE683-C88B-4C17-BA66-685736EDFD32}"/>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calories and essential fatty acids</a:t>
            </a:r>
          </a:p>
        </p:txBody>
      </p:sp>
      <p:sp>
        <p:nvSpPr>
          <p:cNvPr id="23" name="">
            <a:extLst xmlns:a="http://schemas.openxmlformats.org/drawingml/2006/main">
              <a:ext uri="{FF2B5EF4-FFF2-40B4-BE49-F238E27FC236}">
                <a16:creationId xmlns:a16="http://schemas.microsoft.com/office/drawing/2014/main" id="{3F4988A8-5796-4BE2-BAF5-171FFF0FC1B1}"/>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F69F1AF-BE6A-4695-B226-919C6669A933}"/>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 and minerals</a:t>
            </a:r>
          </a:p>
        </p:txBody>
      </p:sp>
      <p:sp>
        <p:nvSpPr>
          <p:cNvPr id="25" name="">
            <a:extLst xmlns:a="http://schemas.openxmlformats.org/drawingml/2006/main">
              <a:ext uri="{FF2B5EF4-FFF2-40B4-BE49-F238E27FC236}">
                <a16:creationId xmlns:a16="http://schemas.microsoft.com/office/drawing/2014/main" id="{73F4573D-3A2E-41E3-8FDC-538514760DC9}"/>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5B96538-FD0D-4AF5-8735-F995C3398E0E}"/>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 replacement and maintenance needs</a:t>
            </a:r>
          </a:p>
        </p:txBody>
      </p:sp>
      <p:sp>
        <p:nvSpPr>
          <p:cNvPr id="27" name="">
            <a:extLst xmlns:a="http://schemas.openxmlformats.org/drawingml/2006/main">
              <a:ext uri="{FF2B5EF4-FFF2-40B4-BE49-F238E27FC236}">
                <a16:creationId xmlns:a16="http://schemas.microsoft.com/office/drawing/2014/main" id="{8B3A8BAC-C192-436F-B0D7-1E05E7007DB2}"/>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7F9B761-A500-41A5-9A05-E4BEC175BC5C}"/>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Vitamins and trace elements</a:t>
            </a:r>
          </a:p>
        </p:txBody>
      </p:sp>
      <p:sp>
        <p:nvSpPr>
          <p:cNvPr id="29" name="">
            <a:extLst xmlns:a="http://schemas.openxmlformats.org/drawingml/2006/main">
              <a:ext uri="{FF2B5EF4-FFF2-40B4-BE49-F238E27FC236}">
                <a16:creationId xmlns:a16="http://schemas.microsoft.com/office/drawing/2014/main" id="{D9F82333-27AE-4190-97D5-D8E137649D2E}"/>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7626933-CCB7-4CC4-A542-EAD30E75420F}"/>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Micronutrient support</a:t>
            </a:r>
          </a:p>
        </p:txBody>
      </p:sp>
      <p:sp>
        <p:nvSpPr>
          <p:cNvPr id="31" name="">
            <a:extLst xmlns:a="http://schemas.openxmlformats.org/drawingml/2006/main">
              <a:ext uri="{FF2B5EF4-FFF2-40B4-BE49-F238E27FC236}">
                <a16:creationId xmlns:a16="http://schemas.microsoft.com/office/drawing/2014/main" id="{D66AF27E-86F3-43CF-8E63-1FF304420B6F}"/>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A79B44E-9C72-47EF-A11E-6C3ADC35A1D5}"/>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ordered additives</a:t>
            </a:r>
          </a:p>
        </p:txBody>
      </p:sp>
      <p:sp>
        <p:nvSpPr>
          <p:cNvPr id="33" name="">
            <a:extLst xmlns:a="http://schemas.openxmlformats.org/drawingml/2006/main">
              <a:ext uri="{FF2B5EF4-FFF2-40B4-BE49-F238E27FC236}">
                <a16:creationId xmlns:a16="http://schemas.microsoft.com/office/drawing/2014/main" id="{22D9CABE-5248-43CA-BFD1-490CE4DEE07E}"/>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6185106-513F-438E-B823-E10B5C6D9EA6}"/>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requirement and selected medication or insulin needs</a:t>
            </a:r>
          </a:p>
        </p:txBody>
      </p:sp>
    </p:spTree>
    <p:extLst>
      <p:ext uri="{BB962C8B-B14F-4D97-AF65-F5344CB8AC3E}">
        <p14:creationId xmlns:p14="http://schemas.microsoft.com/office/powerpoint/2010/main" val="192949922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8EAFF1-94D1-4C57-B74E-97256B1C09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80A8E2E-5F87-420E-8A65-7C4F8AEFA7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0EA41E7-1347-423A-9871-E876F34F73B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FE5AA01-5DB9-4D46-ACB7-225C134577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Mechanical, infectious, and metabolic PN complications</a:t>
            </a:r>
          </a:p>
        </p:txBody>
      </p:sp>
      <p:sp>
        <p:nvSpPr>
          <p:cNvPr id="5" name="">
            <a:extLst xmlns:a="http://schemas.openxmlformats.org/drawingml/2006/main">
              <a:ext uri="{FF2B5EF4-FFF2-40B4-BE49-F238E27FC236}">
                <a16:creationId xmlns:a16="http://schemas.microsoft.com/office/drawing/2014/main" id="{2E00E612-37C2-44F1-8471-BE2EDB1CE5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A54F7A5-A257-4223-A22F-2477C4C72A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FF4249C8-A793-4D2E-8957-7D23719BEDAC}"/>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5CEDC9C-0FAF-4E35-920A-9C2AE6A98D04}"/>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D3F126DF-0533-4C62-B069-93F13D73D2B6}"/>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C43EDD8-D6DA-40D8-A016-426F843D0FB7}"/>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Examples</a:t>
            </a:r>
          </a:p>
        </p:txBody>
      </p:sp>
      <p:sp>
        <p:nvSpPr>
          <p:cNvPr id="11" name="">
            <a:extLst xmlns:a="http://schemas.openxmlformats.org/drawingml/2006/main">
              <a:ext uri="{FF2B5EF4-FFF2-40B4-BE49-F238E27FC236}">
                <a16:creationId xmlns:a16="http://schemas.microsoft.com/office/drawing/2014/main" id="{4A06F29C-1BC5-4E95-99D0-91F6EC092E23}"/>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3D0B3BE-513E-4A01-9361-4CCF8C45E4ED}"/>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3" name="">
            <a:extLst xmlns:a="http://schemas.openxmlformats.org/drawingml/2006/main">
              <a:ext uri="{FF2B5EF4-FFF2-40B4-BE49-F238E27FC236}">
                <a16:creationId xmlns:a16="http://schemas.microsoft.com/office/drawing/2014/main" id="{73C25E26-FF49-4B2F-9D2C-73D2FD532F0F}"/>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202138-157A-448E-9C9B-B1E34F6BC7B4}"/>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5" name="">
            <a:extLst xmlns:a="http://schemas.openxmlformats.org/drawingml/2006/main">
              <a:ext uri="{FF2B5EF4-FFF2-40B4-BE49-F238E27FC236}">
                <a16:creationId xmlns:a16="http://schemas.microsoft.com/office/drawing/2014/main" id="{59C44DFE-EA5C-42B2-B0FA-49FDB820FD84}"/>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8ACF8A9-E85F-4E08-8A1F-A44215E74957}"/>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thrombosis, catheter damage, air risk</a:t>
            </a:r>
          </a:p>
        </p:txBody>
      </p:sp>
      <p:sp>
        <p:nvSpPr>
          <p:cNvPr id="17" name="">
            <a:extLst xmlns:a="http://schemas.openxmlformats.org/drawingml/2006/main">
              <a:ext uri="{FF2B5EF4-FFF2-40B4-BE49-F238E27FC236}">
                <a16:creationId xmlns:a16="http://schemas.microsoft.com/office/drawing/2014/main" id="{F6B9E070-6EC5-47E9-A7B6-0263B91F164C}"/>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2BD9BB5-CE13-4095-BD44-C14DDDBE0412}"/>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the line, stop unsafe use, assess, and escalate</a:t>
            </a:r>
          </a:p>
        </p:txBody>
      </p:sp>
      <p:sp>
        <p:nvSpPr>
          <p:cNvPr id="19" name="">
            <a:extLst xmlns:a="http://schemas.openxmlformats.org/drawingml/2006/main">
              <a:ext uri="{FF2B5EF4-FFF2-40B4-BE49-F238E27FC236}">
                <a16:creationId xmlns:a16="http://schemas.microsoft.com/office/drawing/2014/main" id="{D468686A-0A03-4331-8615-1844FCD1D75A}"/>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1A30D42-E7E6-4B9B-A25E-3E8FF82C1C1C}"/>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Infectious</a:t>
            </a:r>
          </a:p>
        </p:txBody>
      </p:sp>
      <p:sp>
        <p:nvSpPr>
          <p:cNvPr id="21" name="">
            <a:extLst xmlns:a="http://schemas.openxmlformats.org/drawingml/2006/main">
              <a:ext uri="{FF2B5EF4-FFF2-40B4-BE49-F238E27FC236}">
                <a16:creationId xmlns:a16="http://schemas.microsoft.com/office/drawing/2014/main" id="{9AA0F699-0F44-45DB-93E5-E6823AE94CA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DDE8673-6C14-413F-9499-4F617B2CCE3A}"/>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Exit-site infection or catheter-related bloodstream infection</a:t>
            </a:r>
          </a:p>
        </p:txBody>
      </p:sp>
      <p:sp>
        <p:nvSpPr>
          <p:cNvPr id="23" name="">
            <a:extLst xmlns:a="http://schemas.openxmlformats.org/drawingml/2006/main">
              <a:ext uri="{FF2B5EF4-FFF2-40B4-BE49-F238E27FC236}">
                <a16:creationId xmlns:a16="http://schemas.microsoft.com/office/drawing/2014/main" id="{A8453433-4116-4ED5-854E-D5324938451C}"/>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C58D9D4-CB24-4461-897D-5F399C2DF6CB}"/>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Asepsis, temperature, site assessment, cultures and device plan as ordered</a:t>
            </a:r>
          </a:p>
        </p:txBody>
      </p:sp>
      <p:sp>
        <p:nvSpPr>
          <p:cNvPr id="25" name="">
            <a:extLst xmlns:a="http://schemas.openxmlformats.org/drawingml/2006/main">
              <a:ext uri="{FF2B5EF4-FFF2-40B4-BE49-F238E27FC236}">
                <a16:creationId xmlns:a16="http://schemas.microsoft.com/office/drawing/2014/main" id="{DAD4A0FE-8732-479C-83E3-687ABC7C59F9}"/>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0E71586-EE79-4B2A-B043-87080F3867DB}"/>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Metabolic</a:t>
            </a:r>
          </a:p>
        </p:txBody>
      </p:sp>
      <p:sp>
        <p:nvSpPr>
          <p:cNvPr id="27" name="">
            <a:extLst xmlns:a="http://schemas.openxmlformats.org/drawingml/2006/main">
              <a:ext uri="{FF2B5EF4-FFF2-40B4-BE49-F238E27FC236}">
                <a16:creationId xmlns:a16="http://schemas.microsoft.com/office/drawing/2014/main" id="{7FB3E895-93B4-4282-9F7D-A55A709EE439}"/>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9D2B3A6-DAB2-4C3C-B178-CBACA42ABCC7}"/>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 abnormality, electrolyte shifts, refeeding syndrome, liver or triglyceride changes</a:t>
            </a:r>
          </a:p>
        </p:txBody>
      </p:sp>
      <p:sp>
        <p:nvSpPr>
          <p:cNvPr id="29" name="">
            <a:extLst xmlns:a="http://schemas.openxmlformats.org/drawingml/2006/main">
              <a:ext uri="{FF2B5EF4-FFF2-40B4-BE49-F238E27FC236}">
                <a16:creationId xmlns:a16="http://schemas.microsoft.com/office/drawing/2014/main" id="{95BEE367-639D-4716-99E2-99E2276F626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7DE5E04-7A36-46B9-ADA5-D5CF2BF1861F}"/>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Laboratory trends, glucose, fluid balance, neurologic and cardiac findings</a:t>
            </a:r>
          </a:p>
        </p:txBody>
      </p:sp>
    </p:spTree>
    <p:extLst>
      <p:ext uri="{BB962C8B-B14F-4D97-AF65-F5344CB8AC3E}">
        <p14:creationId xmlns:p14="http://schemas.microsoft.com/office/powerpoint/2010/main" val="166771266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C0CCE16-3A9A-41AB-B133-65F387C775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EE77990-A792-479D-ADD1-914676B60E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00168DF-A666-452D-8BEF-7AF125DB7AC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4844443-BDCB-48CB-AA8A-94AE19D383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5" name="">
            <a:extLst xmlns:a="http://schemas.openxmlformats.org/drawingml/2006/main">
              <a:ext uri="{FF2B5EF4-FFF2-40B4-BE49-F238E27FC236}">
                <a16:creationId xmlns:a16="http://schemas.microsoft.com/office/drawing/2014/main" id="{754BC508-05D1-4AE2-ADBE-FBE979EE0E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9F43CE4D-F78B-44B4-9FC4-3D10CA20C6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4CE72F0C-7E4E-4B9C-A8F6-B0A76527411C}"/>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D68CB48-1113-49F0-810F-3A9164C3932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9" name="">
            <a:extLst xmlns:a="http://schemas.openxmlformats.org/drawingml/2006/main">
              <a:ext uri="{FF2B5EF4-FFF2-40B4-BE49-F238E27FC236}">
                <a16:creationId xmlns:a16="http://schemas.microsoft.com/office/drawing/2014/main" id="{7E016E29-6A6A-4AAB-B950-54D4F0779E6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E3A07F6-8089-4A77-BA4A-22685500BAE5}"/>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11" name="">
            <a:extLst xmlns:a="http://schemas.openxmlformats.org/drawingml/2006/main">
              <a:ext uri="{FF2B5EF4-FFF2-40B4-BE49-F238E27FC236}">
                <a16:creationId xmlns:a16="http://schemas.microsoft.com/office/drawing/2014/main" id="{20FDEA91-33C2-423C-BBBB-CD4F23AF6B1F}"/>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7FD6244-04AD-4E6D-B847-E72CE34F3CA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3" name="">
            <a:extLst xmlns:a="http://schemas.openxmlformats.org/drawingml/2006/main">
              <a:ext uri="{FF2B5EF4-FFF2-40B4-BE49-F238E27FC236}">
                <a16:creationId xmlns:a16="http://schemas.microsoft.com/office/drawing/2014/main" id="{09E441EC-9515-49C5-BBFC-2EAD2FAB0B3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03DD432-A0FB-44A8-A82F-6E39837177C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5" name="">
            <a:extLst xmlns:a="http://schemas.openxmlformats.org/drawingml/2006/main">
              <a:ext uri="{FF2B5EF4-FFF2-40B4-BE49-F238E27FC236}">
                <a16:creationId xmlns:a16="http://schemas.microsoft.com/office/drawing/2014/main" id="{B10515EC-CC6C-45A6-A31B-3059B699445B}"/>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0D9E250-14A2-417D-B617-68F95C0D5F2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7" name="">
            <a:extLst xmlns:a="http://schemas.openxmlformats.org/drawingml/2006/main">
              <a:ext uri="{FF2B5EF4-FFF2-40B4-BE49-F238E27FC236}">
                <a16:creationId xmlns:a16="http://schemas.microsoft.com/office/drawing/2014/main" id="{EDFA4A97-4775-4FED-8E92-FC825DFE329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E8F3A44-C345-4D60-BFDE-1A08828491FA}"/>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9" name="">
            <a:extLst xmlns:a="http://schemas.openxmlformats.org/drawingml/2006/main">
              <a:ext uri="{FF2B5EF4-FFF2-40B4-BE49-F238E27FC236}">
                <a16:creationId xmlns:a16="http://schemas.microsoft.com/office/drawing/2014/main" id="{494AD409-1465-412D-AA21-D3664AB904B5}"/>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3CD99E4-AC33-42B7-95BD-4007595230E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21" name="">
            <a:extLst xmlns:a="http://schemas.openxmlformats.org/drawingml/2006/main">
              <a:ext uri="{FF2B5EF4-FFF2-40B4-BE49-F238E27FC236}">
                <a16:creationId xmlns:a16="http://schemas.microsoft.com/office/drawing/2014/main" id="{56B72A77-F49C-47DE-BD8B-1C730DFDB70C}"/>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0C10E9C-6247-44B6-B8A0-0D6C1169832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3" name="">
            <a:extLst xmlns:a="http://schemas.openxmlformats.org/drawingml/2006/main">
              <a:ext uri="{FF2B5EF4-FFF2-40B4-BE49-F238E27FC236}">
                <a16:creationId xmlns:a16="http://schemas.microsoft.com/office/drawing/2014/main" id="{82E478F8-B494-441E-BD14-7AB000BA1D6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F085FC3-F6E5-4A1A-93FA-A9A3F967025C}"/>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5" name="">
            <a:extLst xmlns:a="http://schemas.openxmlformats.org/drawingml/2006/main">
              <a:ext uri="{FF2B5EF4-FFF2-40B4-BE49-F238E27FC236}">
                <a16:creationId xmlns:a16="http://schemas.microsoft.com/office/drawing/2014/main" id="{E921C8A6-F856-46D8-8925-9C870BABB027}"/>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C9566BC-0779-4767-AC0C-BC50EDAC8C80}"/>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7" name="">
            <a:extLst xmlns:a="http://schemas.openxmlformats.org/drawingml/2006/main">
              <a:ext uri="{FF2B5EF4-FFF2-40B4-BE49-F238E27FC236}">
                <a16:creationId xmlns:a16="http://schemas.microsoft.com/office/drawing/2014/main" id="{1EAB336A-61FF-4E33-A2BC-396AE6A9D88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D9AA186-197A-4D73-8111-D2F583911CB1}"/>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9" name="">
            <a:extLst xmlns:a="http://schemas.openxmlformats.org/drawingml/2006/main">
              <a:ext uri="{FF2B5EF4-FFF2-40B4-BE49-F238E27FC236}">
                <a16:creationId xmlns:a16="http://schemas.microsoft.com/office/drawing/2014/main" id="{CD979428-2DC2-49F8-9506-AD89FD6A2C5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AA60B34-601D-4C55-8741-D1997A0AD21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31" name="">
            <a:extLst xmlns:a="http://schemas.openxmlformats.org/drawingml/2006/main">
              <a:ext uri="{FF2B5EF4-FFF2-40B4-BE49-F238E27FC236}">
                <a16:creationId xmlns:a16="http://schemas.microsoft.com/office/drawing/2014/main" id="{0AB4A034-B23C-4CC6-9B0E-DC8740B77612}"/>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E4E7C13E-DB9C-44F5-8241-FFB1FB23816A}"/>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3" name="">
            <a:extLst xmlns:a="http://schemas.openxmlformats.org/drawingml/2006/main">
              <a:ext uri="{FF2B5EF4-FFF2-40B4-BE49-F238E27FC236}">
                <a16:creationId xmlns:a16="http://schemas.microsoft.com/office/drawing/2014/main" id="{5CAB3C57-D3EC-46F9-966D-6733BAE023FC}"/>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13E26A1E-065C-4946-BC5F-7455986E481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5" name="">
            <a:extLst xmlns:a="http://schemas.openxmlformats.org/drawingml/2006/main">
              <a:ext uri="{FF2B5EF4-FFF2-40B4-BE49-F238E27FC236}">
                <a16:creationId xmlns:a16="http://schemas.microsoft.com/office/drawing/2014/main" id="{EC0302C0-E659-4A5A-9C97-6446BC5A67C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EB0401B-ED65-40F8-9C60-2EF7813E80C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107329878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DED59F-5FE1-4B44-8BB7-1DA1C760819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1AA586D-CD70-4A2A-A475-944EBBDE3C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DDB9840-F1E8-4414-B5A4-A6DF69D4964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1E4EE26-D8A9-49BC-87D5-28464AF9E8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5" name="">
            <a:extLst xmlns:a="http://schemas.openxmlformats.org/drawingml/2006/main">
              <a:ext uri="{FF2B5EF4-FFF2-40B4-BE49-F238E27FC236}">
                <a16:creationId xmlns:a16="http://schemas.microsoft.com/office/drawing/2014/main" id="{D920BB2A-2129-464D-A46C-32D9CC0369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1E746A68-02E9-4157-AC22-9816D1AF3E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65CAB2CD-41C3-4D98-9781-317ACDA48F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8" name="">
            <a:extLst xmlns:a="http://schemas.openxmlformats.org/drawingml/2006/main">
              <a:ext uri="{FF2B5EF4-FFF2-40B4-BE49-F238E27FC236}">
                <a16:creationId xmlns:a16="http://schemas.microsoft.com/office/drawing/2014/main" id="{93D685C5-9E5C-4593-8697-380C267165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5570101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9C56DE9-A372-4985-AD79-F883C0198E4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AD217CF-24BD-4C4C-B7D8-224AF0AF67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1013707-F947-4E13-84F4-93AB1EBA71C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4315E20-E687-4FE9-8F85-8240216931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5" name="">
            <a:extLst xmlns:a="http://schemas.openxmlformats.org/drawingml/2006/main">
              <a:ext uri="{FF2B5EF4-FFF2-40B4-BE49-F238E27FC236}">
                <a16:creationId xmlns:a16="http://schemas.microsoft.com/office/drawing/2014/main" id="{BDBE5BAA-8938-433D-8F62-21B936BD4F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E077C68F-C856-4A15-92C7-0818F88B6C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E109E679-447E-46AE-BDD0-4341B4D6FF72}"/>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D5EDFEF-7847-4942-8B2D-1FC42F8E9025}"/>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9" name="">
            <a:extLst xmlns:a="http://schemas.openxmlformats.org/drawingml/2006/main">
              <a:ext uri="{FF2B5EF4-FFF2-40B4-BE49-F238E27FC236}">
                <a16:creationId xmlns:a16="http://schemas.microsoft.com/office/drawing/2014/main" id="{4E0F30B1-9806-466D-826D-EE24EA136AFF}"/>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6C0FF58-E198-4EB0-A72F-A03F1A18572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11" name="">
            <a:extLst xmlns:a="http://schemas.openxmlformats.org/drawingml/2006/main">
              <a:ext uri="{FF2B5EF4-FFF2-40B4-BE49-F238E27FC236}">
                <a16:creationId xmlns:a16="http://schemas.microsoft.com/office/drawing/2014/main" id="{33C57CC2-482D-47DB-B6EF-9E0F2E9928C4}"/>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2C83703-EBB5-4BF5-9DF6-7548DCE4E89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3" name="">
            <a:extLst xmlns:a="http://schemas.openxmlformats.org/drawingml/2006/main">
              <a:ext uri="{FF2B5EF4-FFF2-40B4-BE49-F238E27FC236}">
                <a16:creationId xmlns:a16="http://schemas.microsoft.com/office/drawing/2014/main" id="{82BEA4E0-7185-4C62-A9B9-D9E86777A9DB}"/>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AA07FF5-DBBF-4C6F-A420-B15C9FB812D4}"/>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5" name="">
            <a:extLst xmlns:a="http://schemas.openxmlformats.org/drawingml/2006/main">
              <a:ext uri="{FF2B5EF4-FFF2-40B4-BE49-F238E27FC236}">
                <a16:creationId xmlns:a16="http://schemas.microsoft.com/office/drawing/2014/main" id="{AEFA2E5D-7AAE-4F84-86BA-2A0517C7502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C67882B-E143-4BD5-9BF1-82CF673F4B3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7" name="">
            <a:extLst xmlns:a="http://schemas.openxmlformats.org/drawingml/2006/main">
              <a:ext uri="{FF2B5EF4-FFF2-40B4-BE49-F238E27FC236}">
                <a16:creationId xmlns:a16="http://schemas.microsoft.com/office/drawing/2014/main" id="{E0024B3B-915F-4ABD-92F3-DA63A7F3530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E93F6B8-40BD-44B3-A375-96EA86A26CB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9" name="">
            <a:extLst xmlns:a="http://schemas.openxmlformats.org/drawingml/2006/main">
              <a:ext uri="{FF2B5EF4-FFF2-40B4-BE49-F238E27FC236}">
                <a16:creationId xmlns:a16="http://schemas.microsoft.com/office/drawing/2014/main" id="{A73826F2-95BE-4680-A6B7-1252061D39E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9B54A39-CC0F-4D3C-908A-50BBE8DA253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21" name="">
            <a:extLst xmlns:a="http://schemas.openxmlformats.org/drawingml/2006/main">
              <a:ext uri="{FF2B5EF4-FFF2-40B4-BE49-F238E27FC236}">
                <a16:creationId xmlns:a16="http://schemas.microsoft.com/office/drawing/2014/main" id="{0C9FA028-FC66-4C44-9F7D-EC3953972993}"/>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2CF9572-5241-49CE-84EC-667EE5B64BDD}"/>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3" name="">
            <a:extLst xmlns:a="http://schemas.openxmlformats.org/drawingml/2006/main">
              <a:ext uri="{FF2B5EF4-FFF2-40B4-BE49-F238E27FC236}">
                <a16:creationId xmlns:a16="http://schemas.microsoft.com/office/drawing/2014/main" id="{C56ABA0D-DF0E-4180-91F7-348BA34E1974}"/>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DE891A4-5DB4-48DA-B209-9C4DA4FEF3C1}"/>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5" name="">
            <a:extLst xmlns:a="http://schemas.openxmlformats.org/drawingml/2006/main">
              <a:ext uri="{FF2B5EF4-FFF2-40B4-BE49-F238E27FC236}">
                <a16:creationId xmlns:a16="http://schemas.microsoft.com/office/drawing/2014/main" id="{081535E2-0F4A-451C-A129-12A7F2025C3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358404E-3F7A-441F-B495-F659F4927E8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7" name="">
            <a:extLst xmlns:a="http://schemas.openxmlformats.org/drawingml/2006/main">
              <a:ext uri="{FF2B5EF4-FFF2-40B4-BE49-F238E27FC236}">
                <a16:creationId xmlns:a16="http://schemas.microsoft.com/office/drawing/2014/main" id="{08914037-408A-4EEF-A9C2-ABA53068CED9}"/>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74298BE-C89A-454D-BB1E-FCA9E2B8FC7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9" name="">
            <a:extLst xmlns:a="http://schemas.openxmlformats.org/drawingml/2006/main">
              <a:ext uri="{FF2B5EF4-FFF2-40B4-BE49-F238E27FC236}">
                <a16:creationId xmlns:a16="http://schemas.microsoft.com/office/drawing/2014/main" id="{B0080C20-F8E1-4DBA-BF18-5A4123693D9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13525888-3030-4564-ACFC-ABF8988F5BF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128388564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E54E9F-3E9B-4246-8E28-560752E23DF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53C1CA5-75E0-40BB-9D09-A4EF9ABED7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C1B3564-BA94-43CD-A739-BF958B90D5D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18A667A-8467-4EF0-A7BD-5C92044665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5" name="">
            <a:extLst xmlns:a="http://schemas.openxmlformats.org/drawingml/2006/main">
              <a:ext uri="{FF2B5EF4-FFF2-40B4-BE49-F238E27FC236}">
                <a16:creationId xmlns:a16="http://schemas.microsoft.com/office/drawing/2014/main" id="{67ECD7FE-221F-4105-998F-05477BAAB8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291E8B22-91DD-4EAD-840E-E64DBC7BEC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A95113D5-04AF-4EC1-8132-F70751656F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8" name="">
            <a:extLst xmlns:a="http://schemas.openxmlformats.org/drawingml/2006/main">
              <a:ext uri="{FF2B5EF4-FFF2-40B4-BE49-F238E27FC236}">
                <a16:creationId xmlns:a16="http://schemas.microsoft.com/office/drawing/2014/main" id="{4384C5A1-FFDF-4D63-A295-0B1DAC5784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1843182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273F0E-DD6B-4262-AA62-57685E9C26F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13632B3-B258-4FF1-AD61-FC5A3E6687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8AD7661-078D-48AC-A13B-C3BD640A838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C2CCA95-A039-4181-AD3C-F6DF05BFAC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6DA8C14A-04E1-4BDA-BC6A-B5D33EDE3E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F8AAFBD7-9344-411E-BED1-D6EF67E02F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F85CA231-1463-408F-A784-C59ABE2DA28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8" name="">
            <a:extLst xmlns:a="http://schemas.openxmlformats.org/drawingml/2006/main">
              <a:ext uri="{FF2B5EF4-FFF2-40B4-BE49-F238E27FC236}">
                <a16:creationId xmlns:a16="http://schemas.microsoft.com/office/drawing/2014/main" id="{ADF1760F-F130-4C94-8FF4-0A8E528BF2C6}"/>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86358710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0BA86A-74CA-4597-84A3-5FE0D8E384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06F8289-0A9C-4033-811B-B8C6275341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6F407DF-E060-4A70-BDB9-195E82D6405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809C91B-0F2A-40B3-99B2-2C68988699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20028B17-4D53-49AC-8762-9F1FB5AF62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6" name="">
            <a:extLst xmlns:a="http://schemas.openxmlformats.org/drawingml/2006/main">
              <a:ext uri="{FF2B5EF4-FFF2-40B4-BE49-F238E27FC236}">
                <a16:creationId xmlns:a16="http://schemas.microsoft.com/office/drawing/2014/main" id="{CDDF3596-F002-44DF-B953-1A77143FAE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2C6B222F-EDF5-4EA1-80D4-E0DEA4151F4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8" name="">
            <a:extLst xmlns:a="http://schemas.openxmlformats.org/drawingml/2006/main">
              <a:ext uri="{FF2B5EF4-FFF2-40B4-BE49-F238E27FC236}">
                <a16:creationId xmlns:a16="http://schemas.microsoft.com/office/drawing/2014/main" id="{900FD3EE-EDAA-4440-96DB-C0E47B7F9E2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76808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2026-10-23T13:00:34.7300000Z</dcterms:created>
  <dcterms:modified xsi:type="dcterms:W3CDTF">2026-10-23T13:00:34.7300000Z</dcterms:modified>
</coreProperties>
</file>