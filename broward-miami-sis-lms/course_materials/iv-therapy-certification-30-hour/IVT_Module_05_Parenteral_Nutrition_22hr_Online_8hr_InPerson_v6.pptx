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dfec54b222421c" /><Relationship Type="http://schemas.openxmlformats.org/officeDocument/2006/relationships/extended-properties" Target="/docProps/app.xml" Id="Rb61c568e49054b5f" /><Relationship Type="http://schemas.openxmlformats.org/officeDocument/2006/relationships/officeDocument" Target="/ppt/presentation.xml" Id="Rf19bdacee78346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3890eacb834cbc"/>
  </p:sldMasterIdLst>
  <p:notesMasterIdLst>
    <p:notesMasterId xmlns:r="http://schemas.openxmlformats.org/officeDocument/2006/relationships" r:id="Rf1c0b940024f4057"/>
  </p:notesMasterIdLst>
  <p:sldIdLst>
    <p:sldId xmlns:r="http://schemas.openxmlformats.org/officeDocument/2006/relationships" id="256" r:id="R2b648492762c4a28"/>
    <p:sldId xmlns:r="http://schemas.openxmlformats.org/officeDocument/2006/relationships" id="257" r:id="R73e0c76720054259"/>
    <p:sldId xmlns:r="http://schemas.openxmlformats.org/officeDocument/2006/relationships" id="258" r:id="R5841ae59f63f4bdf"/>
    <p:sldId xmlns:r="http://schemas.openxmlformats.org/officeDocument/2006/relationships" id="259" r:id="R5dcf037c358b418a"/>
    <p:sldId xmlns:r="http://schemas.openxmlformats.org/officeDocument/2006/relationships" id="260" r:id="R51692ff2e819461d"/>
    <p:sldId xmlns:r="http://schemas.openxmlformats.org/officeDocument/2006/relationships" id="261" r:id="Rfc5530b3242e4858"/>
    <p:sldId xmlns:r="http://schemas.openxmlformats.org/officeDocument/2006/relationships" id="262" r:id="Re7ab1ff7cb54497b"/>
    <p:sldId xmlns:r="http://schemas.openxmlformats.org/officeDocument/2006/relationships" id="263" r:id="Ra166884decb646fd"/>
    <p:sldId xmlns:r="http://schemas.openxmlformats.org/officeDocument/2006/relationships" id="264" r:id="Rca10c6c492ad4b4d"/>
    <p:sldId xmlns:r="http://schemas.openxmlformats.org/officeDocument/2006/relationships" id="265" r:id="Re7570791a5e94d5c"/>
    <p:sldId xmlns:r="http://schemas.openxmlformats.org/officeDocument/2006/relationships" id="266" r:id="Rcf3c38b0e38c41e8"/>
    <p:sldId xmlns:r="http://schemas.openxmlformats.org/officeDocument/2006/relationships" id="267" r:id="R6e405271a1a64ee3"/>
    <p:sldId xmlns:r="http://schemas.openxmlformats.org/officeDocument/2006/relationships" id="268" r:id="Rbd5843085b634bcd"/>
    <p:sldId xmlns:r="http://schemas.openxmlformats.org/officeDocument/2006/relationships" id="269" r:id="R93e36770ebe041c5"/>
    <p:sldId xmlns:r="http://schemas.openxmlformats.org/officeDocument/2006/relationships" id="270" r:id="R6f58d641891c4c37"/>
    <p:sldId xmlns:r="http://schemas.openxmlformats.org/officeDocument/2006/relationships" id="271" r:id="R36d26e40c6f04093"/>
    <p:sldId xmlns:r="http://schemas.openxmlformats.org/officeDocument/2006/relationships" id="272" r:id="R9a81326218aa4a3d"/>
    <p:sldId xmlns:r="http://schemas.openxmlformats.org/officeDocument/2006/relationships" id="273" r:id="R89741992e3454124"/>
    <p:sldId xmlns:r="http://schemas.openxmlformats.org/officeDocument/2006/relationships" id="274" r:id="R5aed7c7074a24640"/>
    <p:sldId xmlns:r="http://schemas.openxmlformats.org/officeDocument/2006/relationships" id="275" r:id="Ra4c2e70e77a94700"/>
    <p:sldId xmlns:r="http://schemas.openxmlformats.org/officeDocument/2006/relationships" id="276" r:id="R970a26e48cba4920"/>
    <p:sldId xmlns:r="http://schemas.openxmlformats.org/officeDocument/2006/relationships" id="277" r:id="R15ea3cb5c5f84443"/>
    <p:sldId xmlns:r="http://schemas.openxmlformats.org/officeDocument/2006/relationships" id="278" r:id="R7c74b52dde724080"/>
    <p:sldId xmlns:r="http://schemas.openxmlformats.org/officeDocument/2006/relationships" id="279" r:id="Red2ffab49b014f83"/>
    <p:sldId xmlns:r="http://schemas.openxmlformats.org/officeDocument/2006/relationships" id="280" r:id="R05b5e973048f431e"/>
    <p:sldId xmlns:r="http://schemas.openxmlformats.org/officeDocument/2006/relationships" id="281" r:id="Rf83b1bcc22c94af2"/>
    <p:sldId xmlns:r="http://schemas.openxmlformats.org/officeDocument/2006/relationships" id="282" r:id="R902ac5b6c2804eff"/>
    <p:sldId xmlns:r="http://schemas.openxmlformats.org/officeDocument/2006/relationships" id="283" r:id="Red0334ccf0154fd5"/>
    <p:sldId xmlns:r="http://schemas.openxmlformats.org/officeDocument/2006/relationships" id="284" r:id="R93101fac6cff4b59"/>
    <p:sldId xmlns:r="http://schemas.openxmlformats.org/officeDocument/2006/relationships" id="285" r:id="Rcb3841d497d24c80"/>
    <p:sldId xmlns:r="http://schemas.openxmlformats.org/officeDocument/2006/relationships" id="286" r:id="Ree21edc43378478c"/>
    <p:sldId xmlns:r="http://schemas.openxmlformats.org/officeDocument/2006/relationships" id="287" r:id="Rae073d0591884432"/>
    <p:sldId xmlns:r="http://schemas.openxmlformats.org/officeDocument/2006/relationships" id="288" r:id="R958ba9e7c8c34762"/>
    <p:sldId xmlns:r="http://schemas.openxmlformats.org/officeDocument/2006/relationships" id="289" r:id="R2dfce63066dc4ae7"/>
    <p:sldId xmlns:r="http://schemas.openxmlformats.org/officeDocument/2006/relationships" id="290" r:id="R20b6301f127b4adb"/>
    <p:sldId xmlns:r="http://schemas.openxmlformats.org/officeDocument/2006/relationships" id="291" r:id="R84c55b0c1b994029"/>
    <p:sldId xmlns:r="http://schemas.openxmlformats.org/officeDocument/2006/relationships" id="292" r:id="R0f26f38064a24237"/>
    <p:sldId xmlns:r="http://schemas.openxmlformats.org/officeDocument/2006/relationships" id="293" r:id="R2ba115dab1da43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3f63d80824677" /><Relationship Type="http://schemas.openxmlformats.org/officeDocument/2006/relationships/slideMaster" Target="/ppt/slideMasters/slideMaster1.xml" Id="R6e3890eacb834cbc" /><Relationship Type="http://schemas.openxmlformats.org/officeDocument/2006/relationships/notesMaster" Target="/ppt/notesMasters/notesMaster1.xml" Id="Rf1c0b940024f4057" /><Relationship Type="http://schemas.openxmlformats.org/officeDocument/2006/relationships/presProps" Target="/ppt/presProps.xml" Id="Rdc18b7edbe694bc1" /><Relationship Type="http://schemas.openxmlformats.org/officeDocument/2006/relationships/tableStyles" Target="/ppt/tableStyles.xml" Id="R853a0c51011247c6" /><Relationship Type="http://schemas.openxmlformats.org/officeDocument/2006/relationships/slide" Target="/ppt/slides/slide1.xml" Id="R2b648492762c4a28" /><Relationship Type="http://schemas.openxmlformats.org/officeDocument/2006/relationships/slide" Target="/ppt/slides/slide2.xml" Id="R73e0c76720054259" /><Relationship Type="http://schemas.openxmlformats.org/officeDocument/2006/relationships/slide" Target="/ppt/slides/slide3.xml" Id="R5841ae59f63f4bdf" /><Relationship Type="http://schemas.openxmlformats.org/officeDocument/2006/relationships/slide" Target="/ppt/slides/slide4.xml" Id="R5dcf037c358b418a" /><Relationship Type="http://schemas.openxmlformats.org/officeDocument/2006/relationships/slide" Target="/ppt/slides/slide5.xml" Id="R51692ff2e819461d" /><Relationship Type="http://schemas.openxmlformats.org/officeDocument/2006/relationships/slide" Target="/ppt/slides/slide6.xml" Id="Rfc5530b3242e4858" /><Relationship Type="http://schemas.openxmlformats.org/officeDocument/2006/relationships/slide" Target="/ppt/slides/slide7.xml" Id="Re7ab1ff7cb54497b" /><Relationship Type="http://schemas.openxmlformats.org/officeDocument/2006/relationships/slide" Target="/ppt/slides/slide8.xml" Id="Ra166884decb646fd" /><Relationship Type="http://schemas.openxmlformats.org/officeDocument/2006/relationships/slide" Target="/ppt/slides/slide9.xml" Id="Rca10c6c492ad4b4d" /><Relationship Type="http://schemas.openxmlformats.org/officeDocument/2006/relationships/slide" Target="/ppt/slides/slide10.xml" Id="Re7570791a5e94d5c" /><Relationship Type="http://schemas.openxmlformats.org/officeDocument/2006/relationships/slide" Target="/ppt/slides/slide11.xml" Id="Rcf3c38b0e38c41e8" /><Relationship Type="http://schemas.openxmlformats.org/officeDocument/2006/relationships/slide" Target="/ppt/slides/slide12.xml" Id="R6e405271a1a64ee3" /><Relationship Type="http://schemas.openxmlformats.org/officeDocument/2006/relationships/slide" Target="/ppt/slides/slide13.xml" Id="Rbd5843085b634bcd" /><Relationship Type="http://schemas.openxmlformats.org/officeDocument/2006/relationships/slide" Target="/ppt/slides/slide14.xml" Id="R93e36770ebe041c5" /><Relationship Type="http://schemas.openxmlformats.org/officeDocument/2006/relationships/slide" Target="/ppt/slides/slide15.xml" Id="R6f58d641891c4c37" /><Relationship Type="http://schemas.openxmlformats.org/officeDocument/2006/relationships/slide" Target="/ppt/slides/slide16.xml" Id="R36d26e40c6f04093" /><Relationship Type="http://schemas.openxmlformats.org/officeDocument/2006/relationships/slide" Target="/ppt/slides/slide17.xml" Id="R9a81326218aa4a3d" /><Relationship Type="http://schemas.openxmlformats.org/officeDocument/2006/relationships/slide" Target="/ppt/slides/slide18.xml" Id="R89741992e3454124" /><Relationship Type="http://schemas.openxmlformats.org/officeDocument/2006/relationships/slide" Target="/ppt/slides/slide19.xml" Id="R5aed7c7074a24640" /><Relationship Type="http://schemas.openxmlformats.org/officeDocument/2006/relationships/slide" Target="/ppt/slides/slide20.xml" Id="Ra4c2e70e77a94700" /><Relationship Type="http://schemas.openxmlformats.org/officeDocument/2006/relationships/slide" Target="/ppt/slides/slide21.xml" Id="R970a26e48cba4920" /><Relationship Type="http://schemas.openxmlformats.org/officeDocument/2006/relationships/slide" Target="/ppt/slides/slide22.xml" Id="R15ea3cb5c5f84443" /><Relationship Type="http://schemas.openxmlformats.org/officeDocument/2006/relationships/slide" Target="/ppt/slides/slide23.xml" Id="R7c74b52dde724080" /><Relationship Type="http://schemas.openxmlformats.org/officeDocument/2006/relationships/slide" Target="/ppt/slides/slide24.xml" Id="Red2ffab49b014f83" /><Relationship Type="http://schemas.openxmlformats.org/officeDocument/2006/relationships/slide" Target="/ppt/slides/slide25.xml" Id="R05b5e973048f431e" /><Relationship Type="http://schemas.openxmlformats.org/officeDocument/2006/relationships/slide" Target="/ppt/slides/slide26.xml" Id="Rf83b1bcc22c94af2" /><Relationship Type="http://schemas.openxmlformats.org/officeDocument/2006/relationships/slide" Target="/ppt/slides/slide27.xml" Id="R902ac5b6c2804eff" /><Relationship Type="http://schemas.openxmlformats.org/officeDocument/2006/relationships/slide" Target="/ppt/slides/slide28.xml" Id="Red0334ccf0154fd5" /><Relationship Type="http://schemas.openxmlformats.org/officeDocument/2006/relationships/slide" Target="/ppt/slides/slide29.xml" Id="R93101fac6cff4b59" /><Relationship Type="http://schemas.openxmlformats.org/officeDocument/2006/relationships/slide" Target="/ppt/slides/slide30.xml" Id="Rcb3841d497d24c80" /><Relationship Type="http://schemas.openxmlformats.org/officeDocument/2006/relationships/slide" Target="/ppt/slides/slide31.xml" Id="Ree21edc43378478c" /><Relationship Type="http://schemas.openxmlformats.org/officeDocument/2006/relationships/slide" Target="/ppt/slides/slide32.xml" Id="Rae073d0591884432" /><Relationship Type="http://schemas.openxmlformats.org/officeDocument/2006/relationships/slide" Target="/ppt/slides/slide33.xml" Id="R958ba9e7c8c34762" /><Relationship Type="http://schemas.openxmlformats.org/officeDocument/2006/relationships/slide" Target="/ppt/slides/slide34.xml" Id="R2dfce63066dc4ae7" /><Relationship Type="http://schemas.openxmlformats.org/officeDocument/2006/relationships/slide" Target="/ppt/slides/slide35.xml" Id="R20b6301f127b4adb" /><Relationship Type="http://schemas.openxmlformats.org/officeDocument/2006/relationships/slide" Target="/ppt/slides/slide36.xml" Id="R84c55b0c1b994029" /><Relationship Type="http://schemas.openxmlformats.org/officeDocument/2006/relationships/slide" Target="/ppt/slides/slide37.xml" Id="R0f26f38064a24237" /><Relationship Type="http://schemas.openxmlformats.org/officeDocument/2006/relationships/slide" Target="/ppt/slides/slide38.xml" Id="R2ba115dab1da43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6bf32af2424f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d8bdf579624c92" /><Relationship Type="http://schemas.openxmlformats.org/officeDocument/2006/relationships/notesMaster" Target="/ppt/notesMasters/notesMaster1.xml" Id="Rb15d06d5dd2b4c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aa365cae5b41c3" /><Relationship Type="http://schemas.openxmlformats.org/officeDocument/2006/relationships/notesMaster" Target="/ppt/notesMasters/notesMaster1.xml" Id="R078d53cfb56949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e2c40a797e455a" /><Relationship Type="http://schemas.openxmlformats.org/officeDocument/2006/relationships/notesMaster" Target="/ppt/notesMasters/notesMaster1.xml" Id="R922b5bd3baa84f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aacc9a6e894579" /><Relationship Type="http://schemas.openxmlformats.org/officeDocument/2006/relationships/notesMaster" Target="/ppt/notesMasters/notesMaster1.xml" Id="Re219fe3d4b2b49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e27335e4f24470" /><Relationship Type="http://schemas.openxmlformats.org/officeDocument/2006/relationships/notesMaster" Target="/ppt/notesMasters/notesMaster1.xml" Id="R60d97fde613f49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076f74553d4da0" /><Relationship Type="http://schemas.openxmlformats.org/officeDocument/2006/relationships/notesMaster" Target="/ppt/notesMasters/notesMaster1.xml" Id="R5847d3bb06b849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891807cade47a2" /><Relationship Type="http://schemas.openxmlformats.org/officeDocument/2006/relationships/notesMaster" Target="/ppt/notesMasters/notesMaster1.xml" Id="Rb6b2dea03a6045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88f9f4ac3e4532" /><Relationship Type="http://schemas.openxmlformats.org/officeDocument/2006/relationships/notesMaster" Target="/ppt/notesMasters/notesMaster1.xml" Id="R9e4c589b61f54a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099dc9d752479b" /><Relationship Type="http://schemas.openxmlformats.org/officeDocument/2006/relationships/notesMaster" Target="/ppt/notesMasters/notesMaster1.xml" Id="R59492fc67c0647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aeee26a09843da" /><Relationship Type="http://schemas.openxmlformats.org/officeDocument/2006/relationships/notesMaster" Target="/ppt/notesMasters/notesMaster1.xml" Id="R94c2684d57b34d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de0705cdda4c6d" /><Relationship Type="http://schemas.openxmlformats.org/officeDocument/2006/relationships/notesMaster" Target="/ppt/notesMasters/notesMaster1.xml" Id="R8247c92eefa643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ce0a59fe89414a" /><Relationship Type="http://schemas.openxmlformats.org/officeDocument/2006/relationships/notesMaster" Target="/ppt/notesMasters/notesMaster1.xml" Id="R5a01e8a2795442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bbcd96707a4fda" /><Relationship Type="http://schemas.openxmlformats.org/officeDocument/2006/relationships/notesMaster" Target="/ppt/notesMasters/notesMaster1.xml" Id="R799567bb41a94e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da922a41c144e0" /><Relationship Type="http://schemas.openxmlformats.org/officeDocument/2006/relationships/notesMaster" Target="/ppt/notesMasters/notesMaster1.xml" Id="Ref0e610a43fb43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7dc6eaf1d34c55" /><Relationship Type="http://schemas.openxmlformats.org/officeDocument/2006/relationships/notesMaster" Target="/ppt/notesMasters/notesMaster1.xml" Id="R1bdf24bc45b542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f58a2cace04c67" /><Relationship Type="http://schemas.openxmlformats.org/officeDocument/2006/relationships/notesMaster" Target="/ppt/notesMasters/notesMaster1.xml" Id="R0ddff20f8ca04e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ecc6fb99164bb3" /><Relationship Type="http://schemas.openxmlformats.org/officeDocument/2006/relationships/notesMaster" Target="/ppt/notesMasters/notesMaster1.xml" Id="R72500c03fbef41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2af91bcdaf54905" /><Relationship Type="http://schemas.openxmlformats.org/officeDocument/2006/relationships/notesMaster" Target="/ppt/notesMasters/notesMaster1.xml" Id="R6ff8e624de8a447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08cccdfa644269" /><Relationship Type="http://schemas.openxmlformats.org/officeDocument/2006/relationships/notesMaster" Target="/ppt/notesMasters/notesMaster1.xml" Id="R841cee305b234d6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414816fe84748ca" /><Relationship Type="http://schemas.openxmlformats.org/officeDocument/2006/relationships/notesMaster" Target="/ppt/notesMasters/notesMaster1.xml" Id="Rfb15d184682d46d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0a9918666f0424b" /><Relationship Type="http://schemas.openxmlformats.org/officeDocument/2006/relationships/notesMaster" Target="/ppt/notesMasters/notesMaster1.xml" Id="R5b395956615941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e8c87914aa24ceb" /><Relationship Type="http://schemas.openxmlformats.org/officeDocument/2006/relationships/notesMaster" Target="/ppt/notesMasters/notesMaster1.xml" Id="R829fae0d59634c4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87f6bbcb85943f9" /><Relationship Type="http://schemas.openxmlformats.org/officeDocument/2006/relationships/notesMaster" Target="/ppt/notesMasters/notesMaster1.xml" Id="R56affeeda05548b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c93d61b04a24e36" /><Relationship Type="http://schemas.openxmlformats.org/officeDocument/2006/relationships/notesMaster" Target="/ppt/notesMasters/notesMaster1.xml" Id="R1e7d796201834d7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367ee52ee3c4cd4" /><Relationship Type="http://schemas.openxmlformats.org/officeDocument/2006/relationships/notesMaster" Target="/ppt/notesMasters/notesMaster1.xml" Id="Rd99e394884684c0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8268995046a4414" /><Relationship Type="http://schemas.openxmlformats.org/officeDocument/2006/relationships/notesMaster" Target="/ppt/notesMasters/notesMaster1.xml" Id="R82bfe71f017a4ce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5e95a44a49f414e" /><Relationship Type="http://schemas.openxmlformats.org/officeDocument/2006/relationships/notesMaster" Target="/ppt/notesMasters/notesMaster1.xml" Id="R661483ebf6f5459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df045a0662142f5" /><Relationship Type="http://schemas.openxmlformats.org/officeDocument/2006/relationships/notesMaster" Target="/ppt/notesMasters/notesMaster1.xml" Id="R60c9713a81414bf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af90f338f6a4288" /><Relationship Type="http://schemas.openxmlformats.org/officeDocument/2006/relationships/notesMaster" Target="/ppt/notesMasters/notesMaster1.xml" Id="Rfd71899457bb401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07ccfb6901d4b7e" /><Relationship Type="http://schemas.openxmlformats.org/officeDocument/2006/relationships/notesMaster" Target="/ppt/notesMasters/notesMaster1.xml" Id="Ra59b1408fade4ee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9481caa4b764e07" /><Relationship Type="http://schemas.openxmlformats.org/officeDocument/2006/relationships/notesMaster" Target="/ppt/notesMasters/notesMaster1.xml" Id="Rfb9970ce87394f2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dab5addab094496" /><Relationship Type="http://schemas.openxmlformats.org/officeDocument/2006/relationships/notesMaster" Target="/ppt/notesMasters/notesMaster1.xml" Id="Rad7cef5bf1ca4c6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6dced0a10e54671" /><Relationship Type="http://schemas.openxmlformats.org/officeDocument/2006/relationships/notesMaster" Target="/ppt/notesMasters/notesMaster1.xml" Id="R7084584ff5b448e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83b11e3349b4a39" /><Relationship Type="http://schemas.openxmlformats.org/officeDocument/2006/relationships/notesMaster" Target="/ppt/notesMasters/notesMaster1.xml" Id="Redc48e933ae64bf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cd2c6a6063946fa" /><Relationship Type="http://schemas.openxmlformats.org/officeDocument/2006/relationships/notesMaster" Target="/ppt/notesMasters/notesMaster1.xml" Id="R620d9bb302944d1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f9c1574f2724a01" /><Relationship Type="http://schemas.openxmlformats.org/officeDocument/2006/relationships/notesMaster" Target="/ppt/notesMasters/notesMaster1.xml" Id="Raec159c455f6478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214ec25436d4e0b" /><Relationship Type="http://schemas.openxmlformats.org/officeDocument/2006/relationships/notesMaster" Target="/ppt/notesMasters/notesMaster1.xml" Id="R12f26d193e3946a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3f603547bf54a97" /><Relationship Type="http://schemas.openxmlformats.org/officeDocument/2006/relationships/notesMaster" Target="/ppt/notesMasters/notesMaster1.xml" Id="R6702e9ba02fe4c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62-74;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3dd1a6de847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13c6e84d94b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9a9faab4c244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653629faa44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7ad0ed1ac848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49694b4c741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3FF0EA-3C31-435E-9C11-95EEC0A934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2154CA-F4F0-4C8E-9D60-25846080EF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507B65-A5B6-4680-B76B-1DB905DA8C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5EDDFF-EB99-4C79-9567-74DF04FF7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1EAB7C-86F9-4E90-8137-2B5EE37936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4A7614-D2BB-41ED-896F-99C22D0D44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7C3AD1-2C6D-4CF9-8CCE-13C0D98A2A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E19659-1E5B-4901-A206-FE7819A793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615A9A-6F65-42B8-85DE-85CC4B9B6C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642F81-491F-4C08-B63D-5C588DF9B6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b2fb280e154f31" /><Relationship Type="http://schemas.openxmlformats.org/officeDocument/2006/relationships/slideLayout" Target="/ppt/slideLayouts/slideLayout1.xml" Id="R799fd951712b45fc" /><Relationship Type="http://schemas.openxmlformats.org/officeDocument/2006/relationships/slideLayout" Target="/ppt/slideLayouts/slideLayout2.xml" Id="R41010047a20942d4" /><Relationship Type="http://schemas.openxmlformats.org/officeDocument/2006/relationships/slideLayout" Target="/ppt/slideLayouts/slideLayout3.xml" Id="Rf9c4fa5307eb4a29" /><Relationship Type="http://schemas.openxmlformats.org/officeDocument/2006/relationships/slideLayout" Target="/ppt/slideLayouts/slideLayout4.xml" Id="R3dfaacf745fb4560" /><Relationship Type="http://schemas.openxmlformats.org/officeDocument/2006/relationships/slideLayout" Target="/ppt/slideLayouts/slideLayout5.xml" Id="R70b71bb426184ec6" /><Relationship Type="http://schemas.openxmlformats.org/officeDocument/2006/relationships/slideLayout" Target="/ppt/slideLayouts/slideLayout6.xml" Id="Rfa0b751de1cc45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9fd951712b45fc"/>
    <p:sldLayoutId xmlns:r="http://schemas.openxmlformats.org/officeDocument/2006/relationships" id="2147483650" r:id="R41010047a20942d4"/>
    <p:sldLayoutId xmlns:r="http://schemas.openxmlformats.org/officeDocument/2006/relationships" id="2147483651" r:id="Rf9c4fa5307eb4a29"/>
    <p:sldLayoutId xmlns:r="http://schemas.openxmlformats.org/officeDocument/2006/relationships" id="2147483652" r:id="R3dfaacf745fb4560"/>
    <p:sldLayoutId xmlns:r="http://schemas.openxmlformats.org/officeDocument/2006/relationships" id="2147483653" r:id="R70b71bb426184ec6"/>
    <p:sldLayoutId xmlns:r="http://schemas.openxmlformats.org/officeDocument/2006/relationships" id="2147483654" r:id="Rfa0b751de1cc45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5995ef7bc444bd" /><Relationship Type="http://schemas.openxmlformats.org/officeDocument/2006/relationships/notesSlide" Target="/ppt/notesSlides/notesSlide1.xml" Id="R46a93b61b42443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93f3e139d94ae7" /><Relationship Type="http://schemas.openxmlformats.org/officeDocument/2006/relationships/notesSlide" Target="/ppt/notesSlides/notesSlide2.xml" Id="R4356da35fae345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c432f3e5d84e35" /><Relationship Type="http://schemas.openxmlformats.org/officeDocument/2006/relationships/notesSlide" Target="/ppt/notesSlides/notesSlide3.xml" Id="R9c3914af095945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8832f933394036" /><Relationship Type="http://schemas.openxmlformats.org/officeDocument/2006/relationships/notesSlide" Target="/ppt/notesSlides/notesSlide4.xml" Id="Ra3d814b886c343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b72663f7d24092" /><Relationship Type="http://schemas.openxmlformats.org/officeDocument/2006/relationships/notesSlide" Target="/ppt/notesSlides/notesSlide5.xml" Id="Rc3210d9e7a0646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9d4b0a66b405e" /><Relationship Type="http://schemas.openxmlformats.org/officeDocument/2006/relationships/notesSlide" Target="/ppt/notesSlides/notesSlide6.xml" Id="R9d6289fe3f0d41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b4057cc16441f" /><Relationship Type="http://schemas.openxmlformats.org/officeDocument/2006/relationships/notesSlide" Target="/ppt/notesSlides/notesSlide7.xml" Id="R78467b8222b44b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728100742e438a" /><Relationship Type="http://schemas.openxmlformats.org/officeDocument/2006/relationships/notesSlide" Target="/ppt/notesSlides/notesSlide8.xml" Id="R9ce3c07badb342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08953ba258476c" /><Relationship Type="http://schemas.openxmlformats.org/officeDocument/2006/relationships/notesSlide" Target="/ppt/notesSlides/notesSlide9.xml" Id="Rab37672ee81844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6b92f8a724ece" /><Relationship Type="http://schemas.openxmlformats.org/officeDocument/2006/relationships/notesSlide" Target="/ppt/notesSlides/notesSlide10.xml" Id="Rd82f49ce960c45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8d4de4a17b4a88" /><Relationship Type="http://schemas.openxmlformats.org/officeDocument/2006/relationships/notesSlide" Target="/ppt/notesSlides/notesSlide11.xml" Id="Rf4123703a3b841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732d293aa4817" /><Relationship Type="http://schemas.openxmlformats.org/officeDocument/2006/relationships/notesSlide" Target="/ppt/notesSlides/notesSlide12.xml" Id="R6509f763928849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953f0d535442ab" /><Relationship Type="http://schemas.openxmlformats.org/officeDocument/2006/relationships/notesSlide" Target="/ppt/notesSlides/notesSlide13.xml" Id="Rf75d104cec3641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ab41f53c34d98" /><Relationship Type="http://schemas.openxmlformats.org/officeDocument/2006/relationships/notesSlide" Target="/ppt/notesSlides/notesSlide14.xml" Id="Rac75e3aaab9442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21bc52a8c14c15" /><Relationship Type="http://schemas.openxmlformats.org/officeDocument/2006/relationships/notesSlide" Target="/ppt/notesSlides/notesSlide15.xml" Id="R73501f2c46b24f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59b761dc24759" /><Relationship Type="http://schemas.openxmlformats.org/officeDocument/2006/relationships/notesSlide" Target="/ppt/notesSlides/notesSlide16.xml" Id="R7d39687224494a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b595e44bad42b3" /><Relationship Type="http://schemas.openxmlformats.org/officeDocument/2006/relationships/notesSlide" Target="/ppt/notesSlides/notesSlide17.xml" Id="R72baabe5fdcf42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d2388c5764efe" /><Relationship Type="http://schemas.openxmlformats.org/officeDocument/2006/relationships/notesSlide" Target="/ppt/notesSlides/notesSlide18.xml" Id="Rf5213b7c7bcd47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d8d6282b84891" /><Relationship Type="http://schemas.openxmlformats.org/officeDocument/2006/relationships/notesSlide" Target="/ppt/notesSlides/notesSlide19.xml" Id="Re00eb10beb4649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d3169206af4fb8" /><Relationship Type="http://schemas.openxmlformats.org/officeDocument/2006/relationships/notesSlide" Target="/ppt/notesSlides/notesSlide20.xml" Id="Rf2187d9f6b834f4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1a19274ea4e91" /><Relationship Type="http://schemas.openxmlformats.org/officeDocument/2006/relationships/notesSlide" Target="/ppt/notesSlides/notesSlide21.xml" Id="Rbb12671be720475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fcee7b21da45aa" /><Relationship Type="http://schemas.openxmlformats.org/officeDocument/2006/relationships/notesSlide" Target="/ppt/notesSlides/notesSlide22.xml" Id="R0068c206c0ea4e8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922e092a147aa" /><Relationship Type="http://schemas.openxmlformats.org/officeDocument/2006/relationships/notesSlide" Target="/ppt/notesSlides/notesSlide23.xml" Id="R83b9c59ac359461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babeb78f5e40ec" /><Relationship Type="http://schemas.openxmlformats.org/officeDocument/2006/relationships/notesSlide" Target="/ppt/notesSlides/notesSlide24.xml" Id="R13bdfaa60ab543d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e8cf94284fcf" /><Relationship Type="http://schemas.openxmlformats.org/officeDocument/2006/relationships/notesSlide" Target="/ppt/notesSlides/notesSlide25.xml" Id="Rd589cc39bb4947b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8f9c36037544f1" /><Relationship Type="http://schemas.openxmlformats.org/officeDocument/2006/relationships/notesSlide" Target="/ppt/notesSlides/notesSlide26.xml" Id="R827c25ffe13b423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98388d774141ce" /><Relationship Type="http://schemas.openxmlformats.org/officeDocument/2006/relationships/notesSlide" Target="/ppt/notesSlides/notesSlide27.xml" Id="R540ddf841b0c428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6957827884d00" /><Relationship Type="http://schemas.openxmlformats.org/officeDocument/2006/relationships/notesSlide" Target="/ppt/notesSlides/notesSlide28.xml" Id="R6057bc1f27214e7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79ca9e2b9d4860" /><Relationship Type="http://schemas.openxmlformats.org/officeDocument/2006/relationships/notesSlide" Target="/ppt/notesSlides/notesSlide29.xml" Id="Ra4fbe3eead9b4ee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5b58295c08432e" /><Relationship Type="http://schemas.openxmlformats.org/officeDocument/2006/relationships/notesSlide" Target="/ppt/notesSlides/notesSlide30.xml" Id="R795193b099ea4e5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87f7cfc4fe4060" /><Relationship Type="http://schemas.openxmlformats.org/officeDocument/2006/relationships/notesSlide" Target="/ppt/notesSlides/notesSlide31.xml" Id="R3496b9daaac5483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90c6c72f6649a9" /><Relationship Type="http://schemas.openxmlformats.org/officeDocument/2006/relationships/notesSlide" Target="/ppt/notesSlides/notesSlide32.xml" Id="R9e8ac88058b5474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66c93d15574873" /><Relationship Type="http://schemas.openxmlformats.org/officeDocument/2006/relationships/notesSlide" Target="/ppt/notesSlides/notesSlide33.xml" Id="Rc31115e5999b4bb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b7286cad343bb" /><Relationship Type="http://schemas.openxmlformats.org/officeDocument/2006/relationships/notesSlide" Target="/ppt/notesSlides/notesSlide34.xml" Id="R2b8697ba5f7f41f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4154298e954c2c" /><Relationship Type="http://schemas.openxmlformats.org/officeDocument/2006/relationships/notesSlide" Target="/ppt/notesSlides/notesSlide35.xml" Id="R4ece3ff6f0474ae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4d2bcfc3948b8" /><Relationship Type="http://schemas.openxmlformats.org/officeDocument/2006/relationships/notesSlide" Target="/ppt/notesSlides/notesSlide36.xml" Id="R1a8827dbb40a492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f44af404ad4c7d" /><Relationship Type="http://schemas.openxmlformats.org/officeDocument/2006/relationships/notesSlide" Target="/ppt/notesSlides/notesSlide37.xml" Id="Rde2198eeefee426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5521f27fb94831" /><Relationship Type="http://schemas.openxmlformats.org/officeDocument/2006/relationships/notesSlide" Target="/ppt/notesSlides/notesSlide38.xml" Id="R3b51ea04dffb49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F1959-5DB9-477B-9798-2F1E0875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24644-E3C0-4B7A-8D79-3D37AD08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C1CAB-0C77-41D2-BFB8-B5189664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Parenteral Nutrition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FBE45-AE27-4D6A-8D8B-F020EA59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  |  30-Hour Basic Intravenous Therapy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A1F4E-271A-4CBD-B1BF-5FDF7371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Comprehensive instructor presentation • full manual coverage</a:t>
            </a:r>
          </a:p>
        </p:txBody>
      </p:sp>
    </p:spTree>
    <p:extLst>
      <p:ext uri="{BB962C8B-B14F-4D97-AF65-F5344CB8AC3E}">
        <p14:creationId xmlns:p14="http://schemas.microsoft.com/office/powerpoint/2010/main" val="6374107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12E3C-36A9-4F4D-94B1-401B411C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85A0E-A9D0-4793-B323-D140B576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B9B86-FC32-4438-BDDF-BE28E12F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3027A-DF49-4BA4-BAA2-0BD44A1D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A867B-F741-4F0F-A0E8-C5F19B87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indications and major components of parenteral nutrition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Distinguish peripheral from central administration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Recognize metabolic, infectious, and mechanical complications</a:t>
            </a:r>
          </a:p>
        </p:txBody>
      </p:sp>
    </p:spTree>
    <p:extLst>
      <p:ext uri="{BB962C8B-B14F-4D97-AF65-F5344CB8AC3E}">
        <p14:creationId xmlns:p14="http://schemas.microsoft.com/office/powerpoint/2010/main" val="1952578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7FD2A-D5B4-4644-8E71-FA7F9BB0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0341F-8253-4AE8-A151-7962BF5E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Why parenteral nutrition is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77968-6DE1-47C7-985D-5EDB4269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0A268-6014-4BE2-9712-A51E9057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8AADD-766E-4F5B-A07E-EF1E3AF4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nutrition supports patients whose gastrointestinal tract cannot meet nutritional needs.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Formulations may contain amino acids, dextrose, electrolytes, vitamins, trace elements, fluid, and lipids.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6EEDC-C733-43C8-8711-C92AC6C6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6744638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994A6-7414-4473-BC52-4475DD59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37181-D115-45EA-9B5C-72C6AF2C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Route and concentration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3A942-0A1F-4CC6-9473-51AC1801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F01B4-9E4B-4D82-B0A2-65E110D8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115C3-9B98-42BA-B6AA-1730AE75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Peripheral formulations have lower osmolarity and limited duration.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Concentrated formulations generally require central access.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prescribed route, formulation, filter, tubing, and dedicated lumen.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30E96-FAF4-4F09-B3FA-F0597713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8507001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B1C0C-6A95-4618-9B32-7877C149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A2B83-C76D-4C06-B6DB-E10C0071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Safe 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76CA3-0337-4B2A-9AB2-6F982AD1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12D04-8657-48AC-B18C-74DC6882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73CB3-893E-4104-8702-416612DF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strict asepsis, compare the bag with the order, inspect for separation or precipitate, program the exact rate, and avoid unapproved concurrent medications.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 not accelerate a delayed infusion.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369CD-BBFD-4820-81CE-C52763B0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987866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39F57-192A-4816-BADF-E2F7E0C4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2F5EF-27CF-4D70-BD13-EE96712E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75426-AB1E-4F2B-9392-38EC189D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FB5C6-CC04-40C3-B388-513E1DD7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78310-F533-4269-B0AC-C2FA145E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Monitor glucose, fluid balance, weight, electrolytes, liver and renal indicators, triglycerides when lipids are used, site and line condition, temperature, and signs of refeeding syndrome or bloodstream infection.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3C070-7BC5-453D-A3DC-DEE7EA5C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26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08ED6-FA13-473E-A946-66D0A682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0F13B-D4D5-463A-93F6-9D3712B4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A153D-21F1-4D9B-9D72-7CC2BDE6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B133B-A4DA-4534-A2E7-C142E157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F2064-1864-44AF-9959-4B6AF377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administration requires specific authorization, patient identification, consent verification, baseline assessment, product verification by qualified staff, dedicated compatible tubing/solution, close early monitoring, and prompt response to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a reaction is suspected, stop the transfusion, maintain access as policy directs with compatible solution/new tubing, assess and support the patient, notify required personnel, recheck identification, and complete ordered specimens/documentation.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DC823-6668-48A2-B01E-D5E2576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410425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5F507-ACB5-46D1-93B2-354B2747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FEBCF-2A96-4598-8DAB-53F54794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379CD-2BD9-416B-A002-22DC0F09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8BD46-56C0-44B7-8576-FC38F4AE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3C58C-87A6-4425-B6EB-DF084C73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nutrition contains concentrated nutrients and carries metabolic, infection, and line risks.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formulation and rate, use the required central or peripheral route, dedicated lumen and filter when ordered, strict asepsis, glucose/electrolyte monitoring, and never abruptly change therapy without direction.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0762F-478E-4B67-8550-09039A18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8078482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0788A-939B-4915-B888-D29C6040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3C7B7-500E-4EDB-A0F7-92471A53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BDB89-C608-448C-ADE3-2BDFC5E4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D4BD3-8E01-4978-8E33-616F7440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339A8-53B2-4B23-9CE4-DEF317BC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High-alert and vesicant medications require current drug-specific guidance, appropriate access, blood return/patency checks when indicated, close monitoring, and immediate use of the facility extravasation or emergency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458A7-D107-4B93-9316-0FB0F0D8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6483078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561C8-E442-47CE-B61E-4BB332D9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027AD-7222-48FC-95C7-B5A5FF1E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Peripheral, Midline, PICC, Central Line, and Port Overview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AA397-4E8C-4A07-AABB-A3905EF1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0F0CF-9F0E-4541-ADB7-434FC26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84051-7FF9-4C09-998E-1060AFF5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Peripheral IV catheters terminate in a peripheral vein and are used for therapies suitable for peripheral administration.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Midlines terminate in an upper-arm peripheral vein.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PICCs and other central venous access devices terminate centrally; implanted ports are accessed with a noncoring needle.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3828A-5687-4A9D-B235-7BE0EBED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2023710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315BE-06C3-4E51-B085-DED4BA45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9BCEE-5E8B-480E-837D-9B854F88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Peripheral, Midline, PICC, Central Line, and Port Overview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01466-75E6-428A-BD7C-FEBC9AC0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6F270-7E04-44FE-954C-2041F2CB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02CAF-856D-4BDA-A365-5022E7E8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Device selection depends on therapy characteristics, duration, vein health, complication risk, and current policy.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Students must know which tasks are restricted to the RN or specially authorized personnel.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C5190-F1C1-497E-B445-53C00A63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6370581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80CDA-D8CC-426C-BF17-F0013779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0A834-1380-464C-9824-785DE31A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Peripheral, Midline, PICC, Central Line, and Port Overview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7410E-0985-4596-BFB1-A1D5D411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D4FE9-0849-491D-9CF3-AEBBD40F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DAED7-710C-44E7-B554-8D6495BC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Assess for dressing integrity, securement, external length when applicable, tenderness, erythema, swelling, drainage, patency, and systemic signs of infection.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Never force a flush against resistance.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Clamp and cap in the correct sequence for the device.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Follow current facility/manufacturer guidance for flushing, locking, dressing change, and blood sampling.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EB422-8E4A-4C7B-AD18-34610E9B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224644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0860F-D720-4432-AE34-9DF2C044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483AB-C44E-4837-B410-D9435322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Parental Nutrition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69087-B8AA-41D6-A578-91131773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6764D-74F4-4BFB-9BB0-40B538B3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E5BA4-111C-4E3F-A52C-37779CD0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Module Five Module Objectives At the conclusion of this self-study module, the learner will be able to: 1.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Define total parenteral nutrition.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Name diseases that may require total parenteral nutrition.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List tests helpful in assessing nutritional status.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D669E-A572-4CC4-AFE3-2A737F9D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AE213-2370-4405-891C-0B11BA62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62</a:t>
            </a:r>
          </a:p>
        </p:txBody>
      </p:sp>
    </p:spTree>
    <p:extLst>
      <p:ext uri="{BB962C8B-B14F-4D97-AF65-F5344CB8AC3E}">
        <p14:creationId xmlns:p14="http://schemas.microsoft.com/office/powerpoint/2010/main" val="19037897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96CD1-EA2F-46C3-83A4-84ACC863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1351D-EF88-44F7-BACB-D2FA7801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Parental Nutrition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D93D6-5BB5-48F7-A23F-B42EF983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25AED-6DAC-4058-AD3F-D0A28C86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EA285-5C5C-4823-906F-3D532FFF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Discuss the nutritional requirements of the human body.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Discuss normal metabolism and the effects of starvation.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Discuss nursing care and intervention of the patient receiving total parenteral nutrition.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Unit Outline Total Parenteral Nutrition Indications Metabolic Function Carbohydrates Lipids Protein Nutritional Assessment Starvation Body requirements Administration of TPN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0F12B-9C5A-4591-BE62-FB35B5E1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FA6DD-8D38-402D-80C6-1B4766A6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62</a:t>
            </a:r>
          </a:p>
        </p:txBody>
      </p:sp>
    </p:spTree>
    <p:extLst>
      <p:ext uri="{BB962C8B-B14F-4D97-AF65-F5344CB8AC3E}">
        <p14:creationId xmlns:p14="http://schemas.microsoft.com/office/powerpoint/2010/main" val="7285692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2016B-E747-4A6C-A211-DCFF53F8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07266-B30A-4273-AE8B-E5316B8F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Parental Nutrition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B4F0E-D214-4DCF-9161-3F5C8AF6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645F4-795C-458E-AE73-6B600229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ECABD-7732-4DE9-A540-E696C186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Constituents of the solution Infection Monitoring Techniques for patient-care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B0743-65F9-4FBA-AAF0-9528B5E0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608B8-1CCD-4CFF-94FD-886E9600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62</a:t>
            </a:r>
          </a:p>
        </p:txBody>
      </p:sp>
    </p:spTree>
    <p:extLst>
      <p:ext uri="{BB962C8B-B14F-4D97-AF65-F5344CB8AC3E}">
        <p14:creationId xmlns:p14="http://schemas.microsoft.com/office/powerpoint/2010/main" val="16519804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E067D-FC56-4875-8930-F5E7B975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93724-F2AE-4B96-A4CF-669DE067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Parenteral Nutrition (TPN)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B7682-E570-4757-AA2C-AD809B6E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534BA-EE75-4016-A3B0-1E2127F4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416F9-40E3-444D-901B-3FA5ECCE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During the 1960's a feasible method of delivering total nutrition via the parenteral route was developed (the long term venous access catheter).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Further improvements, including many types of long term tunneled catheters; as well as implanted infusion ports, have paved the way for providing total nutrition for many patients.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Patients who require total parenteral nutrition include those who: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* Cannot eat * Will not eat * Have undergone extensive surgery * Have mal-absorption * Are burn victims Normal Metabolism The normal adult requires energy and uses it in the order 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A8F2A-CAB2-4C0C-AE87-950158FB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7A969-C244-445C-9384-9997CB73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63</a:t>
            </a:r>
          </a:p>
        </p:txBody>
      </p:sp>
    </p:spTree>
    <p:extLst>
      <p:ext uri="{BB962C8B-B14F-4D97-AF65-F5344CB8AC3E}">
        <p14:creationId xmlns:p14="http://schemas.microsoft.com/office/powerpoint/2010/main" val="21023204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55346-51B3-439F-9998-0E834402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474E0-9C7F-42E0-A887-8656C6F2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Parenteral Nutrition (TPN)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8A224-A24E-479D-9E0D-EB845C4C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657A7-A5F7-4E40-B9AC-E25C7007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9C8D5-5AB4-47F5-AFC9-609530FD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carbohydrates, proteins, and fats.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Vitamins, trace elements, fluids and electrolytes are also required for normal bodily functions.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a patient undergoes surgery, has a major illness, undergoes stress or trauma, additional nutrients and calories are required.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Metabolism of Carbohydrates The immediate energy needs of the body are met through the metabolism of carbohydrates.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8B683-6177-48E7-A34C-58A77148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B5C16-4096-485C-A382-BDE4C74C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63</a:t>
            </a:r>
          </a:p>
        </p:txBody>
      </p:sp>
    </p:spTree>
    <p:extLst>
      <p:ext uri="{BB962C8B-B14F-4D97-AF65-F5344CB8AC3E}">
        <p14:creationId xmlns:p14="http://schemas.microsoft.com/office/powerpoint/2010/main" val="11450136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8C939-FFBC-4986-9C23-3C6FC938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9B2C2-1266-4AAE-801E-506A3EB9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Parenteral Nutrition (TPN)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DF946-5F5F-4EB4-BB08-8C16815A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D28BA-C156-4B01-A187-C8E21B4D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B6B69-6B2A-43BE-ABE7-DF5EBB56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Complex carbohydrates are broken down to simple sugars in the GI tract.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Glucose then circulates to the body cells.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central nervous system is particularly dependent upon glucose and oxidizes glucose completely for energy.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Some glucoses, fructose, and galactose are converted into glycogen, which is stored in the liver and muscle cells.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00CBF-7476-4C02-B8A2-09667A31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8B4A0-60F9-4E49-A2DD-501D252F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63</a:t>
            </a:r>
          </a:p>
        </p:txBody>
      </p:sp>
    </p:spTree>
    <p:extLst>
      <p:ext uri="{BB962C8B-B14F-4D97-AF65-F5344CB8AC3E}">
        <p14:creationId xmlns:p14="http://schemas.microsoft.com/office/powerpoint/2010/main" val="5655229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7448D-A640-448C-9D56-B334558E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55FCA-40D6-4A17-A5FE-54BF2586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Parenteral Nutrition (TPN)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A2B16-7C58-4FA9-8739-FD61ABE5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15A73-8A6D-45BF-B26C-510DBCB1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64B49-572E-4267-94B3-5DE7B386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Insulin is secreted by the pancreas in response to high glucose levels in the blood.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Insulin halts glycolysis and speeds glycogenesis.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Insulin stimulates uptake of glucose for oxidation by many tissues.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Insulin promotes the conversion of carbohydrates to lipids.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482F6-D2C8-4C3F-8D46-2503AFB8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28A77-E209-406A-B3BA-1487759C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63</a:t>
            </a:r>
          </a:p>
        </p:txBody>
      </p:sp>
    </p:spTree>
    <p:extLst>
      <p:ext uri="{BB962C8B-B14F-4D97-AF65-F5344CB8AC3E}">
        <p14:creationId xmlns:p14="http://schemas.microsoft.com/office/powerpoint/2010/main" val="523573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B8D9B-4800-400A-B1B3-E5A3C82D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61CC7-6674-40A4-A196-6FE4DBCB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Parenteral Nutrition (TPN)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0D010-53F8-4376-8666-680A2933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A9528-3708-46A6-A825-B79A4879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BDF90-AC99-46F5-90BD-F5EB55EA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Lipid Metabolism The highest stored energy in the body is in the form of fat.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Metabolism of lipids begins in the intestinal tract where hydrolysis, absorption, and conversion to triglycerides occur.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Chylomicrons, glycerol, and fatty acids then circulate and enter the cells, (heart, muscle, etc.) where they are oxidized for energy.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Adipose tissue contains the long-term energy reserves of the body (triglycerides).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EBC81-48D2-4B43-B03B-A34EEC15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6E7A8-268E-4E80-8DE1-AD843628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63</a:t>
            </a:r>
          </a:p>
        </p:txBody>
      </p:sp>
    </p:spTree>
    <p:extLst>
      <p:ext uri="{BB962C8B-B14F-4D97-AF65-F5344CB8AC3E}">
        <p14:creationId xmlns:p14="http://schemas.microsoft.com/office/powerpoint/2010/main" val="7121733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D32D1-518C-4D9B-AD3E-F3097946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D7D19-3CBC-4548-B1D8-5D838AFA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Total Parenteral Nutrition (TPN)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F7C9E-4553-495F-AEB8-87A2C6E3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FFC77-453E-4644-B025-365B7E7A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A3363-E9B3-4994-ADD6-CB0B5596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fats are oxidized for energy, acids and Ketone bodies are released into the blood as by63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43AD0-3265-4FA8-9511-8810DDC9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8F4D5-F3E9-4649-B369-B1B27A43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63</a:t>
            </a:r>
          </a:p>
        </p:txBody>
      </p:sp>
    </p:spTree>
    <p:extLst>
      <p:ext uri="{BB962C8B-B14F-4D97-AF65-F5344CB8AC3E}">
        <p14:creationId xmlns:p14="http://schemas.microsoft.com/office/powerpoint/2010/main" val="19940062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33E4C-EEA5-417D-BB37-16B8E4CE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C2255-67B3-41CB-BC51-15E4A62C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 normal metabolic cycle, and Ketoacidosis results.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82A6B-2B12-42A1-9CC9-C6B3F234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538FC-61F8-420B-8AD0-D7073A80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ED44E-D56B-4306-B2BE-B37DB2E6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products of triglyceride metabolism.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Too much of these acids and Ketones interfere with Protein Metabolism Amino acids are not stored in the body and must be obtained from our daily food intake.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Protein is either used for protein synthesis or burned for energy in our body.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the body needs more energy than is obtained from our carbohydrate or lipid intake, protein is used for fuel.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7A045-22D0-4C7A-AF7C-30B3EB3E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9D9B1-0EDF-49CE-ADD0-0332F15D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64</a:t>
            </a:r>
          </a:p>
        </p:txBody>
      </p:sp>
    </p:spTree>
    <p:extLst>
      <p:ext uri="{BB962C8B-B14F-4D97-AF65-F5344CB8AC3E}">
        <p14:creationId xmlns:p14="http://schemas.microsoft.com/office/powerpoint/2010/main" val="3869584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1A098-3EA1-434C-AB18-BECBAD4D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E7DE2-4F14-4955-93FB-31433982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954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 normal metabolic cycle, and Ketoacidosis results.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3FD79-4947-4F11-8156-48F0A607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172AF-A39E-4495-852B-1CEF4952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6EAEF-ED2F-4D26-87C0-E05B21A5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latter process is called catabolism.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Protein is broken down in the GI tract into amino acids and peptides.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Essential amino acids are utilized for protein synthesis, while non-essential amino acids are stripped of nitrogen by the liver (excreted as urea), or converted into fatty acids.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Ingested protein should maintain a constant level of body protein.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05872-B5DB-4BAD-A0AB-CD1A067D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F53AC-E9D3-4BF4-A86C-4A5DFC32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64</a:t>
            </a:r>
          </a:p>
        </p:txBody>
      </p:sp>
    </p:spTree>
    <p:extLst>
      <p:ext uri="{BB962C8B-B14F-4D97-AF65-F5344CB8AC3E}">
        <p14:creationId xmlns:p14="http://schemas.microsoft.com/office/powerpoint/2010/main" val="1811657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1A3D8-FEA0-4EFE-81EC-C67005BA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739D4-3E09-471B-9E5E-85C1C1CD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954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 normal metabolic cycle, and Ketoacidosis results.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41062-72AF-4CC0-A45B-FDCCB178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C6121-52D9-45AB-8125-99A6A64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9F28A-0A5E-45E5-A157-596D7A7C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Nutritional Assessment Multiple parameters are utilized in determining an individual's nutritional state.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These include serum albumin, lymphocyte count, creatinine/height index, triceps skin fold, arm muscle circumference, weight, etc., as well as clinical indications of malnourishment: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Condition of hair, skin, nervous system, body appearance, skin turgor, and general state of hydration.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 conditions, which cause starvation, hypoglycemia, ketosis, and wasting of lean body mass can occur.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077B7-7DD2-4049-AE7C-D79E3BEA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145EF-55E6-4C3B-9B53-7475C51A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64</a:t>
            </a:r>
          </a:p>
        </p:txBody>
      </p:sp>
    </p:spTree>
    <p:extLst>
      <p:ext uri="{BB962C8B-B14F-4D97-AF65-F5344CB8AC3E}">
        <p14:creationId xmlns:p14="http://schemas.microsoft.com/office/powerpoint/2010/main" val="6306005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E3D62-B4D0-4A7C-9D13-5458895F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E5078-0964-45AA-A965-74414444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954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 normal metabolic cycle, and Ketoacidosis results.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8CE21-87D5-4A3C-8F25-6DF11A93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5FF97-52F8-4A1F-BD05-0991E8D8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BE900-CFD5-40CC-91C2-C95B4455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These conditions must be reversed by the administration of parenteral or total parenteral nutrition.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Peripheral parenteral nutrition (PPN) is the provision of protein, calories, carbohydrates, lipids, vitamins, fluids, electrolytes, and trace elements.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final dextrose concentration (diluted) should not exceed 12 to 15% and the final amino acid concentration should not exceed 5%.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Solutions higher in dextrose or protein concentrations have proven to be too irritating to the peripheral vasculature.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DA490-BB24-403F-87CE-5E0FEB84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A973A-04CD-4DA1-AE0C-A100BFC9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64</a:t>
            </a:r>
          </a:p>
        </p:txBody>
      </p:sp>
    </p:spTree>
    <p:extLst>
      <p:ext uri="{BB962C8B-B14F-4D97-AF65-F5344CB8AC3E}">
        <p14:creationId xmlns:p14="http://schemas.microsoft.com/office/powerpoint/2010/main" val="5535700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D2420-8253-4EF9-8B84-F4400C3F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E20B9-31A2-428E-81DC-929B1268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954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 normal metabolic cycle, and Ketoacidosis results.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73C27-2A45-4EA0-B3EF-57C23E9C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67969-21B9-4B0F-ADF6-517EC127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ACDC1-CD4B-4921-BBB9-45B1E22B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Lipids are administered with the hyperalimentation solution in order to decrease vein irritation and to provide essential fatty acids.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Administration Techniques Parenteral solutions are generally filtered to remove particulate matter or bacteria from the solution.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Follow your institutional policies.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IV line used for the administration of the hyperalimentation cannot be used for any other purpose.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03200-99A2-4FA3-8D4A-D1C2B217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5C6A6-A8AA-4F8E-890E-1ACCE33F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64</a:t>
            </a:r>
          </a:p>
        </p:txBody>
      </p:sp>
    </p:spTree>
    <p:extLst>
      <p:ext uri="{BB962C8B-B14F-4D97-AF65-F5344CB8AC3E}">
        <p14:creationId xmlns:p14="http://schemas.microsoft.com/office/powerpoint/2010/main" val="2433764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75AE3-B318-465F-8195-7D308503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823F1-7AD1-4396-AAF4-773A32D1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954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 normal metabolic cycle, and Ketoacidosis results.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71D9B-093E-4D8A-9F5B-538BFD2A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51780-58CB-43C1-A960-4FF74C63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D7B43-B360-4D17-93EF-B7A36A85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high dextrose and protein concentration of the solution make it an excellent media for the growth of bacteria and invading the IV line for piggy backs, etc., could introduce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bacteria into the system and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Additional IV lines may be needed if concomitant therapies are ordered, antibiotics, replacement solutions, and pain management.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FA2B4-EC88-408B-8828-EF7AB358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0628A-EB5A-4F9A-801C-38406E85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64</a:t>
            </a:r>
          </a:p>
        </p:txBody>
      </p:sp>
    </p:spTree>
    <p:extLst>
      <p:ext uri="{BB962C8B-B14F-4D97-AF65-F5344CB8AC3E}">
        <p14:creationId xmlns:p14="http://schemas.microsoft.com/office/powerpoint/2010/main" val="14978035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B61BF-C4D8-4D03-8872-48E21895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D28EF-BBB6-4371-BF43-60DF285A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Patients on Total Parenteral Nutrition should be monitored for the following: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D29AE-BBEB-4231-86D5-0FDFDD97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AD4AF-7288-4783-9EFC-8DC51E89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F9E52-F963-47DB-A295-AEA03C36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*Blood sugar levels *Electrolytes *Serum protein *Nutritional status indicators (weight) *Intake and output *Infection The Licensed Practical Nurse may administer peripheral total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nutrition solutions.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Procedures for starting and maintaining the peripheral IV line remain the same.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Central Total Parenteral Nutritional solutions have much higher concentrations of dextrose and protein, therefore, hypertonic in nature.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42960-6C27-469B-B090-9E0515C8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172C5-4CE5-4050-AE86-C01A9D7F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65</a:t>
            </a:r>
          </a:p>
        </p:txBody>
      </p:sp>
    </p:spTree>
    <p:extLst>
      <p:ext uri="{BB962C8B-B14F-4D97-AF65-F5344CB8AC3E}">
        <p14:creationId xmlns:p14="http://schemas.microsoft.com/office/powerpoint/2010/main" val="20864026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56837-AEEA-4040-82EF-A28D59AA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74FEE-E113-440C-8968-BCBE85D7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Patients on Total Parenteral Nutrition should be monitored for the following: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67F9A-C238-4564-BF1D-3988391B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93F6D-94FF-425E-A5D7-6A1B4AAF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E467B-669E-4382-9043-6FFE82BF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Insulin is either added to the bag or administered per blood sugar level on a sliding scale basis to help metabolize the high glucose load provided.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majority of Total Parenteral Nutrition is administered via central access.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Either long term or short term.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For the acute care setting a short-term multi-lumen central catheter, placed either in the Jugular or Subclavian vein, may be utilized.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78456-5460-4EF5-889E-C9FC1647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621E6-7668-4469-A7BF-90E8AB1C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65</a:t>
            </a:r>
          </a:p>
        </p:txBody>
      </p:sp>
    </p:spTree>
    <p:extLst>
      <p:ext uri="{BB962C8B-B14F-4D97-AF65-F5344CB8AC3E}">
        <p14:creationId xmlns:p14="http://schemas.microsoft.com/office/powerpoint/2010/main" val="12662781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F7FEB-FC32-45CE-BD46-CDD176E5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D72A6-DAD1-4A29-ADA1-B3818B4E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Patients on Total Parenteral Nutrition should be monitored for the following: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3AB30-5F40-41C0-A4CD-D54E7423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8CA66-7A03-4C97-8711-9AD472EE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AE511-0CBA-43E7-9D98-92A42014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For the patient in the home care setting a long-term central access such as a Hickman, Groshong, or implanted port, may be utilized.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licensed practical nurse is responsible for caring for patients who have a central access catheter who are receiving total parenteral nutrition through that catheter.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following should be observed and documented by the nurse: *External appearance of the central line catheter dressing and surrounding skin area.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* Integrity of all connections (tubing, extension sets, pumps) *Volume remaining in bags *Patient response to fluid, solution and medication *Signs and symptoms of distress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7D695-59AD-47A4-B23A-5F66316D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DCB07-81AF-45CE-82CC-E3E24716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65</a:t>
            </a:r>
          </a:p>
        </p:txBody>
      </p:sp>
    </p:spTree>
    <p:extLst>
      <p:ext uri="{BB962C8B-B14F-4D97-AF65-F5344CB8AC3E}">
        <p14:creationId xmlns:p14="http://schemas.microsoft.com/office/powerpoint/2010/main" val="2589410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58AE2-A2A2-4172-88EF-518F82D6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CF099-5A2D-4A50-BDB7-B61611D4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Patients on Total Parenteral Nutrition should be monitored for the following: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B30C7-D143-4CF3-8935-FF66118F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76EAF-200D-4513-95F6-37B7DE2E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EC7D1-DC14-4EA6-B1F8-866C090D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(complication of central catheter) * Any change of patient condition *Notification of the 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64DE0-F835-4BC2-8D12-5C5EFF91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68A7B-6424-4E5F-9DBD-0C7208E1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65</a:t>
            </a:r>
          </a:p>
        </p:txBody>
      </p:sp>
    </p:spTree>
    <p:extLst>
      <p:ext uri="{BB962C8B-B14F-4D97-AF65-F5344CB8AC3E}">
        <p14:creationId xmlns:p14="http://schemas.microsoft.com/office/powerpoint/2010/main" val="127404086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A589C-E212-498B-A50A-A4F50C34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1BB16-D19B-4F55-A2A6-F29AAE9B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315F5-B0E5-490B-B67D-E7D3C0E0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9916C-BF4E-48F7-BA33-07F6FEC6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FEF66-7EB7-4BA9-9102-095EA552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Anabolism Buildup of tissue from nutrients Catabolism Breakdown of tissue for energy Parenteral Located outside alimentary canal Metabolism Complex of physical and chemical processes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involved in the maintenance of life Nutrient Something that nourishes Acidosis Condition of pathologically high acidity of blood and body tissues Ingested Taken in by swallowing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Hypertonic More concentrated than body fluids Hypotonic Less concentrated than body fluids Bibliography American Society for Parenteral and Enteral Nutrition Standards for Nutritional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1F843-3051-4C20-8E19-0EEE0809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E896D-56E1-4FFD-9D4C-35BCC00C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66</a:t>
            </a:r>
          </a:p>
        </p:txBody>
      </p:sp>
    </p:spTree>
    <p:extLst>
      <p:ext uri="{BB962C8B-B14F-4D97-AF65-F5344CB8AC3E}">
        <p14:creationId xmlns:p14="http://schemas.microsoft.com/office/powerpoint/2010/main" val="8379520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3CB19-E054-4C87-9F2C-F3209D24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94018-3621-4715-93FC-22866045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FDAA5-7442-405F-A195-B6EF54A9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0A2D1-8E82-4D66-9FEF-CD499CB5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7D85A-61FC-4D52-8A36-18E88A68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Nutrition Clinical Practice 1999 14:151-162 Crudi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and Larkin, M.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(1984).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Core Curriculum for Intravenous Nursing.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CAE96-D7B9-466E-A8D7-56EC3A5C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67F9A-F9BD-4938-83EA-4D341ADF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66</a:t>
            </a:r>
          </a:p>
        </p:txBody>
      </p:sp>
    </p:spTree>
    <p:extLst>
      <p:ext uri="{BB962C8B-B14F-4D97-AF65-F5344CB8AC3E}">
        <p14:creationId xmlns:p14="http://schemas.microsoft.com/office/powerpoint/2010/main" val="99526626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3B652-7C81-4CB8-9AB6-12F090D9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E130F-DF95-486C-B72B-FF80DFC5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D1CB2-DF96-4CF4-B894-FA5C2EDA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8711B-A680-4650-8E97-FCC2CD31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E4156-369B-4380-9C01-7122D153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J.B.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Lippincott, Philadelphia Goldfarb, I.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and Yates A.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(1978).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94AED-8BB5-4E79-8814-E3400D7C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DBBC6-26A5-4270-88DE-FDEE3C23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66</a:t>
            </a:r>
          </a:p>
        </p:txBody>
      </p:sp>
    </p:spTree>
    <p:extLst>
      <p:ext uri="{BB962C8B-B14F-4D97-AF65-F5344CB8AC3E}">
        <p14:creationId xmlns:p14="http://schemas.microsoft.com/office/powerpoint/2010/main" val="93973479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3B98F-974A-4EBE-9A3B-73F84955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7C56E-B489-40F6-AEE9-B7C787BF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FE120-D882-4CCF-8713-66C0029E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BCD5E-CED4-4F8E-AA2D-692D8D51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F9EB5-73D6-441C-B248-ADACC3CA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Total Parenteral Nutrition: Concepts and Methods.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Synapse Publications, Pittsburgh Silberman, H.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and Eisenberg, 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(1982).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929A8-B5C1-467F-9408-327A01AD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C313B-1990-4E1A-95A9-9B208F92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66</a:t>
            </a:r>
          </a:p>
        </p:txBody>
      </p:sp>
    </p:spTree>
    <p:extLst>
      <p:ext uri="{BB962C8B-B14F-4D97-AF65-F5344CB8AC3E}">
        <p14:creationId xmlns:p14="http://schemas.microsoft.com/office/powerpoint/2010/main" val="173831853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0CEB2-9A2A-4892-B789-9AA8DFB4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2627D-5425-4F0F-8B32-B687983A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CC824-DC8F-434C-9705-B169A831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25118-912A-43F6-9EE9-2882CF62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0B119-E5C3-4B38-8E34-40C3ECD2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and Enteral Nutrition for the Hospitalized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Appleton-Century-Crofts, Norwalk, 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F5525-3603-42A1-A703-EF8FE828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3393C-BE0B-43BB-ABB4-CBC5845F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66</a:t>
            </a:r>
          </a:p>
        </p:txBody>
      </p:sp>
    </p:spTree>
    <p:extLst>
      <p:ext uri="{BB962C8B-B14F-4D97-AF65-F5344CB8AC3E}">
        <p14:creationId xmlns:p14="http://schemas.microsoft.com/office/powerpoint/2010/main" val="99465927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A2DFB-02D1-41D3-893B-079AE3E6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F7B43-87E9-47F7-ABBF-E8EF660A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7BA13-D4C0-462A-AE5A-DE8C90AE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8FB25-72E0-4338-BCF8-ED8EB1E9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AFAFA-2D4A-43F2-AC5F-91268EFE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Inspect a simulated PN label and identify discrepancies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Respond to a bag running two hours behind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Plan monitoring for a patient starting concentrated PN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CAD1C-6813-4D02-BD7B-928FEFBD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assessment before the in-person laboratory.</a:t>
            </a:r>
          </a:p>
        </p:txBody>
      </p:sp>
    </p:spTree>
    <p:extLst>
      <p:ext uri="{BB962C8B-B14F-4D97-AF65-F5344CB8AC3E}">
        <p14:creationId xmlns:p14="http://schemas.microsoft.com/office/powerpoint/2010/main" val="166544908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38B59-6875-492A-A112-705CD15C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F8D79-4089-4EB5-A8A0-997C9646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Key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552AD-36C0-41A1-A219-8781AD49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2EEDD-B151-4E82-8EC5-BB5041F6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B1498-EE12-4617-B59B-F659B9CA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indications and major components of parenteral nutrition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Peripheral formulations have lower osmolarity and limited duration. Concentrated formulations generally require central access. Verify the prescribed route, formulation, filter, tubing, and dedicated lumen.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Monitor glucose, fluid balance, weight, electrolytes, liver and renal indicators, triglycerides when lipids are used, site and line condition, temperature, and signs of refeeding syndrome or bloodstream infection.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3633F-4026-4947-9E00-0186421D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Review the course lesson, complete the assessment, and bring questions to the live session.</a:t>
            </a:r>
          </a:p>
        </p:txBody>
      </p:sp>
    </p:spTree>
    <p:extLst>
      <p:ext uri="{BB962C8B-B14F-4D97-AF65-F5344CB8AC3E}">
        <p14:creationId xmlns:p14="http://schemas.microsoft.com/office/powerpoint/2010/main" val="1021340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2026-10-21T01:42:20.4640000Z</dcterms:created>
  <dcterms:modified xsi:type="dcterms:W3CDTF">2026-10-21T01:42:20.4640000Z</dcterms:modified>
</coreProperties>
</file>