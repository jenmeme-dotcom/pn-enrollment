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cbe807e364108" /><Relationship Type="http://schemas.openxmlformats.org/officeDocument/2006/relationships/extended-properties" Target="/docProps/app.xml" Id="R92d9663ec6bc4041" /><Relationship Type="http://schemas.openxmlformats.org/officeDocument/2006/relationships/officeDocument" Target="/ppt/presentation.xml" Id="R7558e2f17ffe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82a6d8cdd84169"/>
  </p:sldMasterIdLst>
  <p:notesMasterIdLst>
    <p:notesMasterId xmlns:r="http://schemas.openxmlformats.org/officeDocument/2006/relationships" r:id="R589e1e9c9d504350"/>
  </p:notesMasterIdLst>
  <p:sldIdLst>
    <p:sldId xmlns:r="http://schemas.openxmlformats.org/officeDocument/2006/relationships" id="256" r:id="R0b0a3277cf1c4304"/>
    <p:sldId xmlns:r="http://schemas.openxmlformats.org/officeDocument/2006/relationships" id="257" r:id="Re720a4f1e0374e83"/>
    <p:sldId xmlns:r="http://schemas.openxmlformats.org/officeDocument/2006/relationships" id="258" r:id="R922d7e8685bf418e"/>
    <p:sldId xmlns:r="http://schemas.openxmlformats.org/officeDocument/2006/relationships" id="259" r:id="R358fa36826254852"/>
    <p:sldId xmlns:r="http://schemas.openxmlformats.org/officeDocument/2006/relationships" id="260" r:id="R5df3c58b776c4193"/>
    <p:sldId xmlns:r="http://schemas.openxmlformats.org/officeDocument/2006/relationships" id="261" r:id="Rd4d286e00c6f4225"/>
    <p:sldId xmlns:r="http://schemas.openxmlformats.org/officeDocument/2006/relationships" id="262" r:id="R90bbf07b3484455b"/>
    <p:sldId xmlns:r="http://schemas.openxmlformats.org/officeDocument/2006/relationships" id="263" r:id="R5824e2bb2ba448e0"/>
    <p:sldId xmlns:r="http://schemas.openxmlformats.org/officeDocument/2006/relationships" id="264" r:id="R8622929f77fa495f"/>
    <p:sldId xmlns:r="http://schemas.openxmlformats.org/officeDocument/2006/relationships" id="265" r:id="R323665f1b282456d"/>
    <p:sldId xmlns:r="http://schemas.openxmlformats.org/officeDocument/2006/relationships" id="266" r:id="Rb905e3fd857e4ee9"/>
    <p:sldId xmlns:r="http://schemas.openxmlformats.org/officeDocument/2006/relationships" id="267" r:id="Rbed98f40add74ec4"/>
    <p:sldId xmlns:r="http://schemas.openxmlformats.org/officeDocument/2006/relationships" id="268" r:id="R19a099c890814d68"/>
    <p:sldId xmlns:r="http://schemas.openxmlformats.org/officeDocument/2006/relationships" id="269" r:id="R9bb791d91e0a49ab"/>
    <p:sldId xmlns:r="http://schemas.openxmlformats.org/officeDocument/2006/relationships" id="270" r:id="R1175f2f8bea84f23"/>
    <p:sldId xmlns:r="http://schemas.openxmlformats.org/officeDocument/2006/relationships" id="271" r:id="R51b220ba039e489d"/>
    <p:sldId xmlns:r="http://schemas.openxmlformats.org/officeDocument/2006/relationships" id="272" r:id="R300e115b8f104945"/>
    <p:sldId xmlns:r="http://schemas.openxmlformats.org/officeDocument/2006/relationships" id="273" r:id="Rd41f3b0d677540fa"/>
    <p:sldId xmlns:r="http://schemas.openxmlformats.org/officeDocument/2006/relationships" id="274" r:id="Rd0be8998982346c8"/>
    <p:sldId xmlns:r="http://schemas.openxmlformats.org/officeDocument/2006/relationships" id="275" r:id="Rf4dcf9c98aaf4306"/>
    <p:sldId xmlns:r="http://schemas.openxmlformats.org/officeDocument/2006/relationships" id="276" r:id="R05f42db649344653"/>
    <p:sldId xmlns:r="http://schemas.openxmlformats.org/officeDocument/2006/relationships" id="277" r:id="R8bb5b9d211694ddb"/>
    <p:sldId xmlns:r="http://schemas.openxmlformats.org/officeDocument/2006/relationships" id="278" r:id="R5d3a58252b9a4674"/>
    <p:sldId xmlns:r="http://schemas.openxmlformats.org/officeDocument/2006/relationships" id="279" r:id="R613135880d104555"/>
    <p:sldId xmlns:r="http://schemas.openxmlformats.org/officeDocument/2006/relationships" id="280" r:id="R3a55cd3af2394768"/>
    <p:sldId xmlns:r="http://schemas.openxmlformats.org/officeDocument/2006/relationships" id="281" r:id="Rd9c5858d1bd64b85"/>
    <p:sldId xmlns:r="http://schemas.openxmlformats.org/officeDocument/2006/relationships" id="282" r:id="R74416395d3514a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5c4acfbc704313" /><Relationship Type="http://schemas.openxmlformats.org/officeDocument/2006/relationships/slideMaster" Target="/ppt/slideMasters/slideMaster1.xml" Id="Re882a6d8cdd84169" /><Relationship Type="http://schemas.openxmlformats.org/officeDocument/2006/relationships/notesMaster" Target="/ppt/notesMasters/notesMaster1.xml" Id="R589e1e9c9d504350" /><Relationship Type="http://schemas.openxmlformats.org/officeDocument/2006/relationships/presProps" Target="/ppt/presProps.xml" Id="R26a6efab5c7a488f" /><Relationship Type="http://schemas.openxmlformats.org/officeDocument/2006/relationships/tableStyles" Target="/ppt/tableStyles.xml" Id="Raa06acc1bee348f2" /><Relationship Type="http://schemas.openxmlformats.org/officeDocument/2006/relationships/slide" Target="/ppt/slides/slide1.xml" Id="R0b0a3277cf1c4304" /><Relationship Type="http://schemas.openxmlformats.org/officeDocument/2006/relationships/slide" Target="/ppt/slides/slide2.xml" Id="Re720a4f1e0374e83" /><Relationship Type="http://schemas.openxmlformats.org/officeDocument/2006/relationships/slide" Target="/ppt/slides/slide3.xml" Id="R922d7e8685bf418e" /><Relationship Type="http://schemas.openxmlformats.org/officeDocument/2006/relationships/slide" Target="/ppt/slides/slide4.xml" Id="R358fa36826254852" /><Relationship Type="http://schemas.openxmlformats.org/officeDocument/2006/relationships/slide" Target="/ppt/slides/slide5.xml" Id="R5df3c58b776c4193" /><Relationship Type="http://schemas.openxmlformats.org/officeDocument/2006/relationships/slide" Target="/ppt/slides/slide6.xml" Id="Rd4d286e00c6f4225" /><Relationship Type="http://schemas.openxmlformats.org/officeDocument/2006/relationships/slide" Target="/ppt/slides/slide7.xml" Id="R90bbf07b3484455b" /><Relationship Type="http://schemas.openxmlformats.org/officeDocument/2006/relationships/slide" Target="/ppt/slides/slide8.xml" Id="R5824e2bb2ba448e0" /><Relationship Type="http://schemas.openxmlformats.org/officeDocument/2006/relationships/slide" Target="/ppt/slides/slide9.xml" Id="R8622929f77fa495f" /><Relationship Type="http://schemas.openxmlformats.org/officeDocument/2006/relationships/slide" Target="/ppt/slides/slide10.xml" Id="R323665f1b282456d" /><Relationship Type="http://schemas.openxmlformats.org/officeDocument/2006/relationships/slide" Target="/ppt/slides/slide11.xml" Id="Rb905e3fd857e4ee9" /><Relationship Type="http://schemas.openxmlformats.org/officeDocument/2006/relationships/slide" Target="/ppt/slides/slide12.xml" Id="Rbed98f40add74ec4" /><Relationship Type="http://schemas.openxmlformats.org/officeDocument/2006/relationships/slide" Target="/ppt/slides/slide13.xml" Id="R19a099c890814d68" /><Relationship Type="http://schemas.openxmlformats.org/officeDocument/2006/relationships/slide" Target="/ppt/slides/slide14.xml" Id="R9bb791d91e0a49ab" /><Relationship Type="http://schemas.openxmlformats.org/officeDocument/2006/relationships/slide" Target="/ppt/slides/slide15.xml" Id="R1175f2f8bea84f23" /><Relationship Type="http://schemas.openxmlformats.org/officeDocument/2006/relationships/slide" Target="/ppt/slides/slide16.xml" Id="R51b220ba039e489d" /><Relationship Type="http://schemas.openxmlformats.org/officeDocument/2006/relationships/slide" Target="/ppt/slides/slide17.xml" Id="R300e115b8f104945" /><Relationship Type="http://schemas.openxmlformats.org/officeDocument/2006/relationships/slide" Target="/ppt/slides/slide18.xml" Id="Rd41f3b0d677540fa" /><Relationship Type="http://schemas.openxmlformats.org/officeDocument/2006/relationships/slide" Target="/ppt/slides/slide19.xml" Id="Rd0be8998982346c8" /><Relationship Type="http://schemas.openxmlformats.org/officeDocument/2006/relationships/slide" Target="/ppt/slides/slide20.xml" Id="Rf4dcf9c98aaf4306" /><Relationship Type="http://schemas.openxmlformats.org/officeDocument/2006/relationships/slide" Target="/ppt/slides/slide21.xml" Id="R05f42db649344653" /><Relationship Type="http://schemas.openxmlformats.org/officeDocument/2006/relationships/slide" Target="/ppt/slides/slide22.xml" Id="R8bb5b9d211694ddb" /><Relationship Type="http://schemas.openxmlformats.org/officeDocument/2006/relationships/slide" Target="/ppt/slides/slide23.xml" Id="R5d3a58252b9a4674" /><Relationship Type="http://schemas.openxmlformats.org/officeDocument/2006/relationships/slide" Target="/ppt/slides/slide24.xml" Id="R613135880d104555" /><Relationship Type="http://schemas.openxmlformats.org/officeDocument/2006/relationships/slide" Target="/ppt/slides/slide25.xml" Id="R3a55cd3af2394768" /><Relationship Type="http://schemas.openxmlformats.org/officeDocument/2006/relationships/slide" Target="/ppt/slides/slide26.xml" Id="Rd9c5858d1bd64b85" /><Relationship Type="http://schemas.openxmlformats.org/officeDocument/2006/relationships/slide" Target="/ppt/slides/slide27.xml" Id="R74416395d3514a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9cbae90e046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ef38fe36c46f7" /><Relationship Type="http://schemas.openxmlformats.org/officeDocument/2006/relationships/notesMaster" Target="/ppt/notesMasters/notesMaster1.xml" Id="Rcb8fb2da00a74a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bf2176d016428d" /><Relationship Type="http://schemas.openxmlformats.org/officeDocument/2006/relationships/notesMaster" Target="/ppt/notesMasters/notesMaster1.xml" Id="R2ce92bcb47e44d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779f143b04808" /><Relationship Type="http://schemas.openxmlformats.org/officeDocument/2006/relationships/notesMaster" Target="/ppt/notesMasters/notesMaster1.xml" Id="R9335868a90b94b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9dff3ea5d4e63" /><Relationship Type="http://schemas.openxmlformats.org/officeDocument/2006/relationships/notesMaster" Target="/ppt/notesMasters/notesMaster1.xml" Id="R943cb184b5b045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2ad694512e4942" /><Relationship Type="http://schemas.openxmlformats.org/officeDocument/2006/relationships/notesMaster" Target="/ppt/notesMasters/notesMaster1.xml" Id="R0f66089cb1864f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ca69723eab49bd" /><Relationship Type="http://schemas.openxmlformats.org/officeDocument/2006/relationships/notesMaster" Target="/ppt/notesMasters/notesMaster1.xml" Id="Rd808d491570346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c0a23a2934a89" /><Relationship Type="http://schemas.openxmlformats.org/officeDocument/2006/relationships/notesMaster" Target="/ppt/notesMasters/notesMaster1.xml" Id="Ra47182fd8cbd49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f949bc2a4840f3" /><Relationship Type="http://schemas.openxmlformats.org/officeDocument/2006/relationships/notesMaster" Target="/ppt/notesMasters/notesMaster1.xml" Id="Reb37ffa15e4b4f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ebb7e7b7c1421f" /><Relationship Type="http://schemas.openxmlformats.org/officeDocument/2006/relationships/notesMaster" Target="/ppt/notesMasters/notesMaster1.xml" Id="Rceaaca55756f45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429d6148dc4952" /><Relationship Type="http://schemas.openxmlformats.org/officeDocument/2006/relationships/notesMaster" Target="/ppt/notesMasters/notesMaster1.xml" Id="Rb7f66d70479249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6588df56cb4098" /><Relationship Type="http://schemas.openxmlformats.org/officeDocument/2006/relationships/notesMaster" Target="/ppt/notesMasters/notesMaster1.xml" Id="Reccee5c541144b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f6ab9e7f1e47a8" /><Relationship Type="http://schemas.openxmlformats.org/officeDocument/2006/relationships/notesMaster" Target="/ppt/notesMasters/notesMaster1.xml" Id="Reb671927c3884d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a8fb0f448442e4" /><Relationship Type="http://schemas.openxmlformats.org/officeDocument/2006/relationships/notesMaster" Target="/ppt/notesMasters/notesMaster1.xml" Id="R14c9e32bdba04c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fae0c3e0e24011" /><Relationship Type="http://schemas.openxmlformats.org/officeDocument/2006/relationships/notesMaster" Target="/ppt/notesMasters/notesMaster1.xml" Id="R12cdb899e39849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29733108a44afa" /><Relationship Type="http://schemas.openxmlformats.org/officeDocument/2006/relationships/notesMaster" Target="/ppt/notesMasters/notesMaster1.xml" Id="Rd085715a776744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56de8848844ff6" /><Relationship Type="http://schemas.openxmlformats.org/officeDocument/2006/relationships/notesMaster" Target="/ppt/notesMasters/notesMaster1.xml" Id="Rd3fdb0333f8c41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4f79308f7f4b95" /><Relationship Type="http://schemas.openxmlformats.org/officeDocument/2006/relationships/notesMaster" Target="/ppt/notesMasters/notesMaster1.xml" Id="R6531a2dbed1848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685d2a5e36404e" /><Relationship Type="http://schemas.openxmlformats.org/officeDocument/2006/relationships/notesMaster" Target="/ppt/notesMasters/notesMaster1.xml" Id="R9f11f7352a9546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c872c08d6c426e" /><Relationship Type="http://schemas.openxmlformats.org/officeDocument/2006/relationships/notesMaster" Target="/ppt/notesMasters/notesMaster1.xml" Id="R470418dba3f340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593f9e50b64953" /><Relationship Type="http://schemas.openxmlformats.org/officeDocument/2006/relationships/notesMaster" Target="/ppt/notesMasters/notesMaster1.xml" Id="R7a48b000840c47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110ac86c4249f8" /><Relationship Type="http://schemas.openxmlformats.org/officeDocument/2006/relationships/notesMaster" Target="/ppt/notesMasters/notesMaster1.xml" Id="R244a697ebe5e4a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48567bc4b0b4f6e" /><Relationship Type="http://schemas.openxmlformats.org/officeDocument/2006/relationships/notesMaster" Target="/ppt/notesMasters/notesMaster1.xml" Id="R670d2ec3e6a34c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e269f71e0184080" /><Relationship Type="http://schemas.openxmlformats.org/officeDocument/2006/relationships/notesMaster" Target="/ppt/notesMasters/notesMaster1.xml" Id="R2f319b7a4a1349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e9a80ed39e44da" /><Relationship Type="http://schemas.openxmlformats.org/officeDocument/2006/relationships/notesMaster" Target="/ppt/notesMasters/notesMaster1.xml" Id="R67e78c6864bb453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6a6386505c4c4f" /><Relationship Type="http://schemas.openxmlformats.org/officeDocument/2006/relationships/notesMaster" Target="/ppt/notesMasters/notesMaster1.xml" Id="Ree419b2700af49b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ef78a854074cf0" /><Relationship Type="http://schemas.openxmlformats.org/officeDocument/2006/relationships/notesMaster" Target="/ppt/notesMasters/notesMaster1.xml" Id="R226ce0c459644b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526a37cfa44b50" /><Relationship Type="http://schemas.openxmlformats.org/officeDocument/2006/relationships/notesMaster" Target="/ppt/notesMasters/notesMaster1.xml" Id="R479b2ab579c440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109-121;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109; BMHI IVT 030 course content. Skills evaluation requires direct observation and written RN verification.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109;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d366876064b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63ff273a543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8bb0f1b8b45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e4c1b171545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6e54ade9f47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5ff485561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07887A-313D-4833-8BA5-9C0B7C952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0A7C61-ADF7-4241-BDB8-D1D2926A2C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D098BB-2C6C-4687-BF50-11DDF3FEB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44A277-75F0-4C54-BBE3-F85A5ED53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01F01A-D10F-4596-AEAA-0E90726CF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FEDAF0-50AA-48DA-9C79-903133281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57658-953A-433E-9B9B-C33960260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B11A61-6523-4F8A-826F-FE19F2255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E29BA9-B219-438D-A30F-13E3F3AE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539963-0E57-474D-93B0-C5FA36F91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59a87f12c4ae8" /><Relationship Type="http://schemas.openxmlformats.org/officeDocument/2006/relationships/slideLayout" Target="/ppt/slideLayouts/slideLayout1.xml" Id="R94ec92d2a9f94c80" /><Relationship Type="http://schemas.openxmlformats.org/officeDocument/2006/relationships/slideLayout" Target="/ppt/slideLayouts/slideLayout2.xml" Id="Re6bdbb8f77634eaf" /><Relationship Type="http://schemas.openxmlformats.org/officeDocument/2006/relationships/slideLayout" Target="/ppt/slideLayouts/slideLayout3.xml" Id="R1386d4214f1c41dc" /><Relationship Type="http://schemas.openxmlformats.org/officeDocument/2006/relationships/slideLayout" Target="/ppt/slideLayouts/slideLayout4.xml" Id="Rb532bf23ae9042b2" /><Relationship Type="http://schemas.openxmlformats.org/officeDocument/2006/relationships/slideLayout" Target="/ppt/slideLayouts/slideLayout5.xml" Id="R4f70158133ba46c0" /><Relationship Type="http://schemas.openxmlformats.org/officeDocument/2006/relationships/slideLayout" Target="/ppt/slideLayouts/slideLayout6.xml" Id="Rbb9ba4956f1349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ec92d2a9f94c80"/>
    <p:sldLayoutId xmlns:r="http://schemas.openxmlformats.org/officeDocument/2006/relationships" id="2147483650" r:id="Re6bdbb8f77634eaf"/>
    <p:sldLayoutId xmlns:r="http://schemas.openxmlformats.org/officeDocument/2006/relationships" id="2147483651" r:id="R1386d4214f1c41dc"/>
    <p:sldLayoutId xmlns:r="http://schemas.openxmlformats.org/officeDocument/2006/relationships" id="2147483652" r:id="Rb532bf23ae9042b2"/>
    <p:sldLayoutId xmlns:r="http://schemas.openxmlformats.org/officeDocument/2006/relationships" id="2147483653" r:id="R4f70158133ba46c0"/>
    <p:sldLayoutId xmlns:r="http://schemas.openxmlformats.org/officeDocument/2006/relationships" id="2147483654" r:id="Rbb9ba4956f1349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93d82e791481a" /><Relationship Type="http://schemas.openxmlformats.org/officeDocument/2006/relationships/notesSlide" Target="/ppt/notesSlides/notesSlide1.xml" Id="R147450e2705140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b4b2c80f1040da" /><Relationship Type="http://schemas.openxmlformats.org/officeDocument/2006/relationships/notesSlide" Target="/ppt/notesSlides/notesSlide2.xml" Id="Redbd9b5de797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16f073fbd4022" /><Relationship Type="http://schemas.openxmlformats.org/officeDocument/2006/relationships/notesSlide" Target="/ppt/notesSlides/notesSlide3.xml" Id="R277327c67247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0fcd3dd1a4303" /><Relationship Type="http://schemas.openxmlformats.org/officeDocument/2006/relationships/notesSlide" Target="/ppt/notesSlides/notesSlide4.xml" Id="R0fb9539b7fa043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23138b75d4c61" /><Relationship Type="http://schemas.openxmlformats.org/officeDocument/2006/relationships/notesSlide" Target="/ppt/notesSlides/notesSlide5.xml" Id="Rbe078a64c186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42d8b83e3420e" /><Relationship Type="http://schemas.openxmlformats.org/officeDocument/2006/relationships/notesSlide" Target="/ppt/notesSlides/notesSlide6.xml" Id="R4cc1943e73d94a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f312fc8ce4610" /><Relationship Type="http://schemas.openxmlformats.org/officeDocument/2006/relationships/notesSlide" Target="/ppt/notesSlides/notesSlide7.xml" Id="R0bdfed6bfa2545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da43c65544092" /><Relationship Type="http://schemas.openxmlformats.org/officeDocument/2006/relationships/notesSlide" Target="/ppt/notesSlides/notesSlide8.xml" Id="Rf7fe6a8f20dc48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e7fb603e648e3" /><Relationship Type="http://schemas.openxmlformats.org/officeDocument/2006/relationships/notesSlide" Target="/ppt/notesSlides/notesSlide9.xml" Id="Rd92f4c399b6e4f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2b6796d5840ab" /><Relationship Type="http://schemas.openxmlformats.org/officeDocument/2006/relationships/notesSlide" Target="/ppt/notesSlides/notesSlide10.xml" Id="R4e9b26c5c0f449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464993ceb4518" /><Relationship Type="http://schemas.openxmlformats.org/officeDocument/2006/relationships/notesSlide" Target="/ppt/notesSlides/notesSlide11.xml" Id="Rae9421c8b06e4c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b8fcfb3864791" /><Relationship Type="http://schemas.openxmlformats.org/officeDocument/2006/relationships/notesSlide" Target="/ppt/notesSlides/notesSlide12.xml" Id="Re11eda96d90a44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e7dbfa96a47b2" /><Relationship Type="http://schemas.openxmlformats.org/officeDocument/2006/relationships/notesSlide" Target="/ppt/notesSlides/notesSlide13.xml" Id="R404fd4f27e654b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72cc864dc477e" /><Relationship Type="http://schemas.openxmlformats.org/officeDocument/2006/relationships/notesSlide" Target="/ppt/notesSlides/notesSlide14.xml" Id="Rf58f7d0161ca49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56252ccfb4d52" /><Relationship Type="http://schemas.openxmlformats.org/officeDocument/2006/relationships/notesSlide" Target="/ppt/notesSlides/notesSlide15.xml" Id="Ra62e40f4ca2241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1e2e6c33e4c04" /><Relationship Type="http://schemas.openxmlformats.org/officeDocument/2006/relationships/notesSlide" Target="/ppt/notesSlides/notesSlide16.xml" Id="R103f8ac5030149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6823daa2645d1" /><Relationship Type="http://schemas.openxmlformats.org/officeDocument/2006/relationships/notesSlide" Target="/ppt/notesSlides/notesSlide17.xml" Id="R78236cb53de74f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fd3670f024af6" /><Relationship Type="http://schemas.openxmlformats.org/officeDocument/2006/relationships/notesSlide" Target="/ppt/notesSlides/notesSlide18.xml" Id="R97190d7d29ca4b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4fdc2532742de" /><Relationship Type="http://schemas.openxmlformats.org/officeDocument/2006/relationships/notesSlide" Target="/ppt/notesSlides/notesSlide19.xml" Id="Redfbc5c029a741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b9154e96d4757" /><Relationship Type="http://schemas.openxmlformats.org/officeDocument/2006/relationships/notesSlide" Target="/ppt/notesSlides/notesSlide20.xml" Id="R1888db35489747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2c992dcb14563" /><Relationship Type="http://schemas.openxmlformats.org/officeDocument/2006/relationships/notesSlide" Target="/ppt/notesSlides/notesSlide21.xml" Id="R24f986d140234b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f368b10eb49a4" /><Relationship Type="http://schemas.openxmlformats.org/officeDocument/2006/relationships/notesSlide" Target="/ppt/notesSlides/notesSlide22.xml" Id="R1f04563d649945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51bea4e8b4c70" /><Relationship Type="http://schemas.openxmlformats.org/officeDocument/2006/relationships/notesSlide" Target="/ppt/notesSlides/notesSlide23.xml" Id="Rb2f547e7b7b14f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ea41604254a49" /><Relationship Type="http://schemas.openxmlformats.org/officeDocument/2006/relationships/notesSlide" Target="/ppt/notesSlides/notesSlide24.xml" Id="Ra191ef65905947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7b556987c4226" /><Relationship Type="http://schemas.openxmlformats.org/officeDocument/2006/relationships/notesSlide" Target="/ppt/notesSlides/notesSlide25.xml" Id="R619d43f2b37946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222f653644aa8" /><Relationship Type="http://schemas.openxmlformats.org/officeDocument/2006/relationships/notesSlide" Target="/ppt/notesSlides/notesSlide26.xml" Id="Reda80dc9f81642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2b56184944ef9" /><Relationship Type="http://schemas.openxmlformats.org/officeDocument/2006/relationships/notesSlide" Target="/ppt/notesSlides/notesSlide27.xml" Id="R9e1ba5327be045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0B221-BBCB-4167-A6EB-D12C81AC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949B0-232B-40AA-8D69-D7076AE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6CBD8-D313-40E9-A903-E98E9FB7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In-Person IV Skills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B7C04-E270-4764-89B4-F2A3EAD5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8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452CE-35B4-410B-B928-CE11EBF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60728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68AA9-8599-47D5-86A6-716BF350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6DF19-00E9-4503-BC35-8A672ED1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DBE08-D4B9-4111-B2F6-62740A51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E95E2-EE8C-4835-9BDD-4B40969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3E307-8AEB-4561-B035-D91BE8A3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Demonstrate required psychomotor skills under direct observation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infusion problems and complications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Complete RN-verified competency records</a:t>
            </a:r>
          </a:p>
        </p:txBody>
      </p:sp>
    </p:spTree>
    <p:extLst>
      <p:ext uri="{BB962C8B-B14F-4D97-AF65-F5344CB8AC3E}">
        <p14:creationId xmlns:p14="http://schemas.microsoft.com/office/powerpoint/2010/main" val="144707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C365F-E677-4801-878E-7D57B77E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B8D4F-E486-46D4-A2D2-429B0D6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1: equipment and calculations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AEF0B-428E-4D91-B063-77ECD6E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ECB6B-7826-4479-B9F4-462F1FD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7DCD1-6225-44E1-86B4-9FCE5FE1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orders, select fluids and tubing, inspect supplies, prime without air, calculate pump and gravity rates, trace lines, and correct common pump alarms.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434A5-E90D-44E1-95EA-ACEFB73B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76562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D8094-8A7F-45B6-84E8-AF017C2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DB3B6-CEC6-4AB1-827F-57F59459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2: peripheral insertion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C6B12-037C-4F37-BB78-AB3F0EBB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BADD3-7263-4BE1-9E40-07173E5B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36C0-C108-4F21-9CF0-ACF9E46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the patient and site, select a vein and catheter, insert on a task trainer, connect and assess patency, secure and dress the site, initiate therapy, teach the patient, and 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FBFAE-F37A-45BF-90A1-8B68240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7063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388C7-7A1C-467B-A448-90B37AD9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D376E-6E56-4576-9F0A-9BEC43D2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3: secondary infusion and access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9E186-A7BB-4261-946E-E6DBD22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B550E-F4A5-44AF-8A4E-DBCA32A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EDB8C-3D3D-42E1-8714-94A3C2DE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compatibility, prepare an IV piggyback, program the pump, use the required flushing sequence, evaluate peripheral and central-device dressings, and identify actions outside the learner's authorized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54BF5-87A6-420D-90AD-80C1E6F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82086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E1F9E-4994-4959-8AF1-AAD70FAB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1D48F-C03A-4A0B-A331-01726869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Station 4: complications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E5C30-28FD-4114-BBCF-FE08D7D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0872D-CD0C-4DB7-BBAC-F5530593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7E69F-055D-4E9F-B84B-E76371CA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infiltration, extravasation, phlebitis, fluid overload, allergic reaction, transfusion reaction, air risk, occlusion, and suspected catheter damage.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the immediate action and escalation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0C764-9BCC-4F5E-9770-2C5A222D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13682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D98ED-629C-4F0B-BBA7-4E4B5C5D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5AA12-E9A2-44B1-8BF2-F6DFA372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Supervised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66D7B-9E4A-4E2B-A03A-ADE6124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4DA43-B526-4AA4-8CE1-83E70F02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64D70-063A-47C1-901D-8DF28CD5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an order and choose the correct labeled fluid and administration set.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Inspect supplies and prime primary/secondary tubing without air.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macrodrip/microdrip drop factors; calculate and set gravity and pump rates.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Trace tubing, label lines, connect needleless systems aseptically, and respond to pump alarms.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9843A-3CC7-4B93-8903-BBE8FBBA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27292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1CDE5-3E65-4DA6-A055-535F6539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D4F60-EB6B-4338-8304-9972B9F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Supervised rotation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298A-5513-48CB-AACD-CEE2419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233EB-7AF8-4F02-892F-4484C97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546C0-35A4-41A3-A6CF-4BE0E98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Locate and palpate veins on task trainers; select distal sites and appropriate catheter gauge/length.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40639-89A6-4E91-98F7-F887908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11995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0AE4C-B5BB-4051-98BE-B8EB8CF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519BC-5035-45DE-80A7-E46313B4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Skills Stations: Fluid, Tubing, Pump, and Vein Selection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A4EF2-51B0-477E-900D-B72467ED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99AF4-4D24-4573-98E3-74CC8691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33FFF-CBE8-4F68-8239-FC534F46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receive immediate coaching and repeat any missed critical safety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6C08F-1003-4489-BF7B-AC6C2B30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10809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165B6-BAC3-4750-8B9C-135B427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C3AE2-E62A-40CF-AE8C-61D466D7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Deliberate Practice: Peripheral IV Insertion and Dressing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F3DA7-1690-4591-8FA6-4D47282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BE058-DD68-48DB-B2C2-CA70E4FD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8135D-0CDC-4813-803B-4F3A479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Using approved task trainers only, each student practices the full peripheral insertion sequence: verify, explain, gather, hand hygiene/PPE, position, select site/device, tourniquet, antisepsis/drying, insertion/flashback/threading, needle safety, connection, patency check, securement, transparent dressing, labeling, initiation, reassessment, documentation, and safe discontinuation.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3CB83-FBBC-4971-8830-A8F6207F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154461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4B2DA-3436-440F-B54B-323D3CA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6E0A8-2978-4166-B358-D809D6D6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Deliberate Practice: Peripheral IV Insertion and Dressing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16B66-D667-4DD3-AAE6-F7DE086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6F23F-FB0E-480A-B5C9-8C91BB1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1015A-461E-4E74-BB41-4A20EE0B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Critical fail examples include wrong patient/order, failure to maintain asepsis, needle reinsertion into catheter, unrecognized arterial/nerve warning, failure to release tourniquet, unsafe sharps handling, forceful flush, or failure to stop for infiltration/extravasation.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C5C22-5367-49A2-AFAF-7099C89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709205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64485-998F-4178-9FD5-DBA3DC23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123F9-F047-494A-917C-3B1F481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IV Piggyback, Saline Lock, and Infusion Pump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79EC-8AFA-44F3-B980-EEC2903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7156C-2BB0-4604-B883-D0832A9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304EB-3995-494E-92DA-45575A9B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verify the order and label, explain indication/side effects/contraindications, check compatibility, choose and prime the set, assess the site, scrub/connect aseptically, calculate/program the correct rate, initiate secondary therapy with a primary line or saline lock as assigned, apply the appropriate flushing sequence, monitor, respond to alarms/adverse effects, and 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E478E-1E5C-431F-B9C2-941C2E0A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627209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5B9FB-0935-472B-ADB2-AE1EA51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B8B35-7A82-484F-A127-7DC88CB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Access-Device Assessment and Dressing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BD4DD-84CE-4984-A960-1E43F9F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A2AD8-F7B0-47EB-A3DE-EF47B5E3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A8103-5AA2-463E-ADD3-296A89F4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rotate through peripheral, midline, PICC, non-tunneled/tunneled central catheter, and implanted-port models.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identify device type and permitted role, evaluate dressings/sites, recognize migration/occlusion/infection findings, prepare a sterile field, simulate dressing change and connector replacement where within course scope, and state when the RN or specialty team must take over.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 student performs an unauthorized central-access procedure on a person.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8C89F-EDFC-4174-91AC-3F137778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6515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CD263-DA57-40F0-95EB-008DA1C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F61C1-F36D-4B11-A74B-BA0B59F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Scenario circuit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F5275-8E33-451A-9C81-00587AF9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78D37-5ED6-4EC2-97D4-1E87EB1A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FFE85-A927-4AD0-9DCF-4E81C812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Infiltration versus vesicant extravasation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Phlebitis, occlusion, leakage, and dislodgement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Arterial puncture, nerve warning, hematoma, and catheter damage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Allergic reaction/anaphylaxis and speed shock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74B9B-433C-4A00-B294-66EA76D0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8352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AD35C-44D4-485E-A3F6-6BA28FE3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CE76E-CFC0-4C63-9CBF-9C654EFC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Scenario circuit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705A8-A138-473D-816B-C7B05EE1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D1271-3399-4869-A1CB-80F0E71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81202-E6B5-4108-A340-C39304E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Fluid overload, air embolism, infection/sepsis, and transfusion reaction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16B50-D013-4375-9BF7-EA943459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560352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BE494-CACD-41D2-9E12-50A0DD3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1E7F2-C131-4BD1-B423-95256F29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Complication Simulation and Clinical Documentation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28548-329D-40C5-906D-C4265DF6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5D9F9-A93C-4573-A1A8-0EA694DE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133E6-06B3-4CEF-ADB9-52F3CB37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each scenario the student must recognize cues, stop unsafe therapy, assess and stabilize, activate the correct chain of command, apply drug/device-specific precautions, communicate with SBAR, document objective findings and response, and identify prevention measures.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D0B0F-1492-460C-9989-07FDDDB1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021916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D6BA1-2C4F-4085-AFCD-5E8A9EC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8B53E-F6B4-4648-8713-BBF8A1C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Instructor evaluation - pass/fail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CD4C8-DEAE-4369-A36E-9143D6C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E66F5-80F1-4944-8DF7-53DEB33F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B038-703C-42DB-904C-87EBB726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 critical elements must be demonstrated under direct observation by a Florida-licensed RN evaluator.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3017C-B560-4337-915D-B963D68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41247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6D75-9720-4D32-8809-950ACA42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439A2-B290-454A-9680-FEE3B93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C643A-BD5C-4821-AC7B-60C5903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4AEB9-7017-4500-90E4-3AB7113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5B170-48FF-487E-9D51-5F08EFE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Checklist [ ] Verifies order, identity, allergies, indication, and patient readiness.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Performs hand hygiene, selects PPE, and maintains aseptic non-touch technique.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Assesses veins and selects appropriate site, catheter size, and supplies.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Explains procedure and positions patient safely.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19AB9-3774-4B66-89E9-D5E75016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808265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BB675-DAC6-401F-B666-F6A3D03C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AACAB-900F-45E7-8647-0B955F5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Checklist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79143-B2DC-4002-B79E-38ED8455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3E963-B053-4360-8E5A-9F2A02E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46887-953B-41BE-AF38-CA2C237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Primes extension/connector and removes air.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Applies tourniquet and prepares site; allows antiseptic to dry.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Performs venipuncture, observes flashback, threads catheter safely, and never reinserts needle.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Releases tourniquet, activates sharps safety, and disposes immediately.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796AD-09C7-4C64-A859-29A9AC3D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331185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B30E8-B7C4-49FF-A663-00D21924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B8B27-A826-4904-A299-BB06C38A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Checklist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985F2-2BD4-4ADA-B337-E71240C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5DBC4-F671-4BC6-85A7-1F7E0C2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9B502-1493-4926-8547-6339C52A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Connects aseptically and verifies patency without force.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Secures catheter, applies/labels dressing, initiates ordered therapy, and reassesses.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Documents all required elements and teaches reportable symptoms.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Discontinues safely and verifies catheter integrity when assigned.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837A0-9068-465B-B302-A6F45D3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327842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C13C8-5A5B-45EB-8CC1-57523A7D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5BDA1-9136-4F2D-B764-B3C77910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RN Competency Checkoff - Peripheral IV Start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E7871-B1CD-4A86-83DC-0AE631F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826E5-B6BB-408A-8BB7-02E6BFB1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6B08-C2B3-4442-958E-17C2094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Evaluator records pass/remediation, date, printed name, Florida RN license number, signature, and attempt number in the official skills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A88D2-2A77-4162-94C9-ED16066A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948579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78AC5-4764-4257-97C3-47B5942E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28D39-ABEC-4FB9-B9A1-10370C1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Instructor evaluation - pass/fail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0D801-1575-4101-BA84-9A9D1370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7D455-07BE-421E-933D-D88FFEE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EA6A8-E5C4-46E1-AEEC-03B71D40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Instructor evaluation - pass/fail [ ] Confirms complete order and medication label.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States indication, key adverse effects, contraindications, and monitoring.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Verifies compatibility and selects correct administration set.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Assesses site/access device and dressing.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A26F0-178E-483B-A781-F932B3F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598417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FA523-7A38-4FD2-A049-6C1BC45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D18BF-44F0-4F2A-9B65-BE1012D0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Instructor evaluation - pass/fail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19EF9-8421-447B-AFDE-B70A2BD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983D-904E-4A42-A6C5-48D402AF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D2D27-561C-4526-B0EC-8E959E17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Calculates gravity/pump rate correctly and independently verifies settings when required.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Scrubs and connects aseptically; primes tubing without air.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Initiates IVPB with primary hydration or saline lock as assigned.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Uses the ordered flushing/locking sequence and prevents occlusion.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FCCAC-1E9B-4E1C-927C-0DB949C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727689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FB953-7FE0-44B6-A4A3-3DE95FDF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85FF0-0F79-4BD6-ABAA-5E266B7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Instructor evaluation - pass/fail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4442A-BD77-4D95-B777-96B5003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BDDA1-52A1-4D98-8148-9D180B72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8B5B-3628-41B4-A979-71E14BA5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Responds correctly to pump alarms.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Recognizes infiltration, extravasation, phlebitis, overload, air embolism, infection, and allergic/transfusion reaction cues.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Stops unsafe therapy, assesses, escalates, and performs emergency actions correctly.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[ ] Documents medication, site, rate, assessments, teaching, response, notifications, and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A9AAD-729E-45A6-96DA-7411B3B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527807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7B205-D768-479D-A190-5569A30E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88303-A67B-4353-B08A-BF057C84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RN Competency Checkoff - IVPB, Pump, and Complication Response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44BEB-A4F7-4685-B89A-87BB0154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E994E-34A3-4C48-ACA7-04947342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7B77F-C240-4C14-96F8-C082DAE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missed critical safety element requires remediation and repeat evaluation. Written RN verification is required before completion is released.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8ACE8-706C-4C45-B2C9-21E85E04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479250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E52EE-5410-41BD-85E1-7A7AED2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CEC08-B0F7-495E-8B18-14A2198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AE6B5-17F2-454B-91DF-E9665B0E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16039-D11F-4C65-9726-ACCAFE4B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BC6CF-91B4-4A40-896A-E33C0F6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Pass every critical element on the skills checklist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Repeat any missed critical step after remediation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Obtain the Florida RN evaluator's dated proficiency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BBD98-6446-419D-B529-E0B382F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Every critical element requires direct observation and a passing evaluation.</a:t>
            </a:r>
          </a:p>
        </p:txBody>
      </p:sp>
    </p:spTree>
    <p:extLst>
      <p:ext uri="{BB962C8B-B14F-4D97-AF65-F5344CB8AC3E}">
        <p14:creationId xmlns:p14="http://schemas.microsoft.com/office/powerpoint/2010/main" val="8623965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683D9-2AD9-4BB9-9397-710539A8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6A4CE-17BC-46A3-8641-D4F270FB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9639D-EA22-4DCE-BA7D-5EB7BEBC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9541A-4A0B-475D-BA3D-C77547F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7998F-3939-42B9-BDF4-FB20C411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Demonstrate required psychomotor skills under direct observation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the patient and site, select a vein and catheter, insert on a task trainer, connect and assess patency, secure and dress the site, initiate therapy, teach the patient, and document.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infiltration, extravasation, phlebitis, fluid overload, allergic reaction, transfusion reaction, air risk, occlusion, and suspected catheter damage. State the immediate action and escalation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6BCC6-F3C3-4480-A5B8-2999E6B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349550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2026-10-20T23:43:21.2150000Z</dcterms:created>
  <dcterms:modified xsi:type="dcterms:W3CDTF">2026-10-20T23:43:21.2150000Z</dcterms:modified>
</coreProperties>
</file>