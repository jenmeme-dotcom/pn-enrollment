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a4bd1d2d946d9" /><Relationship Type="http://schemas.openxmlformats.org/officeDocument/2006/relationships/extended-properties" Target="/docProps/app.xml" Id="R4c4abea2e2b64485" /><Relationship Type="http://schemas.openxmlformats.org/officeDocument/2006/relationships/officeDocument" Target="/ppt/presentation.xml" Id="R1f04add4ed8e44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2f173c7384511"/>
  </p:sldMasterIdLst>
  <p:notesMasterIdLst>
    <p:notesMasterId xmlns:r="http://schemas.openxmlformats.org/officeDocument/2006/relationships" r:id="R5d728c3edb5e490b"/>
  </p:notesMasterIdLst>
  <p:sldIdLst>
    <p:sldId xmlns:r="http://schemas.openxmlformats.org/officeDocument/2006/relationships" id="256" r:id="R8e623af5faa14588"/>
    <p:sldId xmlns:r="http://schemas.openxmlformats.org/officeDocument/2006/relationships" id="257" r:id="R6f5223d805834b6e"/>
    <p:sldId xmlns:r="http://schemas.openxmlformats.org/officeDocument/2006/relationships" id="258" r:id="Rabee712e7d29435c"/>
    <p:sldId xmlns:r="http://schemas.openxmlformats.org/officeDocument/2006/relationships" id="259" r:id="R479f8d6d49e146d9"/>
    <p:sldId xmlns:r="http://schemas.openxmlformats.org/officeDocument/2006/relationships" id="260" r:id="R2bc8dbf6b4af4a39"/>
    <p:sldId xmlns:r="http://schemas.openxmlformats.org/officeDocument/2006/relationships" id="261" r:id="R74ce19e301be4319"/>
    <p:sldId xmlns:r="http://schemas.openxmlformats.org/officeDocument/2006/relationships" id="262" r:id="Rbcfb7547d7e14f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5349a2578462d" /><Relationship Type="http://schemas.openxmlformats.org/officeDocument/2006/relationships/slideMaster" Target="/ppt/slideMasters/slideMaster1.xml" Id="R77e2f173c7384511" /><Relationship Type="http://schemas.openxmlformats.org/officeDocument/2006/relationships/notesMaster" Target="/ppt/notesMasters/notesMaster1.xml" Id="R5d728c3edb5e490b" /><Relationship Type="http://schemas.openxmlformats.org/officeDocument/2006/relationships/presProps" Target="/ppt/presProps.xml" Id="R563316cb20e54b12" /><Relationship Type="http://schemas.openxmlformats.org/officeDocument/2006/relationships/tableStyles" Target="/ppt/tableStyles.xml" Id="R6fcb2efd80044d19" /><Relationship Type="http://schemas.openxmlformats.org/officeDocument/2006/relationships/slide" Target="/ppt/slides/slide1.xml" Id="R8e623af5faa14588" /><Relationship Type="http://schemas.openxmlformats.org/officeDocument/2006/relationships/slide" Target="/ppt/slides/slide2.xml" Id="R6f5223d805834b6e" /><Relationship Type="http://schemas.openxmlformats.org/officeDocument/2006/relationships/slide" Target="/ppt/slides/slide3.xml" Id="Rabee712e7d29435c" /><Relationship Type="http://schemas.openxmlformats.org/officeDocument/2006/relationships/slide" Target="/ppt/slides/slide4.xml" Id="R479f8d6d49e146d9" /><Relationship Type="http://schemas.openxmlformats.org/officeDocument/2006/relationships/slide" Target="/ppt/slides/slide5.xml" Id="R2bc8dbf6b4af4a39" /><Relationship Type="http://schemas.openxmlformats.org/officeDocument/2006/relationships/slide" Target="/ppt/slides/slide6.xml" Id="R74ce19e301be4319" /><Relationship Type="http://schemas.openxmlformats.org/officeDocument/2006/relationships/slide" Target="/ppt/slides/slide7.xml" Id="Rbcfb7547d7e1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63e85531845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ab3f97390c46a9" /><Relationship Type="http://schemas.openxmlformats.org/officeDocument/2006/relationships/notesMaster" Target="/ppt/notesMasters/notesMaster1.xml" Id="Rfa07d7a53e8141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5168139798466f" /><Relationship Type="http://schemas.openxmlformats.org/officeDocument/2006/relationships/notesMaster" Target="/ppt/notesMasters/notesMaster1.xml" Id="R9fb7e0e50fa24c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c1a03cd5cd4b9b" /><Relationship Type="http://schemas.openxmlformats.org/officeDocument/2006/relationships/notesMaster" Target="/ppt/notesMasters/notesMaster1.xml" Id="Rf59ba7390c4743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23e3820eaa4ae2" /><Relationship Type="http://schemas.openxmlformats.org/officeDocument/2006/relationships/notesMaster" Target="/ppt/notesMasters/notesMaster1.xml" Id="Rddd849b1500346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fbbfebaca54aab" /><Relationship Type="http://schemas.openxmlformats.org/officeDocument/2006/relationships/notesMaster" Target="/ppt/notesMasters/notesMaster1.xml" Id="R1e171fa4c49b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ceeaa81c20463e" /><Relationship Type="http://schemas.openxmlformats.org/officeDocument/2006/relationships/notesMaster" Target="/ppt/notesMasters/notesMaster1.xml" Id="R53d4d3ece3ef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a111eb10444671" /><Relationship Type="http://schemas.openxmlformats.org/officeDocument/2006/relationships/notesMaster" Target="/ppt/notesMasters/notesMaster1.xml" Id="R1099e5d5924d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109-110.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109-111.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109-112.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109-113.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109. Skills evaluation requires direct observation and written RN verification.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2ce057d4748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b1c386ab341cc" /><Relationship Type="http://schemas.openxmlformats.org/officeDocument/2006/relationships/slideLayout" Target="/ppt/slideLayouts/slideLayout1.xml" Id="Red0e72987ccb40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0e72987ccb40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3fede7da741ad" /><Relationship Type="http://schemas.openxmlformats.org/officeDocument/2006/relationships/image" Target="/ppt/media/image.jpeg" Id="R9bd002dec5d040bd" /><Relationship Type="http://schemas.openxmlformats.org/officeDocument/2006/relationships/notesSlide" Target="/ppt/notesSlides/notesSlide1.xml" Id="Rea608a4ffd24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93e8cfccd4456" /><Relationship Type="http://schemas.openxmlformats.org/officeDocument/2006/relationships/notesSlide" Target="/ppt/notesSlides/notesSlide2.xml" Id="R7144c74e30f8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28ff800b40fb" /><Relationship Type="http://schemas.openxmlformats.org/officeDocument/2006/relationships/image" Target="/ppt/media/image2.jpeg" Id="Rc452fc3ab1684e1c" /><Relationship Type="http://schemas.openxmlformats.org/officeDocument/2006/relationships/notesSlide" Target="/ppt/notesSlides/notesSlide3.xml" Id="R2e8f34aed07a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49d8fc114607" /><Relationship Type="http://schemas.openxmlformats.org/officeDocument/2006/relationships/image" Target="/ppt/media/image3.jpeg" Id="Re93863bb49a1408b" /><Relationship Type="http://schemas.openxmlformats.org/officeDocument/2006/relationships/notesSlide" Target="/ppt/notesSlides/notesSlide4.xml" Id="Rf89346a0f191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793e402234041" /><Relationship Type="http://schemas.openxmlformats.org/officeDocument/2006/relationships/image" Target="/ppt/media/image4.jpeg" Id="Rfa4530f281854086" /><Relationship Type="http://schemas.openxmlformats.org/officeDocument/2006/relationships/notesSlide" Target="/ppt/notesSlides/notesSlide5.xml" Id="R150840dc25374c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e9e82aa7c4335" /><Relationship Type="http://schemas.openxmlformats.org/officeDocument/2006/relationships/image" Target="/ppt/media/image5.jpeg" Id="R09247babb46b49d6" /><Relationship Type="http://schemas.openxmlformats.org/officeDocument/2006/relationships/notesSlide" Target="/ppt/notesSlides/notesSlide6.xml" Id="R58a0a0ca4e6b48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dda40f384120" /><Relationship Type="http://schemas.openxmlformats.org/officeDocument/2006/relationships/notesSlide" Target="/ppt/notesSlides/notesSlide7.xml" Id="Rcc54e4046432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52BB2-6ADA-4F00-918F-7E974655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8F95B-1FCF-4B7F-8CC9-5A23BC0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In-Person IV Skills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4F1BE-834B-4769-9600-3E87EFD4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002dec5d040bd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2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8D0F8-EA9B-4569-94B6-DE23BA1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D1EFB-6B09-476E-BB2C-C227B9B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68C30-C199-4AC5-B400-8DAD923C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Demonstrate required psychomotor skills under direct observation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Respond to infusion problems and complications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Complete RN-verified competency records</a:t>
            </a:r>
          </a:p>
        </p:txBody>
      </p:sp>
    </p:spTree>
    <p:extLst>
      <p:ext uri="{BB962C8B-B14F-4D97-AF65-F5344CB8AC3E}">
        <p14:creationId xmlns:p14="http://schemas.microsoft.com/office/powerpoint/2010/main" val="1933660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B1080-D7D5-44BC-B9E2-A0A90AF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1: equipment and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9FFC-4D2B-43E0-880A-94303195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91CD8-97D0-4538-A210-B76F6D48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orders, select fluids and tubing, inspect supplies, prime without air, calculate pump and gravity rates, trace lines, and correct common pump alarms.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2fc3ab1684e1c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45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1C484-97B0-4E40-BBAD-16FEE63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2: peripheral insertion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05550-6E08-4CF7-A2D5-920BB950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D308D-E906-4719-A8BD-B67F9267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the patient and site, select a vein and catheter, insert on a task trainer, connect and assess patency, secure and dress the site, initiate therapy, teach the patient, and document.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863bb49a1408b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75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37B9F-DCDF-4ED5-98EA-BFF90F8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3: secondary infusion and access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10400-07F8-4D9F-A1C1-9B4AA69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3360D-B272-4FE5-B0F5-DEDECCC6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compatibility, prepare an IV piggyback, program the pump, use the required flushing sequence, evaluate peripheral and central-device dressings, and identify actions outside the learner's authorized role.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530f281854086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33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712EA-5DC5-4C36-8A9E-5FA60FC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4: complications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B6B1-861F-4E6C-9404-E4887FE8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683ED-631C-4CA3-842B-847E3D15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infiltration, extravasation, phlebitis, fluid overload, allergic reaction, transfusion reaction, air risk, occlusion, and suspected catheter damage. State the immediate action and escalation path.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47babb46b49d6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61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FF50-9AB3-4349-9D60-2FCB4B3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3AA27-BEBB-436A-9AD3-5B6DF50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1CFB9-2232-4D0C-AD1A-5A4B085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Pass every critical element on the skills checklist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Repeat any missed critical step after remediation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Obtain the Florida RN evaluator's dated proficiency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C9503-99C2-4723-890B-6592FD5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In-person evaluation: every critical element must pass under direct observation.</a:t>
            </a:r>
          </a:p>
        </p:txBody>
      </p:sp>
    </p:spTree>
    <p:extLst>
      <p:ext uri="{BB962C8B-B14F-4D97-AF65-F5344CB8AC3E}">
        <p14:creationId xmlns:p14="http://schemas.microsoft.com/office/powerpoint/2010/main" val="142968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2026-09-11T14:11:35.2620000Z</dcterms:created>
  <dcterms:modified xsi:type="dcterms:W3CDTF">2026-09-11T14:11:35.2620000Z</dcterms:modified>
</coreProperties>
</file>