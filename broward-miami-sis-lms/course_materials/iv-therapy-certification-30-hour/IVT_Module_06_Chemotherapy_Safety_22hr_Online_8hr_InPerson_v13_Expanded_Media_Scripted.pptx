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17126e56ef461c" /><Relationship Type="http://schemas.openxmlformats.org/officeDocument/2006/relationships/extended-properties" Target="/docProps/app.xml" Id="Rdc510358b5f0485b" /><Relationship Type="http://schemas.openxmlformats.org/officeDocument/2006/relationships/officeDocument" Target="/ppt/presentation.xml" Id="R911005216a474631" /></Relationships>
</file>

<file path=ppt/presentation.xml><?xml version="1.0" encoding="utf-8"?>
<p:presentation xmlns:p="http://schemas.openxmlformats.org/presentationml/2006/main">
  <p:sldMasterIdLst>
    <p:sldMasterId xmlns:r="http://schemas.openxmlformats.org/officeDocument/2006/relationships" id="2147483648" r:id="R1a641e85160846d6"/>
  </p:sldMasterIdLst>
  <p:notesMasterIdLst>
    <p:notesMasterId xmlns:r="http://schemas.openxmlformats.org/officeDocument/2006/relationships" r:id="R1d8940c74b5f4cb5"/>
  </p:notesMasterIdLst>
  <p:sldIdLst>
    <p:sldId xmlns:r="http://schemas.openxmlformats.org/officeDocument/2006/relationships" id="256" r:id="Rb31c11fecb794da1"/>
    <p:sldId xmlns:r="http://schemas.openxmlformats.org/officeDocument/2006/relationships" id="257" r:id="Ra08752dfb2e941a5"/>
    <p:sldId xmlns:r="http://schemas.openxmlformats.org/officeDocument/2006/relationships" id="258" r:id="R08753b142608492f"/>
    <p:sldId xmlns:r="http://schemas.openxmlformats.org/officeDocument/2006/relationships" id="259" r:id="R09320c953a524768"/>
    <p:sldId xmlns:r="http://schemas.openxmlformats.org/officeDocument/2006/relationships" id="260" r:id="R3a21e8fde5fb4beb"/>
    <p:sldId xmlns:r="http://schemas.openxmlformats.org/officeDocument/2006/relationships" id="261" r:id="Ra6165038f0d94893"/>
    <p:sldId xmlns:r="http://schemas.openxmlformats.org/officeDocument/2006/relationships" id="262" r:id="R0faca61831594304"/>
    <p:sldId xmlns:r="http://schemas.openxmlformats.org/officeDocument/2006/relationships" id="263" r:id="R3002cad61de94c03"/>
    <p:sldId xmlns:r="http://schemas.openxmlformats.org/officeDocument/2006/relationships" id="264" r:id="R711e2a76c59944a1"/>
    <p:sldId xmlns:r="http://schemas.openxmlformats.org/officeDocument/2006/relationships" id="265" r:id="R4478318ca72242ab"/>
    <p:sldId xmlns:r="http://schemas.openxmlformats.org/officeDocument/2006/relationships" id="266" r:id="R06d1392d01bd49f8"/>
    <p:sldId xmlns:r="http://schemas.openxmlformats.org/officeDocument/2006/relationships" id="267" r:id="Rfc1a7e5e35e540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d2f606a6594991" /><Relationship Type="http://schemas.openxmlformats.org/officeDocument/2006/relationships/slideMaster" Target="/ppt/slideMasters/slideMaster1.xml" Id="R1a641e85160846d6" /><Relationship Type="http://schemas.openxmlformats.org/officeDocument/2006/relationships/notesMaster" Target="/ppt/notesMasters/notesMaster1.xml" Id="R1d8940c74b5f4cb5" /><Relationship Type="http://schemas.openxmlformats.org/officeDocument/2006/relationships/presProps" Target="/ppt/presProps.xml" Id="R41929a0e50e84b25" /><Relationship Type="http://schemas.openxmlformats.org/officeDocument/2006/relationships/tableStyles" Target="/ppt/tableStyles.xml" Id="R6574585097824cfe" /><Relationship Type="http://schemas.openxmlformats.org/officeDocument/2006/relationships/slide" Target="/ppt/slides/slide1.xml" Id="Rb31c11fecb794da1" /><Relationship Type="http://schemas.openxmlformats.org/officeDocument/2006/relationships/slide" Target="/ppt/slides/slide2.xml" Id="Ra08752dfb2e941a5" /><Relationship Type="http://schemas.openxmlformats.org/officeDocument/2006/relationships/slide" Target="/ppt/slides/slide3.xml" Id="R08753b142608492f" /><Relationship Type="http://schemas.openxmlformats.org/officeDocument/2006/relationships/slide" Target="/ppt/slides/slide4.xml" Id="R09320c953a524768" /><Relationship Type="http://schemas.openxmlformats.org/officeDocument/2006/relationships/slide" Target="/ppt/slides/slide5.xml" Id="R3a21e8fde5fb4beb" /><Relationship Type="http://schemas.openxmlformats.org/officeDocument/2006/relationships/slide" Target="/ppt/slides/slide6.xml" Id="Ra6165038f0d94893" /><Relationship Type="http://schemas.openxmlformats.org/officeDocument/2006/relationships/slide" Target="/ppt/slides/slide7.xml" Id="R0faca61831594304" /><Relationship Type="http://schemas.openxmlformats.org/officeDocument/2006/relationships/slide" Target="/ppt/slides/slide8.xml" Id="R3002cad61de94c03" /><Relationship Type="http://schemas.openxmlformats.org/officeDocument/2006/relationships/slide" Target="/ppt/slides/slide9.xml" Id="R711e2a76c59944a1" /><Relationship Type="http://schemas.openxmlformats.org/officeDocument/2006/relationships/slide" Target="/ppt/slides/slide10.xml" Id="R4478318ca72242ab" /><Relationship Type="http://schemas.openxmlformats.org/officeDocument/2006/relationships/slide" Target="/ppt/slides/slide11.xml" Id="R06d1392d01bd49f8" /><Relationship Type="http://schemas.openxmlformats.org/officeDocument/2006/relationships/slide" Target="/ppt/slides/slide12.xml" Id="Rfc1a7e5e35e540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6dbfb6596d48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df28a08c614778" /><Relationship Type="http://schemas.openxmlformats.org/officeDocument/2006/relationships/notesMaster" Target="/ppt/notesMasters/notesMaster1.xml" Id="R7fdd397a19bd47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3b258524924462" /><Relationship Type="http://schemas.openxmlformats.org/officeDocument/2006/relationships/notesMaster" Target="/ppt/notesMasters/notesMaster1.xml" Id="R8db4148864ff48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18c2d8d5064524" /><Relationship Type="http://schemas.openxmlformats.org/officeDocument/2006/relationships/notesMaster" Target="/ppt/notesMasters/notesMaster1.xml" Id="Ra8aad1d36d8143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ff791ddb8c472a" /><Relationship Type="http://schemas.openxmlformats.org/officeDocument/2006/relationships/notesMaster" Target="/ppt/notesMasters/notesMaster1.xml" Id="Re063f46e69d441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dc45792b39411c" /><Relationship Type="http://schemas.openxmlformats.org/officeDocument/2006/relationships/notesMaster" Target="/ppt/notesMasters/notesMaster1.xml" Id="R971f834725e842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52bf50e2ac4830" /><Relationship Type="http://schemas.openxmlformats.org/officeDocument/2006/relationships/notesMaster" Target="/ppt/notesMasters/notesMaster1.xml" Id="Rf78d53ffb1e74b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1c6728fc1348c9" /><Relationship Type="http://schemas.openxmlformats.org/officeDocument/2006/relationships/notesMaster" Target="/ppt/notesMasters/notesMaster1.xml" Id="Rf7232d60ae414a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d2ff6fe29448e7" /><Relationship Type="http://schemas.openxmlformats.org/officeDocument/2006/relationships/notesMaster" Target="/ppt/notesMasters/notesMaster1.xml" Id="R20730d7b6a5d4a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0672a7b576416a" /><Relationship Type="http://schemas.openxmlformats.org/officeDocument/2006/relationships/notesMaster" Target="/ppt/notesMasters/notesMaster1.xml" Id="R07c10f0a128343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a85cfe276b4700" /><Relationship Type="http://schemas.openxmlformats.org/officeDocument/2006/relationships/notesMaster" Target="/ppt/notesMasters/notesMaster1.xml" Id="Ra88f4079611346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a224de1ec0462c" /><Relationship Type="http://schemas.openxmlformats.org/officeDocument/2006/relationships/notesMaster" Target="/ppt/notesMasters/notesMaster1.xml" Id="R73920fc9cf0b4c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efc353419244f7" /><Relationship Type="http://schemas.openxmlformats.org/officeDocument/2006/relationships/notesMaster" Target="/ppt/notesMasters/notesMaster1.xml" Id="R42b5ff1254b547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8378ca3f994e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48d173a84247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510f50459848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51e1f915fa40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bc888680c4b4f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0203b0160b4b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CA0A88-30E2-4D58-A66F-B991521D13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277CD1-CF4B-4C40-BB84-1AB27202CD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ADB9ED6-E207-431C-8CE2-658A6A7A5A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8706C1-8B6B-422C-B061-CFBA8C050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B4B824-CC32-42F8-BD17-E081A5E870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68338C-E2B1-47D3-A450-E203E1098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B0CCDA-4ACB-4846-82BA-23F78737A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5FBF66-0BA5-4454-ACE6-4F159176CA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17D6BA-661E-4F88-A3EE-F0DDAA1C66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5C2438-FB63-48C6-90C8-ECC6815391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b0e384902a4773" /><Relationship Type="http://schemas.openxmlformats.org/officeDocument/2006/relationships/slideLayout" Target="/ppt/slideLayouts/slideLayout1.xml" Id="Raff8a30157154288" /><Relationship Type="http://schemas.openxmlformats.org/officeDocument/2006/relationships/slideLayout" Target="/ppt/slideLayouts/slideLayout2.xml" Id="Rbac94f1a895649b2" /><Relationship Type="http://schemas.openxmlformats.org/officeDocument/2006/relationships/slideLayout" Target="/ppt/slideLayouts/slideLayout3.xml" Id="Ree8fe1fa539f488d" /><Relationship Type="http://schemas.openxmlformats.org/officeDocument/2006/relationships/slideLayout" Target="/ppt/slideLayouts/slideLayout4.xml" Id="Rca59ec634faf4ff6" /><Relationship Type="http://schemas.openxmlformats.org/officeDocument/2006/relationships/slideLayout" Target="/ppt/slideLayouts/slideLayout5.xml" Id="Rcbdcea16d6b54d99" /><Relationship Type="http://schemas.openxmlformats.org/officeDocument/2006/relationships/slideLayout" Target="/ppt/slideLayouts/slideLayout6.xml" Id="R409701a94e4c47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f8a30157154288"/>
    <p:sldLayoutId xmlns:r="http://schemas.openxmlformats.org/officeDocument/2006/relationships" id="2147483650" r:id="Rbac94f1a895649b2"/>
    <p:sldLayoutId xmlns:r="http://schemas.openxmlformats.org/officeDocument/2006/relationships" id="2147483651" r:id="Ree8fe1fa539f488d"/>
    <p:sldLayoutId xmlns:r="http://schemas.openxmlformats.org/officeDocument/2006/relationships" id="2147483652" r:id="Rca59ec634faf4ff6"/>
    <p:sldLayoutId xmlns:r="http://schemas.openxmlformats.org/officeDocument/2006/relationships" id="2147483653" r:id="Rcbdcea16d6b54d99"/>
    <p:sldLayoutId xmlns:r="http://schemas.openxmlformats.org/officeDocument/2006/relationships" id="2147483654" r:id="R409701a94e4c47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1c7183bbb2491c" /><Relationship Type="http://schemas.openxmlformats.org/officeDocument/2006/relationships/image" Target="/ppt/media/image.jpeg" Id="R72a534410f4744bc" /><Relationship Type="http://schemas.openxmlformats.org/officeDocument/2006/relationships/notesSlide" Target="/ppt/notesSlides/notesSlide1.xml" Id="Rbd2d193f438b4c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a47f40b2124bd8" /><Relationship Type="http://schemas.openxmlformats.org/officeDocument/2006/relationships/notesSlide" Target="/ppt/notesSlides/notesSlide2.xml" Id="R0b34d0f624ad47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08b98419404d1a" /><Relationship Type="http://schemas.openxmlformats.org/officeDocument/2006/relationships/notesSlide" Target="/ppt/notesSlides/notesSlide3.xml" Id="R1c3395ef9ac444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6697f1d25c4239" /><Relationship Type="http://schemas.openxmlformats.org/officeDocument/2006/relationships/notesSlide" Target="/ppt/notesSlides/notesSlide4.xml" Id="R84b9ca3edd4b47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d8fa6b3c07499b" /><Relationship Type="http://schemas.openxmlformats.org/officeDocument/2006/relationships/notesSlide" Target="/ppt/notesSlides/notesSlide5.xml" Id="R3f2f92f38c6342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8dfc1ffbf74fdf" /><Relationship Type="http://schemas.openxmlformats.org/officeDocument/2006/relationships/notesSlide" Target="/ppt/notesSlides/notesSlide6.xml" Id="R734ac21049cf4a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308c21ed0241a4" /><Relationship Type="http://schemas.openxmlformats.org/officeDocument/2006/relationships/notesSlide" Target="/ppt/notesSlides/notesSlide7.xml" Id="R7775c0f72a0147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ea5535103d4c40" /><Relationship Type="http://schemas.openxmlformats.org/officeDocument/2006/relationships/notesSlide" Target="/ppt/notesSlides/notesSlide8.xml" Id="Rb9b391b611c94b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deac48462394392" /><Relationship Type="http://schemas.openxmlformats.org/officeDocument/2006/relationships/notesSlide" Target="/ppt/notesSlides/notesSlide9.xml" Id="Re9b07f20723948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9d5565cb544613" /><Relationship Type="http://schemas.openxmlformats.org/officeDocument/2006/relationships/notesSlide" Target="/ppt/notesSlides/notesSlide10.xml" Id="R1d15fa5ee7414e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bab038bd9848c2" /><Relationship Type="http://schemas.openxmlformats.org/officeDocument/2006/relationships/notesSlide" Target="/ppt/notesSlides/notesSlide11.xml" Id="Rd135bd1be91545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507d04f3da47fa" /><Relationship Type="http://schemas.openxmlformats.org/officeDocument/2006/relationships/notesSlide" Target="/ppt/notesSlides/notesSlide12.xml" Id="Rdc676e21908d4034"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4DF010-1F0A-4E53-B4C5-625B246623C0}"/>
              </a:ext>
            </a:extLst>
          </p:cNvPr>
          <p:cNvPicPr>
            <a:picLocks xmlns:a="http://schemas.openxmlformats.org/drawingml/2006/main" noChangeAspect="1"/>
          </p:cNvPicPr>
          <p:nvPr/>
        </p:nvPicPr>
        <p:blipFill>
          <a:blip xmlns:r="http://schemas.openxmlformats.org/officeDocument/2006/relationships" xmlns:a="http://schemas.openxmlformats.org/drawingml/2006/main" r:embed="R72a534410f4744bc"/>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122AC1-8744-42E1-B932-D723E982C964}"/>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04369D8C-4B14-4D36-AF87-851EC50F9B4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C173E009-2EEC-449D-9017-CC4D1F922CF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805A1759-31DE-49D0-8E9E-88713537760C}"/>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D93C7754-5C71-4B8F-84C0-F937F142E6F1}"/>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3356D34D-73EA-4AAA-8FFE-641E6835A25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22255474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AC8A39-749B-4762-A68D-2953359B5D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F85DE1-D544-4226-8C6A-87A71DFC69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410621CD-F6BA-4448-B14F-2FA030BBC5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77690F2-8D2E-4C6A-A3DA-F89771B50A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0F58103-48D5-4CA7-AD08-DEFBA410833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174184723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100FB2-12AD-44ED-BD90-F6444510CE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6065BC-6921-4CE1-AD92-A678B92475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F31488B1-1702-4DD1-8C91-5D555974485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621D980-1AAF-4F72-89D1-D534D44448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6CBAC84C-F855-4315-8F09-4235C61459F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40641054-FA3F-45A7-A75E-BF29AD3C61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475989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A670D7-D71E-4A47-A881-D35766497C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C447F1-2155-4DE4-B722-DDCE40B92A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114C0DC9-F023-410C-AB94-5AC028FDB8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21DC48C-B6E5-499F-861C-3E113D4333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46A12A6-F53B-4C6D-B3ED-F513C86D6B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5FE343B5-CF05-41AE-9BBC-E7AC9C5BFC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979792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F94520-B127-4FE6-88C9-3EDD06211D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E80D91-8DE5-40FA-816C-7B4F99F2FBF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72B7B0EF-FDA5-47EF-9C96-4B93FC405D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BE994A2-CC29-4D1B-981D-0893345975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C3A82CA-AF96-4F36-AC8B-315DE1C5D3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A1BD1A46-A9CB-4F50-946C-B64870592FA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36635747"/>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28F39B-2522-4EAA-844F-58B7F4693F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16D07A-079D-40F3-84A2-F9348EB44D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F3F76AE2-7CB8-41DB-A78B-2D7C99A09E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AD0C89A-1545-457D-9691-D97EB0A2DD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B77AA9A-5EFD-430E-A899-439D88EE2B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53C5FEAD-A070-47AA-A173-48A34BDC83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42132630"/>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54901A-5B9F-41CC-AB54-3C983276A4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2BFFE9-E9D9-4E94-A25B-855BDC032D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CC126B00-AF3B-4AC4-8363-47E26A6688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AAAD012-9AFD-402D-A920-F36C0F4D46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4783A8F9-2F2C-4BB3-9B01-0AD4C68EB59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9D172DC1-3D06-4CF0-AAA7-9B11AB9AD4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725241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82C3E74-FF33-49E6-97C4-171DC09D60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396D6B6-F556-4C4E-87D5-AC7F9A634F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7FDC633C-184F-4E7D-BE67-A0621D9877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A01A2AE-6B14-44B1-82CF-D6072D5357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57ABFB1-0867-4CB1-B453-3E68EC37498D}"/>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15493FA-AAFA-4CD9-A279-114E4AF257C7}"/>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41EA09B7-2B24-4932-BF65-D85F94866C1B}"/>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3E2C6E1-F662-46CB-ADBB-4C21E494C1A2}"/>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18C85D16-FDAD-4ABD-AC69-81DFA06FF6E7}"/>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1F8079E-5918-4D36-BBB8-0CA0CBA6CCAE}"/>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31E5B685-FFCB-4664-8B1D-D431C3ADED57}"/>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7320BE29-67AB-49AC-8370-95D995D6D0CE}"/>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BAE87940-7945-4715-A0F3-724D3039CEEB}"/>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A81A8D9-B930-45A7-AC23-47DE888277B4}"/>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37F4C7DC-291C-420C-8BDC-474310812D0D}"/>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9CA850E-37BC-49DE-8285-C716FEAB9204}"/>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B7346CD3-EFCF-4AC8-8996-D7049CAB7668}"/>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FC44DA8-A3B8-49F5-8E89-F3EA48826C1A}"/>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8D8F3B8C-3267-49EC-B55D-496E84EF729A}"/>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3BE5149F-E800-48EC-8972-B667DF13E0E5}"/>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E666D6B9-D25D-43C1-8D77-874A0637C8E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0CF2355-027A-4398-9EF2-B28B95CCF219}"/>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55316EC8-2E20-4F72-BF1B-7041B7F5AF82}"/>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419AE62-40E9-4201-BC36-C2F3B83EDCD1}"/>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298920900"/>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CE2C39-39AD-40BE-A496-63632BF2D4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272305-307F-4C56-8BB6-92961CEE42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46B325B3-54CD-42D4-94D0-5EF9407416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F71E07B-0F11-465F-8D5B-3F0FC3B2AC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AB51A741-775F-47A9-80BD-3492F84F1F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F8BD24F3-1E91-42C0-8230-7A56D535B4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101168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2E5CCD-0840-4C4B-B5EA-414D4A02E4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37569F-57C4-4483-946E-6D066A2D4C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48687BDE-43B2-4FC3-97AB-D58323985B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9427175-9601-42D7-88D9-E72CFDF3D1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46D3143B-DD95-42EF-BC85-4A8CF20671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C0EAD2C6-BF5F-4066-B88F-0BDA980C53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5359686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E5412C-93D5-4EF1-94E2-388B9F5746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CF3010-64C5-4344-9065-1CB90810DB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853762F6-5F79-4BAD-8176-F3D1283B12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7A23F72-8048-439A-BC11-BE4CBF8276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5F48B755-D572-4D11-8219-04E83963120E}"/>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B1A07149-75D7-4FFB-89A2-71AE710856D1}"/>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659437914"/>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78DC26F-543F-4EC6-AF7D-285F4D7D30D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8F819FB-F503-4B8F-B9E8-CAE565668C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097B6DE4-38AA-4950-A737-532F032FC9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2A0CE4D-8D36-48CF-A3A2-A61DA7B61B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388DA888-A05C-42E1-B947-E33A8CF7C94B}"/>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921E7435-35D5-45B0-B93F-FCCD870FE05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964245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2026-10-23T09:35:37.0350000Z</dcterms:created>
  <dcterms:modified xsi:type="dcterms:W3CDTF">2026-10-23T09:35:37.0350000Z</dcterms:modified>
</coreProperties>
</file>