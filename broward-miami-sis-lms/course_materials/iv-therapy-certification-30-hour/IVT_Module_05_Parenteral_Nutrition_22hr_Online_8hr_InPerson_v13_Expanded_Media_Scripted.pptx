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f3aedc680c499a" /><Relationship Type="http://schemas.openxmlformats.org/officeDocument/2006/relationships/extended-properties" Target="/docProps/app.xml" Id="Rf758b15b508e42b8" /><Relationship Type="http://schemas.openxmlformats.org/officeDocument/2006/relationships/officeDocument" Target="/ppt/presentation.xml" Id="R3f11f3c175aa4bf9" /></Relationships>
</file>

<file path=ppt/presentation.xml><?xml version="1.0" encoding="utf-8"?>
<p:presentation xmlns:p="http://schemas.openxmlformats.org/presentationml/2006/main">
  <p:sldMasterIdLst>
    <p:sldMasterId xmlns:r="http://schemas.openxmlformats.org/officeDocument/2006/relationships" id="2147483648" r:id="Rafb03b4688454370"/>
  </p:sldMasterIdLst>
  <p:notesMasterIdLst>
    <p:notesMasterId xmlns:r="http://schemas.openxmlformats.org/officeDocument/2006/relationships" r:id="R74e5912f5dda421e"/>
  </p:notesMasterIdLst>
  <p:sldIdLst>
    <p:sldId xmlns:r="http://schemas.openxmlformats.org/officeDocument/2006/relationships" id="256" r:id="R4094aa8400d444e9"/>
    <p:sldId xmlns:r="http://schemas.openxmlformats.org/officeDocument/2006/relationships" id="257" r:id="R8ee71fc3b06a4da2"/>
    <p:sldId xmlns:r="http://schemas.openxmlformats.org/officeDocument/2006/relationships" id="258" r:id="Rc04901b343a545b0"/>
    <p:sldId xmlns:r="http://schemas.openxmlformats.org/officeDocument/2006/relationships" id="259" r:id="R714f61fabc5c4b40"/>
    <p:sldId xmlns:r="http://schemas.openxmlformats.org/officeDocument/2006/relationships" id="260" r:id="Re32622880ac84243"/>
    <p:sldId xmlns:r="http://schemas.openxmlformats.org/officeDocument/2006/relationships" id="261" r:id="R3f3e9565b36e4e50"/>
    <p:sldId xmlns:r="http://schemas.openxmlformats.org/officeDocument/2006/relationships" id="262" r:id="Rc31316701b82465f"/>
    <p:sldId xmlns:r="http://schemas.openxmlformats.org/officeDocument/2006/relationships" id="263" r:id="Re2cffa3aae4c4cd3"/>
    <p:sldId xmlns:r="http://schemas.openxmlformats.org/officeDocument/2006/relationships" id="264" r:id="R74aeb26872a5411e"/>
    <p:sldId xmlns:r="http://schemas.openxmlformats.org/officeDocument/2006/relationships" id="265" r:id="Ra319523d67184c98"/>
    <p:sldId xmlns:r="http://schemas.openxmlformats.org/officeDocument/2006/relationships" id="266" r:id="R6cfcc6a0bd0a41c9"/>
    <p:sldId xmlns:r="http://schemas.openxmlformats.org/officeDocument/2006/relationships" id="267" r:id="R549ad257d5794c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802df3ea7f466d" /><Relationship Type="http://schemas.openxmlformats.org/officeDocument/2006/relationships/slideMaster" Target="/ppt/slideMasters/slideMaster1.xml" Id="Rafb03b4688454370" /><Relationship Type="http://schemas.openxmlformats.org/officeDocument/2006/relationships/notesMaster" Target="/ppt/notesMasters/notesMaster1.xml" Id="R74e5912f5dda421e" /><Relationship Type="http://schemas.openxmlformats.org/officeDocument/2006/relationships/presProps" Target="/ppt/presProps.xml" Id="R777cb7d808334601" /><Relationship Type="http://schemas.openxmlformats.org/officeDocument/2006/relationships/tableStyles" Target="/ppt/tableStyles.xml" Id="Rf170089db56b4643" /><Relationship Type="http://schemas.openxmlformats.org/officeDocument/2006/relationships/slide" Target="/ppt/slides/slide1.xml" Id="R4094aa8400d444e9" /><Relationship Type="http://schemas.openxmlformats.org/officeDocument/2006/relationships/slide" Target="/ppt/slides/slide2.xml" Id="R8ee71fc3b06a4da2" /><Relationship Type="http://schemas.openxmlformats.org/officeDocument/2006/relationships/slide" Target="/ppt/slides/slide3.xml" Id="Rc04901b343a545b0" /><Relationship Type="http://schemas.openxmlformats.org/officeDocument/2006/relationships/slide" Target="/ppt/slides/slide4.xml" Id="R714f61fabc5c4b40" /><Relationship Type="http://schemas.openxmlformats.org/officeDocument/2006/relationships/slide" Target="/ppt/slides/slide5.xml" Id="Re32622880ac84243" /><Relationship Type="http://schemas.openxmlformats.org/officeDocument/2006/relationships/slide" Target="/ppt/slides/slide6.xml" Id="R3f3e9565b36e4e50" /><Relationship Type="http://schemas.openxmlformats.org/officeDocument/2006/relationships/slide" Target="/ppt/slides/slide7.xml" Id="Rc31316701b82465f" /><Relationship Type="http://schemas.openxmlformats.org/officeDocument/2006/relationships/slide" Target="/ppt/slides/slide8.xml" Id="Re2cffa3aae4c4cd3" /><Relationship Type="http://schemas.openxmlformats.org/officeDocument/2006/relationships/slide" Target="/ppt/slides/slide9.xml" Id="R74aeb26872a5411e" /><Relationship Type="http://schemas.openxmlformats.org/officeDocument/2006/relationships/slide" Target="/ppt/slides/slide10.xml" Id="Ra319523d67184c98" /><Relationship Type="http://schemas.openxmlformats.org/officeDocument/2006/relationships/slide" Target="/ppt/slides/slide11.xml" Id="R6cfcc6a0bd0a41c9" /><Relationship Type="http://schemas.openxmlformats.org/officeDocument/2006/relationships/slide" Target="/ppt/slides/slide12.xml" Id="R549ad257d5794c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63e26937af42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0467f396bc48b0" /><Relationship Type="http://schemas.openxmlformats.org/officeDocument/2006/relationships/notesMaster" Target="/ppt/notesMasters/notesMaster1.xml" Id="Rfc0928cea7aa4b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5b0b18cb77461f" /><Relationship Type="http://schemas.openxmlformats.org/officeDocument/2006/relationships/notesMaster" Target="/ppt/notesMasters/notesMaster1.xml" Id="Re6e2f84f1acd4f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8a3d6513bf427c" /><Relationship Type="http://schemas.openxmlformats.org/officeDocument/2006/relationships/notesMaster" Target="/ppt/notesMasters/notesMaster1.xml" Id="R0843c7b03eba45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16673d52754054" /><Relationship Type="http://schemas.openxmlformats.org/officeDocument/2006/relationships/notesMaster" Target="/ppt/notesMasters/notesMaster1.xml" Id="Reeebfdfcac1b4f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b13e1b36c54e33" /><Relationship Type="http://schemas.openxmlformats.org/officeDocument/2006/relationships/notesMaster" Target="/ppt/notesMasters/notesMaster1.xml" Id="Rdff2179f0282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faa7ba47b744b6" /><Relationship Type="http://schemas.openxmlformats.org/officeDocument/2006/relationships/notesMaster" Target="/ppt/notesMasters/notesMaster1.xml" Id="R63fa2dc2a40746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07c7dd4d4b44db" /><Relationship Type="http://schemas.openxmlformats.org/officeDocument/2006/relationships/notesMaster" Target="/ppt/notesMasters/notesMaster1.xml" Id="R5005dd910e174b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d5168b37c746a3" /><Relationship Type="http://schemas.openxmlformats.org/officeDocument/2006/relationships/notesMaster" Target="/ppt/notesMasters/notesMaster1.xml" Id="Rd686c6ed32c140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e9e15f39bb4195" /><Relationship Type="http://schemas.openxmlformats.org/officeDocument/2006/relationships/notesMaster" Target="/ppt/notesMasters/notesMaster1.xml" Id="Rb1486670a1944d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60aae126f64df3" /><Relationship Type="http://schemas.openxmlformats.org/officeDocument/2006/relationships/notesMaster" Target="/ppt/notesMasters/notesMaster1.xml" Id="R0c84b9283b4849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31b90753834679" /><Relationship Type="http://schemas.openxmlformats.org/officeDocument/2006/relationships/notesMaster" Target="/ppt/notesMasters/notesMaster1.xml" Id="R4e08d49eb4b94e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1aa97fb9184792" /><Relationship Type="http://schemas.openxmlformats.org/officeDocument/2006/relationships/notesMaster" Target="/ppt/notesMasters/notesMaster1.xml" Id="R0eb33c4075b944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844fbbb7ad47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33e2a6b4d14e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2d84cabb647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9cd5bfc36244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1e02404be549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d030a8f8a3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006C00-8198-4E69-910B-8EC32C2A22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0D1158-18BD-44B8-8FC9-9F057A7E7D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470905-C112-49B2-AD1D-5A0AE503C8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260BE9-6A83-4E24-BD19-8798EF8E16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EBBB3E5-5B32-47CF-A28A-2E247D2B94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AC0232-25B5-4C94-8B86-98A36D3DAA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6E9892-0D69-44D3-8D08-591A34D91D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1E83E6-3AE9-4F81-8896-0F09BAB19F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85EF7B-36F5-4ACB-8B17-7180AB6EB1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F79404-AD1C-4539-8663-7BA896BDC3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bfe0a350e642b1" /><Relationship Type="http://schemas.openxmlformats.org/officeDocument/2006/relationships/slideLayout" Target="/ppt/slideLayouts/slideLayout1.xml" Id="Rfe7b9897dff6438a" /><Relationship Type="http://schemas.openxmlformats.org/officeDocument/2006/relationships/slideLayout" Target="/ppt/slideLayouts/slideLayout2.xml" Id="Ra0cb42855c334a0d" /><Relationship Type="http://schemas.openxmlformats.org/officeDocument/2006/relationships/slideLayout" Target="/ppt/slideLayouts/slideLayout3.xml" Id="R3b8db7eedb8647a4" /><Relationship Type="http://schemas.openxmlformats.org/officeDocument/2006/relationships/slideLayout" Target="/ppt/slideLayouts/slideLayout4.xml" Id="Rfb872ad7d33a421b" /><Relationship Type="http://schemas.openxmlformats.org/officeDocument/2006/relationships/slideLayout" Target="/ppt/slideLayouts/slideLayout5.xml" Id="Rf78477f2b6b94cce" /><Relationship Type="http://schemas.openxmlformats.org/officeDocument/2006/relationships/slideLayout" Target="/ppt/slideLayouts/slideLayout6.xml" Id="R8125347b2a4045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7b9897dff6438a"/>
    <p:sldLayoutId xmlns:r="http://schemas.openxmlformats.org/officeDocument/2006/relationships" id="2147483650" r:id="Ra0cb42855c334a0d"/>
    <p:sldLayoutId xmlns:r="http://schemas.openxmlformats.org/officeDocument/2006/relationships" id="2147483651" r:id="R3b8db7eedb8647a4"/>
    <p:sldLayoutId xmlns:r="http://schemas.openxmlformats.org/officeDocument/2006/relationships" id="2147483652" r:id="Rfb872ad7d33a421b"/>
    <p:sldLayoutId xmlns:r="http://schemas.openxmlformats.org/officeDocument/2006/relationships" id="2147483653" r:id="Rf78477f2b6b94cce"/>
    <p:sldLayoutId xmlns:r="http://schemas.openxmlformats.org/officeDocument/2006/relationships" id="2147483654" r:id="R8125347b2a4045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a618bf90724ea6" /><Relationship Type="http://schemas.openxmlformats.org/officeDocument/2006/relationships/image" Target="/ppt/media/image.jpeg" Id="R26190e186ad44783" /><Relationship Type="http://schemas.openxmlformats.org/officeDocument/2006/relationships/notesSlide" Target="/ppt/notesSlides/notesSlide1.xml" Id="R887307e98c4f41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7ffdded2b6450a" /><Relationship Type="http://schemas.openxmlformats.org/officeDocument/2006/relationships/notesSlide" Target="/ppt/notesSlides/notesSlide2.xml" Id="R4f5b5f87749e40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2c81117b384e29" /><Relationship Type="http://schemas.openxmlformats.org/officeDocument/2006/relationships/notesSlide" Target="/ppt/notesSlides/notesSlide3.xml" Id="R1477963d78a347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827a281ae7471b" /><Relationship Type="http://schemas.openxmlformats.org/officeDocument/2006/relationships/notesSlide" Target="/ppt/notesSlides/notesSlide4.xml" Id="Rfb4be1dcbb894a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7b92b611d54bc1" /><Relationship Type="http://schemas.openxmlformats.org/officeDocument/2006/relationships/notesSlide" Target="/ppt/notesSlides/notesSlide5.xml" Id="R975ad7bc7d5543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bc6bae81114c8b" /><Relationship Type="http://schemas.openxmlformats.org/officeDocument/2006/relationships/notesSlide" Target="/ppt/notesSlides/notesSlide6.xml" Id="R19495d76842443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9bb52c38e34e63" /><Relationship Type="http://schemas.openxmlformats.org/officeDocument/2006/relationships/notesSlide" Target="/ppt/notesSlides/notesSlide7.xml" Id="Rb4edb927c22844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cafa5804434611" /><Relationship Type="http://schemas.openxmlformats.org/officeDocument/2006/relationships/notesSlide" Target="/ppt/notesSlides/notesSlide8.xml" Id="R7ee52d28381948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c9d8014f154dfd" /><Relationship Type="http://schemas.openxmlformats.org/officeDocument/2006/relationships/notesSlide" Target="/ppt/notesSlides/notesSlide9.xml" Id="Rb643c6ea8e9b40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ed8cd4dfad4ae5" /><Relationship Type="http://schemas.openxmlformats.org/officeDocument/2006/relationships/notesSlide" Target="/ppt/notesSlides/notesSlide10.xml" Id="R84539eb064c94a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4c9424bc5046ed" /><Relationship Type="http://schemas.openxmlformats.org/officeDocument/2006/relationships/notesSlide" Target="/ppt/notesSlides/notesSlide11.xml" Id="Ra3fc0f6dab0a4b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cd68df3af54796" /><Relationship Type="http://schemas.openxmlformats.org/officeDocument/2006/relationships/notesSlide" Target="/ppt/notesSlides/notesSlide12.xml" Id="R6282c2c147644cc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D9B69D3-5466-46C5-B3B4-B0A58CD84C5F}"/>
              </a:ext>
            </a:extLst>
          </p:cNvPr>
          <p:cNvPicPr>
            <a:picLocks xmlns:a="http://schemas.openxmlformats.org/drawingml/2006/main" noChangeAspect="1"/>
          </p:cNvPicPr>
          <p:nvPr/>
        </p:nvPicPr>
        <p:blipFill>
          <a:blip xmlns:r="http://schemas.openxmlformats.org/officeDocument/2006/relationships" xmlns:a="http://schemas.openxmlformats.org/drawingml/2006/main" r:embed="R26190e186ad44783"/>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6696E2-A4D1-48D7-834D-D3004ED6BEA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BBF3B5A-D18B-438D-9C1B-A6099DF57518}"/>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91883968-8E27-47A9-A058-C5F31D562AD7}"/>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0FF02FA9-5DDA-4A0D-9F9F-21AFF3B237E0}"/>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68CC4D34-06C0-4416-98B7-744B8930FB5C}"/>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53650ECE-64A4-4F18-B029-92D0CC8AF293}"/>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3256446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638F61-C2A7-45D4-B281-72C25D590F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EBEDEF-B591-4DD1-B727-1ACD0B3C28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5BFF1E7-DA85-4810-A6EA-8D3E9750E2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5E09FDE-C67C-4449-8A0F-84660FBC75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4585318-78A5-4A67-81A8-9389D0C2FF9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89191677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9A7695-DA40-42DA-8D26-80D4F993B9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1FF025-74C0-4A98-9237-4C9E72E551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11C0DD1A-3064-4871-8955-F1B08CEE93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6369233-5A0B-4D9D-8BB9-064908CE13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78A860C-3CAE-4FFB-86A1-65FE2FCE84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5BF08538-5DA3-4539-B94C-8B8CE4B479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9939323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F044C-F07D-499A-8CC7-13BF30E619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B81724-A611-4439-BC17-AE37B6F607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849E0351-CE5E-4712-ABBD-37DE70C8688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5E63847-6713-4F51-B82D-D302B06FB1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18C8E02-F38C-44A8-AFD7-5093D0412C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EE304A12-DEC9-49CA-8C93-DECB1C32CA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7489577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5E8AD9-3FA7-4443-AAEA-14DA7BA615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918B4B-5145-46F4-A215-099700169F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0B2B7CD0-CC8F-42AF-903C-84A6034A7D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6F766327-61BE-4463-ADA5-C090C48ECE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A6F8343-6F55-44EF-B6B7-ACE1CA4A61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CE1DCA17-17BA-4FB7-AE07-9178D39737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7313571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C7CB92-40D6-4222-AAA9-0F77F784CE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9AA9AA-4869-43C2-8095-D92855605F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24439CD6-FB0D-4F7E-A4AB-4FDACEEAAE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5CC7AA1-B2D3-4AE6-AA9A-676B32A0BF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00B822C2-8F85-4FC9-A5D6-C0C907AC07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9C172D88-1AEA-4CCC-9D10-7262D60851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5887724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8E16668-E3F9-4827-9D66-836A68650A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56145C-0318-416E-84EC-4DCD3B29FB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93E7EF27-1221-4D8A-BC4B-36A5741C3F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F8F9FBA-3473-4383-8EDE-A811E75879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D85BF73-2FA1-4A83-A222-0DE9BFC50A5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884F70A-A281-4850-BB90-8E86A662CBA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12477D8B-1200-472A-83D7-FE12FB67CD0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ED9B940-B580-4B55-BD3B-03A3CE093C27}"/>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32C41486-05CB-425A-891C-E392F79B0F3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A11E774-4C3A-4005-9879-179ABDB4F75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3C4E44E6-4535-4A46-B9DA-E6F86CBC636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786159A-82D8-4818-AA79-728993FF4FE2}"/>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12E1C3A0-61DE-4745-A2C1-FF0022DCAFA3}"/>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D522F0F-BC0D-4003-BA20-F610213BED8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9F582CDC-79E7-4E07-B38E-C124EBA434D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E5D79E5-C7B3-4301-8863-5224A57D8940}"/>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569881EC-8F3F-4E1F-9488-2712DFCDC72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BC1703D-6752-4D63-9FF9-174859CC012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6F572234-5710-4C90-BB6C-78D567309E04}"/>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F7495CD-EAF2-4800-9D09-A8074D952FF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DFFAE8EE-19B1-44F2-B483-9533D73CDE29}"/>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7D00FF4-1CB4-4131-A87F-C96EB33F5DBC}"/>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9B03E97F-AC5F-49E5-A84D-30993F18DDB4}"/>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4B7AE38-9354-492D-9CAF-752A72AE36F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61460F74-FA22-4C75-B768-B58F458D8FB3}"/>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603BB38-B088-4588-BAF0-1646A804ADE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1E8B3248-9DB9-4C0D-B0D5-D5F63088D5BE}"/>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E9793B2-1497-4931-8913-69EADF52F151}"/>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30BB0183-5EB2-4360-B012-0743CDC77BFC}"/>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735EC4C-3984-45F5-9C65-3BAB0C6DA815}"/>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EF3CFD7D-47A9-4926-8A99-7ADAA8D5FF1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20D32FF-8889-42EF-A602-82FEFB29387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192B80BB-9B61-475F-8ABE-60B065F847C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358990F-3BEA-4FB6-8304-562C77C9813B}"/>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123478117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4051D5-34F0-43B2-809B-F4A4F44C65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DC089B-8180-4DE3-A9B9-E58F175AE3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39E4879D-0009-4BD3-84B3-A67DA0AA43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6F243CF9-6E7B-40C7-ABCD-00280BD054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F60CA65-6EC0-4145-BB4A-AEEDC3D8F1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63D90B8D-D2D6-4BA5-A3E4-5D4F681FCB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20883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430D574-8D9B-4251-BFA2-D3E9C187FE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38A035-179B-4E99-8C42-96DD7E1110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3387C514-1966-443E-A18C-F47F541940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2ED0B53-6585-4B4B-8E1B-9FBAF84A83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AE2B5FD6-69B7-48C5-9951-C38B5E1F7F3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6D4B0D8-8CF6-4C5D-A57D-47A353CBF6C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7FDE8706-65B5-4F33-8B09-6EAAFC2C13C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1B73223-E38B-4900-8FC1-7401E16A2345}"/>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29D72B1B-C205-4DB6-BA08-9953535AB788}"/>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8E51619-3D7A-4881-8133-5AF507089836}"/>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68850C25-1A1F-458F-B836-E90DFB4E7828}"/>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7A64F21-2BB8-45A7-BBD0-4B4F202364E5}"/>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A79F9B53-DBAE-43F6-8823-408A0D40248A}"/>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1A10D64-A227-4846-8065-8BA90ED1A547}"/>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8AF2FA1F-E5B4-4E73-AF1F-29360DB453D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0C63CC7-415F-45F5-B1E1-864CFA19D93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FAB57EA6-B48F-4A0A-BDB8-F87F44F6154F}"/>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9715A3A-2100-423C-852D-B448D0631F2A}"/>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E7388883-7E2A-4A92-A851-DF2BB6C3FFC2}"/>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6BB9247-460B-4832-BE38-302794B21FE7}"/>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D1BDD1D1-2B3A-4182-B8D2-480DE57E9803}"/>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F1F423B-2E41-4C93-8FD6-7ADC798B0232}"/>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4AE12FC6-94B3-4418-89CE-AB9FE09411E8}"/>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CE25A68-E053-4F27-A8A0-46F2F563FD6A}"/>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6317507F-2F25-462B-9BA5-4958C99F798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9CF2E64-E1BE-40E4-A9BE-A097278292A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C2CCD0F2-E473-4157-97C7-0FB6DDF5D10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83DF6E9-DF16-46CF-B467-24B892AC26F9}"/>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24889206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5A35C6-05D1-4547-BE82-EEA3B7CD06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2AED22-95C6-49D9-98A6-BF665C1708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BC84EF1D-6947-41C9-ABD6-B248A43711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5B1E4CBE-4DBE-4C1E-8468-A3DCDE083C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B8B2B27-BDBC-4E5F-A552-86CD5955A7F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BB477A3A-78AA-4579-9C95-DA33277F79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2274685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6538D-5D8A-47A2-8D23-C104590E0B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746838-A0FA-42EE-A4A0-3B02115C02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53C9CEAD-01A0-49C3-A3C4-FB25350757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663C8777-E62A-4C1C-A923-289C8A0891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5426449-9778-43B0-B06B-48837B88259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92C0A172-2C4C-4BCC-8785-1CC39A530DF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94463552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326089-1CC6-4968-BE0D-44911525C8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AAD6BB-0DA7-4A02-861E-9E10DCD1E0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D06E539-1A1D-45BC-954F-09B4C70C3B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8CB57B3D-BE6D-4658-B70A-D7B09C5004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EAEFDC7-87F2-46DD-885D-5BEB76DE228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DD503E21-EF81-441A-BAC6-75177FE68149}"/>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19620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2026-10-23T09:35:35.8140000Z</dcterms:created>
  <dcterms:modified xsi:type="dcterms:W3CDTF">2026-10-23T09:35:35.8140000Z</dcterms:modified>
</coreProperties>
</file>