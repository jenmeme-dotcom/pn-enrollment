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f2b07d6534d2c" /><Relationship Type="http://schemas.openxmlformats.org/officeDocument/2006/relationships/extended-properties" Target="/docProps/app.xml" Id="R094737fc0fb04aa4" /><Relationship Type="http://schemas.openxmlformats.org/officeDocument/2006/relationships/officeDocument" Target="/ppt/presentation.xml" Id="R158f1fb75f854712" /></Relationships>
</file>

<file path=ppt/presentation.xml><?xml version="1.0" encoding="utf-8"?>
<p:presentation xmlns:p="http://schemas.openxmlformats.org/presentationml/2006/main">
  <p:sldMasterIdLst>
    <p:sldMasterId xmlns:r="http://schemas.openxmlformats.org/officeDocument/2006/relationships" id="2147483648" r:id="R112b8a60922c4999"/>
  </p:sldMasterIdLst>
  <p:notesMasterIdLst>
    <p:notesMasterId xmlns:r="http://schemas.openxmlformats.org/officeDocument/2006/relationships" r:id="Re7a2480360fa497d"/>
  </p:notesMasterIdLst>
  <p:sldIdLst>
    <p:sldId xmlns:r="http://schemas.openxmlformats.org/officeDocument/2006/relationships" id="256" r:id="R4eb96854ffa248a8"/>
    <p:sldId xmlns:r="http://schemas.openxmlformats.org/officeDocument/2006/relationships" id="257" r:id="R77efb0b554814e87"/>
    <p:sldId xmlns:r="http://schemas.openxmlformats.org/officeDocument/2006/relationships" id="258" r:id="Rb4ae53c6e0ad497c"/>
    <p:sldId xmlns:r="http://schemas.openxmlformats.org/officeDocument/2006/relationships" id="259" r:id="R51da0655985d43f4"/>
    <p:sldId xmlns:r="http://schemas.openxmlformats.org/officeDocument/2006/relationships" id="260" r:id="Ra7ddbc1d8f254af4"/>
    <p:sldId xmlns:r="http://schemas.openxmlformats.org/officeDocument/2006/relationships" id="261" r:id="R6fc08ee27ad8474c"/>
    <p:sldId xmlns:r="http://schemas.openxmlformats.org/officeDocument/2006/relationships" id="262" r:id="Re6d6fa0ddb234e18"/>
    <p:sldId xmlns:r="http://schemas.openxmlformats.org/officeDocument/2006/relationships" id="263" r:id="R49957c83e9544134"/>
    <p:sldId xmlns:r="http://schemas.openxmlformats.org/officeDocument/2006/relationships" id="264" r:id="Rb7170fa4c88048db"/>
    <p:sldId xmlns:r="http://schemas.openxmlformats.org/officeDocument/2006/relationships" id="265" r:id="R16bc904f31854e68"/>
    <p:sldId xmlns:r="http://schemas.openxmlformats.org/officeDocument/2006/relationships" id="266" r:id="R88532f80c6fc4caf"/>
    <p:sldId xmlns:r="http://schemas.openxmlformats.org/officeDocument/2006/relationships" id="267" r:id="R45629037f5cb49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f311db1b63406b" /><Relationship Type="http://schemas.openxmlformats.org/officeDocument/2006/relationships/slideMaster" Target="/ppt/slideMasters/slideMaster1.xml" Id="R112b8a60922c4999" /><Relationship Type="http://schemas.openxmlformats.org/officeDocument/2006/relationships/notesMaster" Target="/ppt/notesMasters/notesMaster1.xml" Id="Re7a2480360fa497d" /><Relationship Type="http://schemas.openxmlformats.org/officeDocument/2006/relationships/presProps" Target="/ppt/presProps.xml" Id="R6d173645b72d428e" /><Relationship Type="http://schemas.openxmlformats.org/officeDocument/2006/relationships/tableStyles" Target="/ppt/tableStyles.xml" Id="R76d1551e82984ba7" /><Relationship Type="http://schemas.openxmlformats.org/officeDocument/2006/relationships/slide" Target="/ppt/slides/slide1.xml" Id="R4eb96854ffa248a8" /><Relationship Type="http://schemas.openxmlformats.org/officeDocument/2006/relationships/slide" Target="/ppt/slides/slide2.xml" Id="R77efb0b554814e87" /><Relationship Type="http://schemas.openxmlformats.org/officeDocument/2006/relationships/slide" Target="/ppt/slides/slide3.xml" Id="Rb4ae53c6e0ad497c" /><Relationship Type="http://schemas.openxmlformats.org/officeDocument/2006/relationships/slide" Target="/ppt/slides/slide4.xml" Id="R51da0655985d43f4" /><Relationship Type="http://schemas.openxmlformats.org/officeDocument/2006/relationships/slide" Target="/ppt/slides/slide5.xml" Id="Ra7ddbc1d8f254af4" /><Relationship Type="http://schemas.openxmlformats.org/officeDocument/2006/relationships/slide" Target="/ppt/slides/slide6.xml" Id="R6fc08ee27ad8474c" /><Relationship Type="http://schemas.openxmlformats.org/officeDocument/2006/relationships/slide" Target="/ppt/slides/slide7.xml" Id="Re6d6fa0ddb234e18" /><Relationship Type="http://schemas.openxmlformats.org/officeDocument/2006/relationships/slide" Target="/ppt/slides/slide8.xml" Id="R49957c83e9544134" /><Relationship Type="http://schemas.openxmlformats.org/officeDocument/2006/relationships/slide" Target="/ppt/slides/slide9.xml" Id="Rb7170fa4c88048db" /><Relationship Type="http://schemas.openxmlformats.org/officeDocument/2006/relationships/slide" Target="/ppt/slides/slide10.xml" Id="R16bc904f31854e68" /><Relationship Type="http://schemas.openxmlformats.org/officeDocument/2006/relationships/slide" Target="/ppt/slides/slide11.xml" Id="R88532f80c6fc4caf" /><Relationship Type="http://schemas.openxmlformats.org/officeDocument/2006/relationships/slide" Target="/ppt/slides/slide12.xml" Id="R45629037f5cb49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2e10787f7c4f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9f073887b44b5d" /><Relationship Type="http://schemas.openxmlformats.org/officeDocument/2006/relationships/notesMaster" Target="/ppt/notesMasters/notesMaster1.xml" Id="R6c7187abbd6c42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908b06a7cd4ab5" /><Relationship Type="http://schemas.openxmlformats.org/officeDocument/2006/relationships/notesMaster" Target="/ppt/notesMasters/notesMaster1.xml" Id="R6e43a2a880734a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1726e0c86140e5" /><Relationship Type="http://schemas.openxmlformats.org/officeDocument/2006/relationships/notesMaster" Target="/ppt/notesMasters/notesMaster1.xml" Id="R3739b076909d42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c054fda8cb4f6f" /><Relationship Type="http://schemas.openxmlformats.org/officeDocument/2006/relationships/notesMaster" Target="/ppt/notesMasters/notesMaster1.xml" Id="R7c2b7d38215f48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024b9b8c9c4732" /><Relationship Type="http://schemas.openxmlformats.org/officeDocument/2006/relationships/notesMaster" Target="/ppt/notesMasters/notesMaster1.xml" Id="R649a24d5421d4e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e5fb6f3d99437e" /><Relationship Type="http://schemas.openxmlformats.org/officeDocument/2006/relationships/notesMaster" Target="/ppt/notesMasters/notesMaster1.xml" Id="R6c34db90b5084e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01b45b4f44486a" /><Relationship Type="http://schemas.openxmlformats.org/officeDocument/2006/relationships/notesMaster" Target="/ppt/notesMasters/notesMaster1.xml" Id="Rb047435232af41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cf9322e72847b1" /><Relationship Type="http://schemas.openxmlformats.org/officeDocument/2006/relationships/notesMaster" Target="/ppt/notesMasters/notesMaster1.xml" Id="R85603484c5f244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31e561e3c043be" /><Relationship Type="http://schemas.openxmlformats.org/officeDocument/2006/relationships/notesMaster" Target="/ppt/notesMasters/notesMaster1.xml" Id="Rcced7d2fe9454c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02b6c1dcec4d2e" /><Relationship Type="http://schemas.openxmlformats.org/officeDocument/2006/relationships/notesMaster" Target="/ppt/notesMasters/notesMaster1.xml" Id="R2b0dc8f7e2954c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64e2e4444c4a03" /><Relationship Type="http://schemas.openxmlformats.org/officeDocument/2006/relationships/notesMaster" Target="/ppt/notesMasters/notesMaster1.xml" Id="R7bf1031064ee4f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7a9ed1738a4e34" /><Relationship Type="http://schemas.openxmlformats.org/officeDocument/2006/relationships/notesMaster" Target="/ppt/notesMasters/notesMaster1.xml" Id="R6523c89316cd43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a9442e893e45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4d39f336b14f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38617aced447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c51525cd2e49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709a3c63664a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be9ec880dd40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36FB6B-B0B4-40EA-B75A-E2E5087AF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8D943D-5A39-4F00-8795-B368DAEC38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EEC982-632E-490B-A308-AF677236C8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224993-6BFB-4F70-B636-FD98B36167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644B46-2A34-4F48-9D26-B71C88C4BA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4A39B6-56B2-4D66-B43D-0C4CEB8B6B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2013ED-36D0-4355-9A9A-F25E570C4D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833F1D-72A2-4E70-87F7-520BEB7BDA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F5B239-BD8A-404E-A9D3-5D350DE634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5D54FD-CF16-4716-8C35-6D7FF10A18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b2da776d594197" /><Relationship Type="http://schemas.openxmlformats.org/officeDocument/2006/relationships/slideLayout" Target="/ppt/slideLayouts/slideLayout1.xml" Id="R99dc3f735dae4086" /><Relationship Type="http://schemas.openxmlformats.org/officeDocument/2006/relationships/slideLayout" Target="/ppt/slideLayouts/slideLayout2.xml" Id="R4e479756c6794380" /><Relationship Type="http://schemas.openxmlformats.org/officeDocument/2006/relationships/slideLayout" Target="/ppt/slideLayouts/slideLayout3.xml" Id="R21add364916945e1" /><Relationship Type="http://schemas.openxmlformats.org/officeDocument/2006/relationships/slideLayout" Target="/ppt/slideLayouts/slideLayout4.xml" Id="Rc89ca81e8028488f" /><Relationship Type="http://schemas.openxmlformats.org/officeDocument/2006/relationships/slideLayout" Target="/ppt/slideLayouts/slideLayout5.xml" Id="R206f7a34cf18487e" /><Relationship Type="http://schemas.openxmlformats.org/officeDocument/2006/relationships/slideLayout" Target="/ppt/slideLayouts/slideLayout6.xml" Id="Rd435ce9c1a8344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dc3f735dae4086"/>
    <p:sldLayoutId xmlns:r="http://schemas.openxmlformats.org/officeDocument/2006/relationships" id="2147483650" r:id="R4e479756c6794380"/>
    <p:sldLayoutId xmlns:r="http://schemas.openxmlformats.org/officeDocument/2006/relationships" id="2147483651" r:id="R21add364916945e1"/>
    <p:sldLayoutId xmlns:r="http://schemas.openxmlformats.org/officeDocument/2006/relationships" id="2147483652" r:id="Rc89ca81e8028488f"/>
    <p:sldLayoutId xmlns:r="http://schemas.openxmlformats.org/officeDocument/2006/relationships" id="2147483653" r:id="R206f7a34cf18487e"/>
    <p:sldLayoutId xmlns:r="http://schemas.openxmlformats.org/officeDocument/2006/relationships" id="2147483654" r:id="Rd435ce9c1a8344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dcfb0c670d4384" /><Relationship Type="http://schemas.openxmlformats.org/officeDocument/2006/relationships/image" Target="/ppt/media/image.jpeg" Id="R6cb1f2dab51e4f1e" /><Relationship Type="http://schemas.openxmlformats.org/officeDocument/2006/relationships/notesSlide" Target="/ppt/notesSlides/notesSlide1.xml" Id="Rf372817bb11a41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264e047edd4faf" /><Relationship Type="http://schemas.openxmlformats.org/officeDocument/2006/relationships/notesSlide" Target="/ppt/notesSlides/notesSlide2.xml" Id="R581ccf3ee62041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02925a2f07476e" /><Relationship Type="http://schemas.openxmlformats.org/officeDocument/2006/relationships/notesSlide" Target="/ppt/notesSlides/notesSlide3.xml" Id="R26b3af2372514d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c13a90e9804927" /><Relationship Type="http://schemas.openxmlformats.org/officeDocument/2006/relationships/notesSlide" Target="/ppt/notesSlides/notesSlide4.xml" Id="R39f6651e6bf249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078aa69f88e4479" /><Relationship Type="http://schemas.openxmlformats.org/officeDocument/2006/relationships/notesSlide" Target="/ppt/notesSlides/notesSlide5.xml" Id="Rcdf8aac56bc04c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5f374ce33d40f1" /><Relationship Type="http://schemas.openxmlformats.org/officeDocument/2006/relationships/notesSlide" Target="/ppt/notesSlides/notesSlide6.xml" Id="R9aa4acf4e72549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967452a0554afc" /><Relationship Type="http://schemas.openxmlformats.org/officeDocument/2006/relationships/notesSlide" Target="/ppt/notesSlides/notesSlide7.xml" Id="Rb188d53cff3d44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10f91dd4074990" /><Relationship Type="http://schemas.openxmlformats.org/officeDocument/2006/relationships/notesSlide" Target="/ppt/notesSlides/notesSlide8.xml" Id="Re5f579102fa24a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261c3afe854a59" /><Relationship Type="http://schemas.openxmlformats.org/officeDocument/2006/relationships/notesSlide" Target="/ppt/notesSlides/notesSlide9.xml" Id="R7d5acf24b8bc46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21214924954fed" /><Relationship Type="http://schemas.openxmlformats.org/officeDocument/2006/relationships/notesSlide" Target="/ppt/notesSlides/notesSlide10.xml" Id="Rb52d986fe61b47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8de5e7c9de45b5" /><Relationship Type="http://schemas.openxmlformats.org/officeDocument/2006/relationships/notesSlide" Target="/ppt/notesSlides/notesSlide11.xml" Id="Rc7c54aaa62d246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d477be36e7a4205" /><Relationship Type="http://schemas.openxmlformats.org/officeDocument/2006/relationships/notesSlide" Target="/ppt/notesSlides/notesSlide12.xml" Id="Rcfe394c53c044226"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C936B84-0B5B-4A3B-AB45-C1B4AD1FB1C2}"/>
              </a:ext>
            </a:extLst>
          </p:cNvPr>
          <p:cNvPicPr>
            <a:picLocks xmlns:a="http://schemas.openxmlformats.org/drawingml/2006/main" noChangeAspect="1"/>
          </p:cNvPicPr>
          <p:nvPr/>
        </p:nvPicPr>
        <p:blipFill>
          <a:blip xmlns:r="http://schemas.openxmlformats.org/officeDocument/2006/relationships" xmlns:a="http://schemas.openxmlformats.org/drawingml/2006/main" r:embed="R6cb1f2dab51e4f1e"/>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0A81D8-5DD4-4C6C-A594-EE40308D3DC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E224DF7-557A-462D-A9A5-F3386B10F8D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28635434-055E-46E2-B643-21CF12C18DCC}"/>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0AC3477-E95B-41CF-8AE8-19266E57558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434A0AAE-55B3-448F-92BD-1F1EAB215FA2}"/>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8A078D58-FA11-4AA5-88E3-940C0808B85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63633375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B4E44E-D9EA-493D-9EB0-DFE19F12BC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F20A17-CCDE-4B91-93F1-F55E729F38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F088FF7-C19F-4AF6-8F7C-E81B0BE4E8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3931279-1DF3-4C8E-A4E9-A9F8D3CE00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008693E-5295-401B-936A-8E4D635683F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85983964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0CA5B7-87FD-4880-9DEA-86CF187540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57A703-9130-498E-8EE0-04F566EBBC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2ECFF65E-7E99-4B03-93B2-66AEC2692E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8BA4E0F-B77E-4B4C-9900-4DA7241C44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3187A89D-8264-4C1E-9947-C362DE0795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58BD2421-ABD8-46A4-B6C5-D9A105EEFB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0174675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CDDC50-04F5-45B8-93AF-A539AB2122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ABE185-A1FC-4178-A1F6-E9769D7803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1C06DED5-D36B-4272-B3A6-D952BB9A0D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C25C822-D5DD-40C8-8824-3671169AB9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96B98764-4FCC-4732-AB8F-B84D2DD0F6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67998C9C-04F6-499A-AA15-50EFAF0DC4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405841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984358-9217-49C3-B630-17CDA776EA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50378C-C20E-4D78-AC38-95800FECDD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8E9A7DA5-46A5-442F-865E-8AB6F0F7D7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756A136-07F1-4F83-A66D-88788657FD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38B004BC-85FB-41DA-B392-8201AE824B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67457C8D-0DA8-4F30-9483-4A67529393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8327644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A3C028-23F7-4FDE-B310-97F79C03BD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8A27AF-5508-4E82-8B3E-6CE51369B9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D461B9D7-7A15-4AE4-B206-4DD1A089B5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EE144B8-A351-4CA1-99A5-D8FDFCFAE4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80FFA78-2709-435F-84F2-1B48DF07BFF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A770DA71-37CF-4D38-A847-2738B3BB8D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5380359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AC3DAB-554E-48E4-A4D1-2C6D2EDB56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81EB90-B3E7-41A3-AD93-2A4DDEEEB1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7EC524A4-2A8A-48B5-85A7-6D2783B846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12A86EB-6A38-4B95-85E0-065B5FA994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46D2338D-B23D-4907-8D1D-96FE884427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D351B949-FE04-404C-A0F9-FC57C85326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0122777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321899E-E877-4238-8008-5041A8B2C5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F62CBD-616B-4125-B709-64853B9791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A7BB489F-5178-4CAA-B2C3-A8D9ABD879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7C8BAC3-5F5E-4C73-9140-2029C5B816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4C4F42D-59E6-42C4-A74D-881555B067EC}"/>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A84339E-0AC3-4002-B194-B54B00FACE2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B87213F1-2083-48AF-8DE1-47970CC6845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85C13F7-81BA-4141-B33C-D7C2569F3AB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804ACCF7-C8A4-4424-9443-F689A304CB7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D791F60-F4EE-43CF-BC91-1B92771B1D34}"/>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F11FD7E9-BB7A-481B-8B2B-58AD1130B697}"/>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BFC29BE-8535-4902-BFF9-DBA276877322}"/>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F8685860-FB62-4D0A-9D3B-26AEFB564C0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44035EC-FEAA-4651-B620-082406C33642}"/>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EDE81BAA-FD44-4003-AD14-8080E76AEE53}"/>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9061CA2-11EB-4F6A-B67C-DAD174C64765}"/>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2D2C0BFC-1D1A-47E9-A882-4EEB621615B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FACF3D3-128E-4F8A-B380-3C41E4F65830}"/>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5EB8B8AB-9779-4C7E-8605-63CF64696CB9}"/>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3292143-EFDA-438F-9314-1C820E803B9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EE8B7337-D48C-4C51-ACDA-C2FBC6D456ED}"/>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1D5F644-20CE-46C3-8E39-26C9D5E0DF5E}"/>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12093763-C2B3-4663-A0C8-E16B37771097}"/>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3043B47-BAE8-4A9A-B3FE-8CEC7A8DA3D1}"/>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184460965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7E0917-F4B3-4812-BA85-A577112F42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EBD869-2257-459A-BBB7-A72DDD4DE5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D9E01319-334A-4163-81C0-70CDB3CD00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DDD5618-73B5-4CA0-B4F6-C14F638892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C4D45A8-49F3-4049-A468-25C3951842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7909EDC3-43B2-449A-9438-DD9F9A8D3F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5336342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5F7771-D4C7-4212-A56C-F8E556907A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1FA517-34F7-4E33-BEF3-2B2CA77EB1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5A7820ED-29E6-4A51-92F1-2719BB2DB2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FA31E9E-BF5F-4822-8676-C0038F4D8C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5C12EB5-DB60-48AC-8FDF-87368BFD36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B6685A35-B7DD-47C5-B0AE-16E1F99613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8580334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AEB0D4-5B51-4654-81C4-57E00D82B9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D53F92-3365-41C4-9EC6-129A519DCA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CC1F1AB3-74B2-4A27-9C36-D92BB3FB67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2C5D86E-DA17-408A-8731-D0075AC177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20A317D-1012-4AB6-937E-C80F310C8963}"/>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D66D2666-AB59-4EFA-9E48-19E7F1A934CE}"/>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06838423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9D6227-2807-4301-8785-D96E08159C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A945AE-E42F-4A24-863B-C540C152F5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A507523-634D-4EBE-975F-A52E58186C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E61CEAA-9B13-45CC-A785-C8DD6C3A4E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5037D99-6695-402F-8073-4D36D1F299A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1BA785A9-DCBE-41B5-A117-D911EEF603CB}"/>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007581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2026-10-23T09:45:45.3420000Z</dcterms:created>
  <dcterms:modified xsi:type="dcterms:W3CDTF">2026-10-23T09:45:45.3420000Z</dcterms:modified>
</coreProperties>
</file>