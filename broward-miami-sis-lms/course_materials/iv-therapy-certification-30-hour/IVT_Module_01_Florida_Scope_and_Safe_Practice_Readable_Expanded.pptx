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96c1aba6e84400" /><Relationship Type="http://schemas.openxmlformats.org/officeDocument/2006/relationships/extended-properties" Target="/docProps/app.xml" Id="Rcad5507d7d6e4ecf" /><Relationship Type="http://schemas.openxmlformats.org/officeDocument/2006/relationships/officeDocument" Target="/ppt/presentation.xml" Id="R7b84518938724f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af49e6b189461e"/>
  </p:sldMasterIdLst>
  <p:notesMasterIdLst>
    <p:notesMasterId xmlns:r="http://schemas.openxmlformats.org/officeDocument/2006/relationships" r:id="R16bcb7f2dfe1433a"/>
  </p:notesMasterIdLst>
  <p:sldIdLst>
    <p:sldId xmlns:r="http://schemas.openxmlformats.org/officeDocument/2006/relationships" id="256" r:id="Rf43e3338234d48ff"/>
    <p:sldId xmlns:r="http://schemas.openxmlformats.org/officeDocument/2006/relationships" id="257" r:id="R99c084b7656b41d1"/>
    <p:sldId xmlns:r="http://schemas.openxmlformats.org/officeDocument/2006/relationships" id="258" r:id="R14c73f07daf14ba5"/>
    <p:sldId xmlns:r="http://schemas.openxmlformats.org/officeDocument/2006/relationships" id="259" r:id="Rc2a81a03ec674a7f"/>
    <p:sldId xmlns:r="http://schemas.openxmlformats.org/officeDocument/2006/relationships" id="260" r:id="Rd5f9f95839e749f7"/>
    <p:sldId xmlns:r="http://schemas.openxmlformats.org/officeDocument/2006/relationships" id="261" r:id="Rd941bb434ac946c0"/>
    <p:sldId xmlns:r="http://schemas.openxmlformats.org/officeDocument/2006/relationships" id="262" r:id="R81809ac49a2a4fa1"/>
    <p:sldId xmlns:r="http://schemas.openxmlformats.org/officeDocument/2006/relationships" id="263" r:id="Re53df6c1fe5a4e67"/>
    <p:sldId xmlns:r="http://schemas.openxmlformats.org/officeDocument/2006/relationships" id="264" r:id="R9553771f75f7475d"/>
    <p:sldId xmlns:r="http://schemas.openxmlformats.org/officeDocument/2006/relationships" id="265" r:id="Rdfa8993df6364c94"/>
    <p:sldId xmlns:r="http://schemas.openxmlformats.org/officeDocument/2006/relationships" id="266" r:id="R118edf02fd5d4eb7"/>
    <p:sldId xmlns:r="http://schemas.openxmlformats.org/officeDocument/2006/relationships" id="267" r:id="Rf52c0bd81a6b4a13"/>
    <p:sldId xmlns:r="http://schemas.openxmlformats.org/officeDocument/2006/relationships" id="268" r:id="R19bb1007c44a4a73"/>
    <p:sldId xmlns:r="http://schemas.openxmlformats.org/officeDocument/2006/relationships" id="269" r:id="Red7c982c764d4927"/>
    <p:sldId xmlns:r="http://schemas.openxmlformats.org/officeDocument/2006/relationships" id="270" r:id="R06cf67ca5818424f"/>
    <p:sldId xmlns:r="http://schemas.openxmlformats.org/officeDocument/2006/relationships" id="271" r:id="Rcbe941bb44f94836"/>
    <p:sldId xmlns:r="http://schemas.openxmlformats.org/officeDocument/2006/relationships" id="272" r:id="R619b5e96c99e40e4"/>
    <p:sldId xmlns:r="http://schemas.openxmlformats.org/officeDocument/2006/relationships" id="273" r:id="R93600ccb05b44eb0"/>
    <p:sldId xmlns:r="http://schemas.openxmlformats.org/officeDocument/2006/relationships" id="274" r:id="Rdf61b212a4124b49"/>
    <p:sldId xmlns:r="http://schemas.openxmlformats.org/officeDocument/2006/relationships" id="275" r:id="R7a5dbb17c62146a1"/>
    <p:sldId xmlns:r="http://schemas.openxmlformats.org/officeDocument/2006/relationships" id="276" r:id="R24a52c645e5941c7"/>
    <p:sldId xmlns:r="http://schemas.openxmlformats.org/officeDocument/2006/relationships" id="277" r:id="R0854b400fbdc44a2"/>
    <p:sldId xmlns:r="http://schemas.openxmlformats.org/officeDocument/2006/relationships" id="278" r:id="Re040c79579f8448c"/>
    <p:sldId xmlns:r="http://schemas.openxmlformats.org/officeDocument/2006/relationships" id="279" r:id="R0153b398f36947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3da35b1d744aef" /><Relationship Type="http://schemas.openxmlformats.org/officeDocument/2006/relationships/slideMaster" Target="/ppt/slideMasters/slideMaster1.xml" Id="R40af49e6b189461e" /><Relationship Type="http://schemas.openxmlformats.org/officeDocument/2006/relationships/notesMaster" Target="/ppt/notesMasters/notesMaster1.xml" Id="R16bcb7f2dfe1433a" /><Relationship Type="http://schemas.openxmlformats.org/officeDocument/2006/relationships/presProps" Target="/ppt/presProps.xml" Id="Ra65601c9c1c84ecb" /><Relationship Type="http://schemas.openxmlformats.org/officeDocument/2006/relationships/tableStyles" Target="/ppt/tableStyles.xml" Id="R628c3729767e4cdc" /><Relationship Type="http://schemas.openxmlformats.org/officeDocument/2006/relationships/slide" Target="/ppt/slides/slide1.xml" Id="Rf43e3338234d48ff" /><Relationship Type="http://schemas.openxmlformats.org/officeDocument/2006/relationships/slide" Target="/ppt/slides/slide2.xml" Id="R99c084b7656b41d1" /><Relationship Type="http://schemas.openxmlformats.org/officeDocument/2006/relationships/slide" Target="/ppt/slides/slide3.xml" Id="R14c73f07daf14ba5" /><Relationship Type="http://schemas.openxmlformats.org/officeDocument/2006/relationships/slide" Target="/ppt/slides/slide4.xml" Id="Rc2a81a03ec674a7f" /><Relationship Type="http://schemas.openxmlformats.org/officeDocument/2006/relationships/slide" Target="/ppt/slides/slide5.xml" Id="Rd5f9f95839e749f7" /><Relationship Type="http://schemas.openxmlformats.org/officeDocument/2006/relationships/slide" Target="/ppt/slides/slide6.xml" Id="Rd941bb434ac946c0" /><Relationship Type="http://schemas.openxmlformats.org/officeDocument/2006/relationships/slide" Target="/ppt/slides/slide7.xml" Id="R81809ac49a2a4fa1" /><Relationship Type="http://schemas.openxmlformats.org/officeDocument/2006/relationships/slide" Target="/ppt/slides/slide8.xml" Id="Re53df6c1fe5a4e67" /><Relationship Type="http://schemas.openxmlformats.org/officeDocument/2006/relationships/slide" Target="/ppt/slides/slide9.xml" Id="R9553771f75f7475d" /><Relationship Type="http://schemas.openxmlformats.org/officeDocument/2006/relationships/slide" Target="/ppt/slides/slide10.xml" Id="Rdfa8993df6364c94" /><Relationship Type="http://schemas.openxmlformats.org/officeDocument/2006/relationships/slide" Target="/ppt/slides/slide11.xml" Id="R118edf02fd5d4eb7" /><Relationship Type="http://schemas.openxmlformats.org/officeDocument/2006/relationships/slide" Target="/ppt/slides/slide12.xml" Id="Rf52c0bd81a6b4a13" /><Relationship Type="http://schemas.openxmlformats.org/officeDocument/2006/relationships/slide" Target="/ppt/slides/slide13.xml" Id="R19bb1007c44a4a73" /><Relationship Type="http://schemas.openxmlformats.org/officeDocument/2006/relationships/slide" Target="/ppt/slides/slide14.xml" Id="Red7c982c764d4927" /><Relationship Type="http://schemas.openxmlformats.org/officeDocument/2006/relationships/slide" Target="/ppt/slides/slide15.xml" Id="R06cf67ca5818424f" /><Relationship Type="http://schemas.openxmlformats.org/officeDocument/2006/relationships/slide" Target="/ppt/slides/slide16.xml" Id="Rcbe941bb44f94836" /><Relationship Type="http://schemas.openxmlformats.org/officeDocument/2006/relationships/slide" Target="/ppt/slides/slide17.xml" Id="R619b5e96c99e40e4" /><Relationship Type="http://schemas.openxmlformats.org/officeDocument/2006/relationships/slide" Target="/ppt/slides/slide18.xml" Id="R93600ccb05b44eb0" /><Relationship Type="http://schemas.openxmlformats.org/officeDocument/2006/relationships/slide" Target="/ppt/slides/slide19.xml" Id="Rdf61b212a4124b49" /><Relationship Type="http://schemas.openxmlformats.org/officeDocument/2006/relationships/slide" Target="/ppt/slides/slide20.xml" Id="R7a5dbb17c62146a1" /><Relationship Type="http://schemas.openxmlformats.org/officeDocument/2006/relationships/slide" Target="/ppt/slides/slide21.xml" Id="R24a52c645e5941c7" /><Relationship Type="http://schemas.openxmlformats.org/officeDocument/2006/relationships/slide" Target="/ppt/slides/slide22.xml" Id="R0854b400fbdc44a2" /><Relationship Type="http://schemas.openxmlformats.org/officeDocument/2006/relationships/slide" Target="/ppt/slides/slide23.xml" Id="Re040c79579f8448c" /><Relationship Type="http://schemas.openxmlformats.org/officeDocument/2006/relationships/slide" Target="/ppt/slides/slide24.xml" Id="R0153b398f36947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a3d854592748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b7b8f3e6834abd" /><Relationship Type="http://schemas.openxmlformats.org/officeDocument/2006/relationships/notesMaster" Target="/ppt/notesMasters/notesMaster1.xml" Id="R6d692183d3ef47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e4cf6d324044a5" /><Relationship Type="http://schemas.openxmlformats.org/officeDocument/2006/relationships/notesMaster" Target="/ppt/notesMasters/notesMaster1.xml" Id="R30dedaa5bd2846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834cc0c8c04d7a" /><Relationship Type="http://schemas.openxmlformats.org/officeDocument/2006/relationships/notesMaster" Target="/ppt/notesMasters/notesMaster1.xml" Id="R24228961166042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8fd253f3124a0b" /><Relationship Type="http://schemas.openxmlformats.org/officeDocument/2006/relationships/notesMaster" Target="/ppt/notesMasters/notesMaster1.xml" Id="R95fc940a0b4948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0e34868b384877" /><Relationship Type="http://schemas.openxmlformats.org/officeDocument/2006/relationships/notesMaster" Target="/ppt/notesMasters/notesMaster1.xml" Id="R6b6ee6a07c604f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3ff39c3fe24a0b" /><Relationship Type="http://schemas.openxmlformats.org/officeDocument/2006/relationships/notesMaster" Target="/ppt/notesMasters/notesMaster1.xml" Id="R0b5e61d8bfe546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7c39a26add446d" /><Relationship Type="http://schemas.openxmlformats.org/officeDocument/2006/relationships/notesMaster" Target="/ppt/notesMasters/notesMaster1.xml" Id="Rb7ec2f0b5cd644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7c75b9569a454c" /><Relationship Type="http://schemas.openxmlformats.org/officeDocument/2006/relationships/notesMaster" Target="/ppt/notesMasters/notesMaster1.xml" Id="R20bd31354acb4a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1299c7a293428b" /><Relationship Type="http://schemas.openxmlformats.org/officeDocument/2006/relationships/notesMaster" Target="/ppt/notesMasters/notesMaster1.xml" Id="R1f8118d560e541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016521cbe54860" /><Relationship Type="http://schemas.openxmlformats.org/officeDocument/2006/relationships/notesMaster" Target="/ppt/notesMasters/notesMaster1.xml" Id="Ra212dc71e29c43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109fbb0a974b3b" /><Relationship Type="http://schemas.openxmlformats.org/officeDocument/2006/relationships/notesMaster" Target="/ppt/notesMasters/notesMaster1.xml" Id="R4164854505d945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d57be395de487d" /><Relationship Type="http://schemas.openxmlformats.org/officeDocument/2006/relationships/notesMaster" Target="/ppt/notesMasters/notesMaster1.xml" Id="R0000bb92ad1e42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3c29985e57b49a7" /><Relationship Type="http://schemas.openxmlformats.org/officeDocument/2006/relationships/notesMaster" Target="/ppt/notesMasters/notesMaster1.xml" Id="R9aff5846ef43412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5276b4dc6740ab" /><Relationship Type="http://schemas.openxmlformats.org/officeDocument/2006/relationships/notesMaster" Target="/ppt/notesMasters/notesMaster1.xml" Id="Rf9bfc2ce6ade4ac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97096904a554a49" /><Relationship Type="http://schemas.openxmlformats.org/officeDocument/2006/relationships/notesMaster" Target="/ppt/notesMasters/notesMaster1.xml" Id="R9dbe011fbfb941c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48a53bc59f440dc" /><Relationship Type="http://schemas.openxmlformats.org/officeDocument/2006/relationships/notesMaster" Target="/ppt/notesMasters/notesMaster1.xml" Id="R35f3744f3e0a42c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e5985b3a70246c8" /><Relationship Type="http://schemas.openxmlformats.org/officeDocument/2006/relationships/notesMaster" Target="/ppt/notesMasters/notesMaster1.xml" Id="R09f899c4567845d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ea664033c064046" /><Relationship Type="http://schemas.openxmlformats.org/officeDocument/2006/relationships/notesMaster" Target="/ppt/notesMasters/notesMaster1.xml" Id="R8852727eed04496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9f6352052304655" /><Relationship Type="http://schemas.openxmlformats.org/officeDocument/2006/relationships/notesMaster" Target="/ppt/notesMasters/notesMaster1.xml" Id="Rcc8986f4208a4d3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d1b16a8d43440d0" /><Relationship Type="http://schemas.openxmlformats.org/officeDocument/2006/relationships/notesMaster" Target="/ppt/notesMasters/notesMaster1.xml" Id="R9897523693f943f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fa13281685440e2" /><Relationship Type="http://schemas.openxmlformats.org/officeDocument/2006/relationships/notesMaster" Target="/ppt/notesMasters/notesMaster1.xml" Id="R98c3023d0cbd433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ae619be40a94d83" /><Relationship Type="http://schemas.openxmlformats.org/officeDocument/2006/relationships/notesMaster" Target="/ppt/notesMasters/notesMaster1.xml" Id="R55c98a8fe9d4439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ff23480b0904abc" /><Relationship Type="http://schemas.openxmlformats.org/officeDocument/2006/relationships/notesMaster" Target="/ppt/notesMasters/notesMaster1.xml" Id="R817929a33eac4bd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de431f8e94e415e" /><Relationship Type="http://schemas.openxmlformats.org/officeDocument/2006/relationships/notesMaster" Target="/ppt/notesMasters/notesMaster1.xml" Id="R0fb602edbe264e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4-16;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4-16;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4-16;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4-16;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4-16;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4-16;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4-16;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4-16;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4-16;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4-16;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4-16;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4-16;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4-16;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4-16;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4-16;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4-16;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4-16;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4-16;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4-16;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4-16;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4; BMHI IVT 030 course content. Online preparation precedes live practice.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5afe6ba558498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6ceac153054f8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059ea85e90474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dc90e501d44c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6539868b514e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99b642a53b45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40B6CD-5247-4DEF-B42A-D08389F061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655C82A-2CD4-4B85-8A9B-6EBF475113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8FF1AE6-E30C-48A5-A9D0-A66CF1BB8C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FAE416-7D48-4855-9D23-49EA832B3D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918D13-7FE9-472B-8439-E9294C3430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0C19673-E05D-4FC5-893E-94565C5824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10FDA3-96AA-4382-ADBE-FA3AECA05F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7C2C7B-DEA1-4EDB-8A4C-8E151FD797D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205E1C-2ED4-4728-A571-57BB24ABBB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E550D9-9892-41E7-B5CE-72A1B9DE9D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82610b338a403d" /><Relationship Type="http://schemas.openxmlformats.org/officeDocument/2006/relationships/slideLayout" Target="/ppt/slideLayouts/slideLayout1.xml" Id="Rad1d856700bf4ae2" /><Relationship Type="http://schemas.openxmlformats.org/officeDocument/2006/relationships/slideLayout" Target="/ppt/slideLayouts/slideLayout2.xml" Id="Rb0426a305c53496b" /><Relationship Type="http://schemas.openxmlformats.org/officeDocument/2006/relationships/slideLayout" Target="/ppt/slideLayouts/slideLayout3.xml" Id="Rc2e82981d11c41a8" /><Relationship Type="http://schemas.openxmlformats.org/officeDocument/2006/relationships/slideLayout" Target="/ppt/slideLayouts/slideLayout4.xml" Id="Rde7378f077ab4490" /><Relationship Type="http://schemas.openxmlformats.org/officeDocument/2006/relationships/slideLayout" Target="/ppt/slideLayouts/slideLayout5.xml" Id="R9379179c16e8432f" /><Relationship Type="http://schemas.openxmlformats.org/officeDocument/2006/relationships/slideLayout" Target="/ppt/slideLayouts/slideLayout6.xml" Id="Ree9527341f7b42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1d856700bf4ae2"/>
    <p:sldLayoutId xmlns:r="http://schemas.openxmlformats.org/officeDocument/2006/relationships" id="2147483650" r:id="Rb0426a305c53496b"/>
    <p:sldLayoutId xmlns:r="http://schemas.openxmlformats.org/officeDocument/2006/relationships" id="2147483651" r:id="Rc2e82981d11c41a8"/>
    <p:sldLayoutId xmlns:r="http://schemas.openxmlformats.org/officeDocument/2006/relationships" id="2147483652" r:id="Rde7378f077ab4490"/>
    <p:sldLayoutId xmlns:r="http://schemas.openxmlformats.org/officeDocument/2006/relationships" id="2147483653" r:id="R9379179c16e8432f"/>
    <p:sldLayoutId xmlns:r="http://schemas.openxmlformats.org/officeDocument/2006/relationships" id="2147483654" r:id="Ree9527341f7b42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99d6511ba54370" /><Relationship Type="http://schemas.openxmlformats.org/officeDocument/2006/relationships/notesSlide" Target="/ppt/notesSlides/notesSlide1.xml" Id="R3536cc2e42a444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d08342d40442ec" /><Relationship Type="http://schemas.openxmlformats.org/officeDocument/2006/relationships/notesSlide" Target="/ppt/notesSlides/notesSlide2.xml" Id="Re428ea9a7bfb44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be5192b1724782" /><Relationship Type="http://schemas.openxmlformats.org/officeDocument/2006/relationships/notesSlide" Target="/ppt/notesSlides/notesSlide3.xml" Id="Rb498584edc5947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0b40eebbd3432c" /><Relationship Type="http://schemas.openxmlformats.org/officeDocument/2006/relationships/notesSlide" Target="/ppt/notesSlides/notesSlide4.xml" Id="Rc92e960334b149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dbb9cb864f45c7" /><Relationship Type="http://schemas.openxmlformats.org/officeDocument/2006/relationships/notesSlide" Target="/ppt/notesSlides/notesSlide5.xml" Id="R8ff74a3fbb684a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1fa0ade39e4e92" /><Relationship Type="http://schemas.openxmlformats.org/officeDocument/2006/relationships/notesSlide" Target="/ppt/notesSlides/notesSlide6.xml" Id="R7a3a35671c2045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ddde724d3e4432" /><Relationship Type="http://schemas.openxmlformats.org/officeDocument/2006/relationships/notesSlide" Target="/ppt/notesSlides/notesSlide7.xml" Id="Rbf753af5a4634f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8b6da896d549a8" /><Relationship Type="http://schemas.openxmlformats.org/officeDocument/2006/relationships/notesSlide" Target="/ppt/notesSlides/notesSlide8.xml" Id="R8111325610cd47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00ac2eb59e486a" /><Relationship Type="http://schemas.openxmlformats.org/officeDocument/2006/relationships/notesSlide" Target="/ppt/notesSlides/notesSlide9.xml" Id="R92f3036ca86547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190dcd25684933" /><Relationship Type="http://schemas.openxmlformats.org/officeDocument/2006/relationships/notesSlide" Target="/ppt/notesSlides/notesSlide10.xml" Id="Rb32f5b437bd242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18ee0cc5f8432c" /><Relationship Type="http://schemas.openxmlformats.org/officeDocument/2006/relationships/notesSlide" Target="/ppt/notesSlides/notesSlide11.xml" Id="R2ebc5e8e97184a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000146000b488a" /><Relationship Type="http://schemas.openxmlformats.org/officeDocument/2006/relationships/notesSlide" Target="/ppt/notesSlides/notesSlide12.xml" Id="Redb479ab423247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c065894cc3443b" /><Relationship Type="http://schemas.openxmlformats.org/officeDocument/2006/relationships/notesSlide" Target="/ppt/notesSlides/notesSlide13.xml" Id="R34a4600a8666437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f6b746c919412b" /><Relationship Type="http://schemas.openxmlformats.org/officeDocument/2006/relationships/notesSlide" Target="/ppt/notesSlides/notesSlide14.xml" Id="R4a3fac6aac3b4c5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0055ae8c0f4d4b" /><Relationship Type="http://schemas.openxmlformats.org/officeDocument/2006/relationships/notesSlide" Target="/ppt/notesSlides/notesSlide15.xml" Id="R4ad32aad55d345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c1fcd98e504488" /><Relationship Type="http://schemas.openxmlformats.org/officeDocument/2006/relationships/notesSlide" Target="/ppt/notesSlides/notesSlide16.xml" Id="Redee9468096747e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d233204f504743" /><Relationship Type="http://schemas.openxmlformats.org/officeDocument/2006/relationships/notesSlide" Target="/ppt/notesSlides/notesSlide17.xml" Id="Rcdc91aeb562748b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d6f306de8547b2" /><Relationship Type="http://schemas.openxmlformats.org/officeDocument/2006/relationships/notesSlide" Target="/ppt/notesSlides/notesSlide18.xml" Id="Rda8a9abd17384f8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88eb256457480f" /><Relationship Type="http://schemas.openxmlformats.org/officeDocument/2006/relationships/notesSlide" Target="/ppt/notesSlides/notesSlide19.xml" Id="R3e5a94d9ae54471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803cda626948c2" /><Relationship Type="http://schemas.openxmlformats.org/officeDocument/2006/relationships/notesSlide" Target="/ppt/notesSlides/notesSlide20.xml" Id="R8b2301be588e446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ab9a5d2e3e4483" /><Relationship Type="http://schemas.openxmlformats.org/officeDocument/2006/relationships/notesSlide" Target="/ppt/notesSlides/notesSlide21.xml" Id="R965955edff02418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7ae2f835754ffd" /><Relationship Type="http://schemas.openxmlformats.org/officeDocument/2006/relationships/notesSlide" Target="/ppt/notesSlides/notesSlide22.xml" Id="R59626af6be4e4dc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245bf93fe84f9f" /><Relationship Type="http://schemas.openxmlformats.org/officeDocument/2006/relationships/notesSlide" Target="/ppt/notesSlides/notesSlide23.xml" Id="R3ed4c7036fb14d4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1f042770ba407f" /><Relationship Type="http://schemas.openxmlformats.org/officeDocument/2006/relationships/notesSlide" Target="/ppt/notesSlides/notesSlide24.xml" Id="R6feaa065f15549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6B9E7-D3F3-490B-86BF-9A551076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E7B3A-BC16-479D-B1A9-7173B657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BROWARD-MIAMI HEALTH INSTITUTE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5BC72-1FFA-4CB8-A2E3-B56F5FB3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990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Florida Scope and Safe IV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7E72F-DFA0-4816-A705-45265774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  |  30-Hour Basic Intravenous Therapy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3F18F-53B7-4627-B54C-A4CBCB3B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Expanded instructor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0446430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A9378-659E-45FF-9274-23FB58B3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44702-1BA7-4A56-BE05-D365E6B7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Learning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C8CE7-4D0F-45AB-8A03-BA0AE0C1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6431C-82B2-4F62-84B8-0C57F1F9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F3C04-D320-4115-8123-9947284A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Explain how Florida law and Board rules govern practical nursing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Identify IV activities that require direction or direct supervision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Describe education, competency verification, and documentation duties</a:t>
            </a:r>
          </a:p>
        </p:txBody>
      </p:sp>
    </p:spTree>
    <p:extLst>
      <p:ext uri="{BB962C8B-B14F-4D97-AF65-F5344CB8AC3E}">
        <p14:creationId xmlns:p14="http://schemas.microsoft.com/office/powerpoint/2010/main" val="9862680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97548-ED50-4DFA-916C-0F6C727E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40CE3-504E-41B6-BAE0-EF6C35D1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Scope begins with current authority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91FF9-D59F-4DF1-A44E-C9E999AC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2D9E2-737D-41C0-A6E0-4309D371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15DB1-7DE1-4571-B91C-E4D0504A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Florida Statutes define practical nursing as selected nursing acts performed under authorized direction.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Education and experience set personal limits.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Employer policy may narrow the permitted role.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85BE2-729B-4EA1-A2F8-3FD5841B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9333131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669D2-1418-411B-A0C6-AC26A73E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B39FA-F017-4DEC-9664-636CDB00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The 30-hour qualification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01E21-CC69-4E15-AFF4-CDC0A4D6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1F46C-D854-4465-BF0E-4668B199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F2D92-46DF-4575-9021-F8A31592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Florida Administrative Code Rule 64B9-12.005 requires at least 30 hours of post-graduate IV education for an LPN or graduate practical nurse who needs this qualification.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Course content must cover the required cognitive and clinical areas.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9B45D-65AC-4BBA-A09F-C8534E8A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624514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5A679-4C70-4BD7-B668-18775968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0F7C8-4B14-4A6C-8021-7D043673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Central-line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D7BE7-381F-48EB-9E28-F3ADF3CC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42BFD-E3C9-4E1F-B375-FF2DE32D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EE6E4-B2B2-4157-BE9E-4850CAB5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Central-line practice requires at least four hours of instruction that may count within the 30 hours.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Training includes anatomy, site assessment, dressing and cap changes, flushing, administration, blood collection, and complication response.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4E001-35C1-40E9-9A75-ED4F44F6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241644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D17B4-CDD4-44F0-B96D-65D96F09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F0AD1-681D-4F7A-B000-D70CF79D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Clinical competence and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4D101-522D-43B0-8244-111C6B60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337F3-24AD-4A26-8AAE-04628045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44966-3F7D-40F8-B361-C239F270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 Florida-licensed RN witnesses clinical practice and files a proficiency statement.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employing institution verifies competence under its protocol.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Documentation identifies the device, site, solution, delivery method, assessment, response, and complications.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AA42A-4C42-4258-9264-760D0F73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5790327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22578-6655-4ADD-88DA-DB3A394A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09612-F342-4E8E-B099-801A7E2B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Welcome, Hybrid Schedule, and Completion Rules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BA2EC-EC8D-42CB-8387-40C3FE79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C9426-2CF6-41DC-9944-C123C2D9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E22B9-D8E7-46E6-B200-3EE99727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Welcome to IVT 030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3AAAA-C7F2-4083-9D29-67BCA1F2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1178839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16A91-96DA-4BB5-91B8-4E7F2486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CC2A0-C302-4746-8A30-D58D65C4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Welcome, Hybrid Schedule, and Completion Rules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90938-5623-4847-8CFA-4CD25542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6B803-FE0E-4B43-959E-213D089F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63636-0110-42BF-82FF-53CF8F09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This course combines 14 hours of required online preparation with 16 hours of live classroom review, guided skills practice, and competency evaluation.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online sequence must be completed before the classroom segment.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90CA4-756D-4FA2-9289-71F7181A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1027368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03E8C-9660-4411-BB0A-BC09EFEA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D98C2-D7EA-427A-96BD-0291CDE7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Completion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4FFA8-F1BA-4D57-B71D-9AE29048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E3ED9-E85F-49A0-89A0-789A7479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179C8-8A82-41AF-B9F2-334C9F9D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Complete all 30 clock hours: 14 hours of assigned online/home study and 16 hours of scheduled classroom, skills lab, and evaluation.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Earn 80% or higher on each pre-course test and on the comprehensive online exam.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Attend the in-person classroom and laboratory sections. Online completion does not replace hands-on attendance.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Successfully demonstrate every critical skill on the competency checklist under direct evaluation by a Florida-licensed RN.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61E74-EDFB-473B-A58F-2D16FC9D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2131687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52A1A-55C6-4067-82E1-E06BF425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5E0B6-06AD-45D2-BA56-3848AFD9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Completion requirements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B6000-AB6B-4EDE-96BD-A3E3B065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C597B-C64E-47C1-87A6-015B5F5C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DFD9A-EC3F-41C7-9D25-182CB756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Clinical competence must be documented in writing. Employer policies may further limit practice and never expand legal scope.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CAD5B-2C7E-429F-A142-B59043F6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5267411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1D6F2-FBDF-4CFF-BF10-94D29653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CE283-E3F1-4360-8E4A-850AD3A9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Safety notice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5477A-8E5B-407A-9527-B377DAB5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24D36-BED0-4657-A0C5-DEE77321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9345C-ACC1-4DBD-A2A4-90FD01E5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This course supports supervised education.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Students must follow current Florida law, Board of Nursing rules, prescriber orders, manufacturer instructions, evidence-based standards, and facility policies.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Drug references and older source manuals must be checked against current authoritative information before clinical 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FCC16-3C3C-44E4-B37A-7E0F0205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7626219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BB2F5-F56B-4F81-B068-7F13C160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0E450-9EAD-4419-9EB9-4964F580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Welcome, Hybrid Schedule, and Completion Rules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08A86-B46B-4D4D-9270-25E23641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09CEA-32D0-4D57-8B95-64F4E45B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8D0DB-DC9C-4CFA-9A7F-FE151086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Bring to lab: government-issued identification, required uniform/PPE, calculator, and any supplies directed by BMHI.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Never practice invasive skills on a person outside an authorized lab or clinical setting.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4100C-532C-4979-86F5-312229A6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2688935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BB4E3-998D-448D-817A-F63FF755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2B198-F691-4C28-BD09-371B2B2B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Learning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8B994-B152-41E4-8232-E29E8285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B9924-67BA-487C-B57A-809DBF0D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F5570-7B3F-4409-8602-0EF3C05B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Distinguish statutory/regulatory scope from employer authorization.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Explain why training and RN-verified competence are both required.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Identify when to stop, clarify, report, or escalate.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054DD-36B4-4EE7-BAEC-664EDFD4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612666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B542F-44F5-4571-9C67-7EB4026A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D04F2-2A2D-41BE-AD87-ECC19123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Practice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A4397-D1A2-4B04-950A-B13D2047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6DDA6-EA67-4BED-9072-F9AB28DC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3C67D-65B7-4A32-8743-5F4E6BB0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nurse verifies that the task is permitted by current Florida requirements, is included in employer policy, is supported by a complete order, and is within personal validated competence.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An employer may be more restrictive.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 certificate alone does not authorize a task that law or policy prohibits.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98237-082A-4706-9A33-ED42EC56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5528127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7B9A7-BBDD-45E7-BDD1-145A55F7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320CA-EEEF-498C-A4E7-468193B1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Before therapy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B80CB-30CB-47F0-858F-9534D28B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3968D-955F-4BDE-8CF4-4D6BA708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1E200-3847-4737-A947-F064F20D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Confirm patient identity with approved identifiers; review the order, indication, allergies, diagnosis, relevant laboratory results, vascular access, medication/solution, dose, route, rate, duration, compatibility, monitoring parameters, and emergency resources.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Clarify incomplete, conflicting, illegible, or unsafe orders before proceeding.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C7AFB-7D95-4A48-A10C-B6CBE73E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3399031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5AB4D-057C-43E7-99C8-77BF54F2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C9B09-E83B-4725-903D-90AFB707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Accountability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D03E0-3A7F-4E27-A2C8-470578CE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F44FD-2FD5-4BAB-84CB-39FED70A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1C2ED-B4A1-42A5-8D23-713EEC14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current drug information, follow the rights of medication administration, provide patient education, reassess the site and patient, document accurately, and report changes promptly.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7C91B-C47F-480F-8F45-A8DFCBC8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0116143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5D572-9D8C-4652-A6A0-5B15A0D0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26FCB-2D16-48EF-97B1-04FCB728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Medication effects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966B9-84D9-446D-8845-9B81AC9E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A4B41-CB85-4E65-AA82-AEAF2437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1B9E3-D639-4EA2-8945-76128CC5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Therapeutic effects are intended.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Side effects are predictable but unintended.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Toxic effects arise from harmful exposure.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Idiosyncratic reactions are unusual and unpredictable.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1E285-E1F8-4379-A888-1B472B0C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9882157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2EB56-E302-4495-ACD7-E1255A9D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6A4B8-E765-47C8-BA2A-FB9AEBBD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Medication effects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0AD224-844A-4BDD-BCDF-30FC3BD6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63BE5-04DA-4A84-BF31-338E230F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6FDF8-CD47-419F-B35E-3CD6448A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Allergic responses range from rash to anaphylaxis.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62C6D-8D98-44A7-86F5-036962CD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277263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E6626-8F30-4141-9830-681A42C6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2787C-5509-4CEE-8C3B-B2B932D8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Compatibility and stability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A4C64-8DC1-4435-B235-F3D05021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EFAE2-426A-412D-8D71-86843E53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72E42-8C53-4F91-A05F-E0D04C6A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Physical incompatibility may cause color change, haze, gas, or precipitate.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Chemical incompatibility may not be visible.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Therapeutic incompatibility changes the desired clinical effect.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Stability can be affected by concentration, diluent, order of mixing, contact time, light, temperature, pH, and container material.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CBA61-A556-4013-AE36-83DF1E61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2256301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374DF-0922-4AFF-A9B3-DA8D674A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F1317-FB70-4F9B-B8D4-0F62D4A2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Compatibility and stability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F026E-F701-4796-86AD-2108D6AE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EEA54-7248-43D2-A13A-94CF0327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BEB2F-EBC5-4EA2-8A4D-22488F78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Never assume compatibility; use a current approved reference or pharmacist.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4F0EF-E65D-4941-B929-A09C28D8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0945789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143DF-C5A2-4FDD-8D77-89BB1E06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2C650-2560-4643-B3F8-B1D9B087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Safe administration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87318-82AC-4EDA-A262-EA28D2DB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8B381-E84C-47B4-9548-C8835F93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001B4-3190-4777-80BA-A4C0B130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Compare the order, medication label, and electronic record at required checkpoints.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Trace tubing from container to patient.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Scrub access points using approved technique.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Assess patency and the site.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462C9-D0D4-4844-A904-5089D9D0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38280505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0821A-206D-44CB-B3F5-84AFA5BF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3CCE4-4060-4001-9CD1-45B007EB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Safe administration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C7E9A-E076-4040-958E-8ADA2942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91E86-D02E-4934-9CD0-EFF4C45E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05051-9513-414A-AA9D-74AC8286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Program the pump independently and use an independent double check for high-alert therapy when required.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A0153-A92A-438F-92EC-FE1D32D3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61432996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E47CB-8D60-4F84-9365-EA8DE519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9B4A8-0DAD-4F28-8F58-067A3126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Practice and competency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1677E-7578-4712-A9D2-29C433C8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98B5A-25EE-4DE0-8E36-112D6637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340C1-874B-4E13-A883-A4D83F28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Classify five IV tasks as permitted, restricted, or requiring direct supervision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Review an incomplete order and identify the clarification needed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Write a complete peripheral IV documentation entry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9A36F-B948-4722-9951-9CD527D1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Complete the matching online lesson and assessment before the in-person laboratory.</a:t>
            </a:r>
          </a:p>
        </p:txBody>
      </p:sp>
    </p:spTree>
    <p:extLst>
      <p:ext uri="{BB962C8B-B14F-4D97-AF65-F5344CB8AC3E}">
        <p14:creationId xmlns:p14="http://schemas.microsoft.com/office/powerpoint/2010/main" val="1305174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92826-B823-4454-8101-E04DE818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0486A-E831-4669-B3FB-0CB02863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Key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F66D9-DC14-4202-9A59-C0B47483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F48A9-9602-4B38-97BB-ED780A72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A99B7-E350-4301-BAA5-483DB53F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Explain how Florida law and Board rules govern practical nursing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Florida Administrative Code Rule 64B9-12.005 requires at least 30 hours of post-graduate IV education for an LPN or graduate practical nurse who needs this qualification. Course content must cover the required cognitive and clinical areas.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 Florida-licensed RN witnesses clinical practice and files a proficiency statement. The employing institution verifies competence under its protocol. Documentation identifies the device, site, solution, delivery method, assessment, response, and complications.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D3A9A-F800-4F89-9649-088B57E4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Review the course lesson, complete the assessment, and bring questions to the live session.</a:t>
            </a:r>
          </a:p>
        </p:txBody>
      </p:sp>
    </p:spTree>
    <p:extLst>
      <p:ext uri="{BB962C8B-B14F-4D97-AF65-F5344CB8AC3E}">
        <p14:creationId xmlns:p14="http://schemas.microsoft.com/office/powerpoint/2010/main" val="262322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2026-10-20T23:43:09.9490000Z</dcterms:created>
  <dcterms:modified xsi:type="dcterms:W3CDTF">2026-10-20T23:43:09.9490000Z</dcterms:modified>
</coreProperties>
</file>