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2b0f271abe4009" /><Relationship Type="http://schemas.openxmlformats.org/officeDocument/2006/relationships/extended-properties" Target="/docProps/app.xml" Id="Ra771621541ca422e" /><Relationship Type="http://schemas.openxmlformats.org/officeDocument/2006/relationships/officeDocument" Target="/ppt/presentation.xml" Id="R2de95f58141f40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4aac84a119455f"/>
  </p:sldMasterIdLst>
  <p:notesMasterIdLst>
    <p:notesMasterId xmlns:r="http://schemas.openxmlformats.org/officeDocument/2006/relationships" r:id="Re49a22aa1d4b412e"/>
  </p:notesMasterIdLst>
  <p:sldIdLst>
    <p:sldId xmlns:r="http://schemas.openxmlformats.org/officeDocument/2006/relationships" id="256" r:id="Rfba216056799435c"/>
    <p:sldId xmlns:r="http://schemas.openxmlformats.org/officeDocument/2006/relationships" id="257" r:id="Rbae767f5b5cd45bd"/>
    <p:sldId xmlns:r="http://schemas.openxmlformats.org/officeDocument/2006/relationships" id="258" r:id="R2adff8b0f2c84baf"/>
    <p:sldId xmlns:r="http://schemas.openxmlformats.org/officeDocument/2006/relationships" id="259" r:id="R293a10acb95244bf"/>
    <p:sldId xmlns:r="http://schemas.openxmlformats.org/officeDocument/2006/relationships" id="260" r:id="Rf39af6e952e84ee7"/>
    <p:sldId xmlns:r="http://schemas.openxmlformats.org/officeDocument/2006/relationships" id="261" r:id="R5d86aead87494b61"/>
    <p:sldId xmlns:r="http://schemas.openxmlformats.org/officeDocument/2006/relationships" id="262" r:id="Rb500977c7f3247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dabf474f084364" /><Relationship Type="http://schemas.openxmlformats.org/officeDocument/2006/relationships/slideMaster" Target="/ppt/slideMasters/slideMaster1.xml" Id="R254aac84a119455f" /><Relationship Type="http://schemas.openxmlformats.org/officeDocument/2006/relationships/notesMaster" Target="/ppt/notesMasters/notesMaster1.xml" Id="Re49a22aa1d4b412e" /><Relationship Type="http://schemas.openxmlformats.org/officeDocument/2006/relationships/presProps" Target="/ppt/presProps.xml" Id="R55a72fd6c1db4e69" /><Relationship Type="http://schemas.openxmlformats.org/officeDocument/2006/relationships/tableStyles" Target="/ppt/tableStyles.xml" Id="Rba1a9c6a83354e3f" /><Relationship Type="http://schemas.openxmlformats.org/officeDocument/2006/relationships/slide" Target="/ppt/slides/slide1.xml" Id="Rfba216056799435c" /><Relationship Type="http://schemas.openxmlformats.org/officeDocument/2006/relationships/slide" Target="/ppt/slides/slide2.xml" Id="Rbae767f5b5cd45bd" /><Relationship Type="http://schemas.openxmlformats.org/officeDocument/2006/relationships/slide" Target="/ppt/slides/slide3.xml" Id="R2adff8b0f2c84baf" /><Relationship Type="http://schemas.openxmlformats.org/officeDocument/2006/relationships/slide" Target="/ppt/slides/slide4.xml" Id="R293a10acb95244bf" /><Relationship Type="http://schemas.openxmlformats.org/officeDocument/2006/relationships/slide" Target="/ppt/slides/slide5.xml" Id="Rf39af6e952e84ee7" /><Relationship Type="http://schemas.openxmlformats.org/officeDocument/2006/relationships/slide" Target="/ppt/slides/slide6.xml" Id="R5d86aead87494b61" /><Relationship Type="http://schemas.openxmlformats.org/officeDocument/2006/relationships/slide" Target="/ppt/slides/slide7.xml" Id="Rb500977c7f3247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afaa4cb2f34b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0600bd4c1b4bdb" /><Relationship Type="http://schemas.openxmlformats.org/officeDocument/2006/relationships/notesMaster" Target="/ppt/notesMasters/notesMaster1.xml" Id="R7abc50acf4c949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3c5593f3b74bb2" /><Relationship Type="http://schemas.openxmlformats.org/officeDocument/2006/relationships/notesMaster" Target="/ppt/notesMasters/notesMaster1.xml" Id="Rcfed3f4480d843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d85138583b4cf3" /><Relationship Type="http://schemas.openxmlformats.org/officeDocument/2006/relationships/notesMaster" Target="/ppt/notesMasters/notesMaster1.xml" Id="Rdd8d240031004d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eef07b2a3645d9" /><Relationship Type="http://schemas.openxmlformats.org/officeDocument/2006/relationships/notesMaster" Target="/ppt/notesMasters/notesMaster1.xml" Id="R3af139dafddd44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84d582f2f34577" /><Relationship Type="http://schemas.openxmlformats.org/officeDocument/2006/relationships/notesMaster" Target="/ppt/notesMasters/notesMaster1.xml" Id="Raeced81fad9649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d56b090d284180" /><Relationship Type="http://schemas.openxmlformats.org/officeDocument/2006/relationships/notesMaster" Target="/ppt/notesMasters/notesMaster1.xml" Id="R5e8547a2f61841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691636a409467e" /><Relationship Type="http://schemas.openxmlformats.org/officeDocument/2006/relationships/notesMaster" Target="/ppt/notesMasters/notesMaster1.xml" Id="Re906be948afe4c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51-52.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51-53.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51-54.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51-55.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51.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133210885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458c2874e24681" /><Relationship Type="http://schemas.openxmlformats.org/officeDocument/2006/relationships/slideLayout" Target="/ppt/slideLayouts/slideLayout1.xml" Id="Ra5016fb9908d4a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016fb9908d4a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6502e18364b1d" /><Relationship Type="http://schemas.openxmlformats.org/officeDocument/2006/relationships/image" Target="/ppt/media/image.jpeg" Id="Rfee27f7a27c44600" /><Relationship Type="http://schemas.openxmlformats.org/officeDocument/2006/relationships/notesSlide" Target="/ppt/notesSlides/notesSlide1.xml" Id="R872eda5d594541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5651ec38142fc" /><Relationship Type="http://schemas.openxmlformats.org/officeDocument/2006/relationships/notesSlide" Target="/ppt/notesSlides/notesSlide2.xml" Id="R9f142e27d09f4d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953e4714e4588" /><Relationship Type="http://schemas.openxmlformats.org/officeDocument/2006/relationships/image" Target="/ppt/media/image2.jpeg" Id="R11fc11e1486b4b1b" /><Relationship Type="http://schemas.openxmlformats.org/officeDocument/2006/relationships/notesSlide" Target="/ppt/notesSlides/notesSlide3.xml" Id="R2109096db0e244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c34fe84ba4025" /><Relationship Type="http://schemas.openxmlformats.org/officeDocument/2006/relationships/image" Target="/ppt/media/image3.jpeg" Id="Rc90a7c6a6ce741d2" /><Relationship Type="http://schemas.openxmlformats.org/officeDocument/2006/relationships/notesSlide" Target="/ppt/notesSlides/notesSlide4.xml" Id="R410daffb059f45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ade23e6744e4c" /><Relationship Type="http://schemas.openxmlformats.org/officeDocument/2006/relationships/image" Target="/ppt/media/image4.jpeg" Id="R7bd181fdebca49f7" /><Relationship Type="http://schemas.openxmlformats.org/officeDocument/2006/relationships/notesSlide" Target="/ppt/notesSlides/notesSlide5.xml" Id="R93ed585f9b9443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6861f5c144602" /><Relationship Type="http://schemas.openxmlformats.org/officeDocument/2006/relationships/image" Target="/ppt/media/image5.jpeg" Id="Rf67251d89ebd4926" /><Relationship Type="http://schemas.openxmlformats.org/officeDocument/2006/relationships/notesSlide" Target="/ppt/notesSlides/notesSlide6.xml" Id="Rb0a1af34a17b49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c01ca74924669" /><Relationship Type="http://schemas.openxmlformats.org/officeDocument/2006/relationships/notesSlide" Target="/ppt/notesSlides/notesSlide7.xml" Id="R07c8d4c4561340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637F8-6748-45A5-B75D-E0685750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25065-F62D-4756-A429-525B994D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Transfusion Therapy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887F9-6046-4327-BD23-E99A0E4A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30-Hour Basic Intravenous Therapy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27f7a27c44600"/>
          <a:stretch xmlns:a="http://schemas.openxmlformats.org/drawingml/2006/main"/>
        </p:blipFill>
        <p:spPr>
          <a:xfrm xmlns:a="http://schemas.openxmlformats.org/drawingml/2006/main">
            <a:off x="8286750" y="1461080"/>
            <a:ext cx="3000375" cy="38786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23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2FB31-88DB-4768-B211-2431D2D2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BFE16-3F18-41A9-B64F-2FE41726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026A8-4244-453C-BE8E-D3B8A15F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Identify common blood components and indications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Apply patient and product verification safeguards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Recognize transfusion reactions and initiate the correct response</a:t>
            </a:r>
          </a:p>
        </p:txBody>
      </p:sp>
    </p:spTree>
    <p:extLst>
      <p:ext uri="{BB962C8B-B14F-4D97-AF65-F5344CB8AC3E}">
        <p14:creationId xmlns:p14="http://schemas.microsoft.com/office/powerpoint/2010/main" val="1557637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17D6C-65AA-4DA4-97A3-EAEF92E7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Therapeutic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B2647-B6E9-4F33-BD9D-F6B4D8E1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EFDD9-9CBD-40BC-8710-D18F47B8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Blood components may restore oxygen-carrying capacity, circulating volume, platelets, or coagulation factors. Verify the current indication and prescriber order for the specific component.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c11e1486b4b1b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9453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F585D-679C-4FEE-87DB-6FD324AC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D04FD-D0B4-4DFF-AB01-817B8DD3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0D846-1BE0-433B-B855-09A5F3FC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Use the institution's approved two-person or electronic verification process. Match the patient, order, compatibility record, unit identifiers, expiration, and product appearance before connection.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a7c6a6ce741d2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32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F2293-B4F1-4409-B44E-1988B035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AABC1-8B62-41E7-8190-4847F5F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F2B95-1C6C-4205-B32A-D176A043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Obtain baseline assessment, use approved blood tubing and compatible solution, begin within the required time, remain available during the early period, and monitor at policy-defined intervals.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181fdebca49f7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86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13B6D-EE40-42E3-8EBD-747A4C12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Suspected reaction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5CC2E-E580-4F2B-96BC-6B6BF123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E353D-A4F5-489C-B740-964014E9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Stop the transfusion immediately. Maintain access as policy directs, assess airway and circulation, obtain vital signs, notify the RN and prescriber, recheck identification, and complete required specimens and documentation.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251d89ebd4926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95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5E960-FD08-4480-87A8-6F333065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412CC-A7FC-461A-A817-367297F9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E8B49-B8C0-41CF-B1E3-E6A3A766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Complete a mock bedside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Differentiate allergic, febrile, hemolytic, overload, and septic findings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Use SBAR to report a suspected reaction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0C469-A0EC-4685-BB13-3927BA3E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quiz before attending the skills lab.</a:t>
            </a:r>
          </a:p>
        </p:txBody>
      </p:sp>
    </p:spTree>
    <p:extLst>
      <p:ext uri="{BB962C8B-B14F-4D97-AF65-F5344CB8AC3E}">
        <p14:creationId xmlns:p14="http://schemas.microsoft.com/office/powerpoint/2010/main" val="1768758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2026-09-11T14:11:30.4090000Z</dcterms:created>
  <dcterms:modified xsi:type="dcterms:W3CDTF">2026-09-11T14:11:30.4090000Z</dcterms:modified>
</coreProperties>
</file>