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bd5aced0c40bc" /><Relationship Type="http://schemas.openxmlformats.org/officeDocument/2006/relationships/extended-properties" Target="/docProps/app.xml" Id="R7408ecb901c64bb5" /><Relationship Type="http://schemas.openxmlformats.org/officeDocument/2006/relationships/officeDocument" Target="/ppt/presentation.xml" Id="R3dabbc8945ee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eaf7ed62947df"/>
  </p:sldMasterIdLst>
  <p:notesMasterIdLst>
    <p:notesMasterId xmlns:r="http://schemas.openxmlformats.org/officeDocument/2006/relationships" r:id="R72ad88dc25ad4fba"/>
  </p:notesMasterIdLst>
  <p:sldIdLst>
    <p:sldId xmlns:r="http://schemas.openxmlformats.org/officeDocument/2006/relationships" id="256" r:id="R23d0f10bf2594e6b"/>
    <p:sldId xmlns:r="http://schemas.openxmlformats.org/officeDocument/2006/relationships" id="257" r:id="Rce098b63430d42e0"/>
    <p:sldId xmlns:r="http://schemas.openxmlformats.org/officeDocument/2006/relationships" id="258" r:id="Ra22231177fc74ce8"/>
    <p:sldId xmlns:r="http://schemas.openxmlformats.org/officeDocument/2006/relationships" id="259" r:id="R668c840a5b864e65"/>
    <p:sldId xmlns:r="http://schemas.openxmlformats.org/officeDocument/2006/relationships" id="260" r:id="Rb07b6655a39a4cf1"/>
    <p:sldId xmlns:r="http://schemas.openxmlformats.org/officeDocument/2006/relationships" id="261" r:id="Rc06298e9f8c940cc"/>
    <p:sldId xmlns:r="http://schemas.openxmlformats.org/officeDocument/2006/relationships" id="262" r:id="R5e6fc460d1ef429a"/>
    <p:sldId xmlns:r="http://schemas.openxmlformats.org/officeDocument/2006/relationships" id="263" r:id="Rd07b63d242bf4afb"/>
    <p:sldId xmlns:r="http://schemas.openxmlformats.org/officeDocument/2006/relationships" id="264" r:id="Rf7b2f3618f634f74"/>
    <p:sldId xmlns:r="http://schemas.openxmlformats.org/officeDocument/2006/relationships" id="265" r:id="R0faeb8a8be0b4895"/>
    <p:sldId xmlns:r="http://schemas.openxmlformats.org/officeDocument/2006/relationships" id="266" r:id="Raac286aeb7844807"/>
    <p:sldId xmlns:r="http://schemas.openxmlformats.org/officeDocument/2006/relationships" id="267" r:id="R7e8c591b767c4ce1"/>
    <p:sldId xmlns:r="http://schemas.openxmlformats.org/officeDocument/2006/relationships" id="268" r:id="Ra6c2ebf683d94508"/>
    <p:sldId xmlns:r="http://schemas.openxmlformats.org/officeDocument/2006/relationships" id="269" r:id="Red4386836ecd4471"/>
    <p:sldId xmlns:r="http://schemas.openxmlformats.org/officeDocument/2006/relationships" id="270" r:id="Rc339988af9f44bb5"/>
    <p:sldId xmlns:r="http://schemas.openxmlformats.org/officeDocument/2006/relationships" id="271" r:id="R88b335fd90cb4547"/>
    <p:sldId xmlns:r="http://schemas.openxmlformats.org/officeDocument/2006/relationships" id="272" r:id="R7899b76dec964742"/>
    <p:sldId xmlns:r="http://schemas.openxmlformats.org/officeDocument/2006/relationships" id="273" r:id="Raa4ba0d8885144a5"/>
    <p:sldId xmlns:r="http://schemas.openxmlformats.org/officeDocument/2006/relationships" id="274" r:id="R8fcbec92c8b044e6"/>
    <p:sldId xmlns:r="http://schemas.openxmlformats.org/officeDocument/2006/relationships" id="275" r:id="Rf040554b484242b1"/>
    <p:sldId xmlns:r="http://schemas.openxmlformats.org/officeDocument/2006/relationships" id="276" r:id="Re1ca2b256f254b4c"/>
    <p:sldId xmlns:r="http://schemas.openxmlformats.org/officeDocument/2006/relationships" id="277" r:id="Rc8821a7863bd4856"/>
    <p:sldId xmlns:r="http://schemas.openxmlformats.org/officeDocument/2006/relationships" id="278" r:id="R0c72f58af8da43cd"/>
    <p:sldId xmlns:r="http://schemas.openxmlformats.org/officeDocument/2006/relationships" id="279" r:id="R8c832c81629846e3"/>
    <p:sldId xmlns:r="http://schemas.openxmlformats.org/officeDocument/2006/relationships" id="280" r:id="Rcf1bf72b66dd4cff"/>
    <p:sldId xmlns:r="http://schemas.openxmlformats.org/officeDocument/2006/relationships" id="281" r:id="Reeec436401a04222"/>
    <p:sldId xmlns:r="http://schemas.openxmlformats.org/officeDocument/2006/relationships" id="282" r:id="R1c0a48388d9b4562"/>
    <p:sldId xmlns:r="http://schemas.openxmlformats.org/officeDocument/2006/relationships" id="283" r:id="Ra89ce68b009b4f03"/>
    <p:sldId xmlns:r="http://schemas.openxmlformats.org/officeDocument/2006/relationships" id="284" r:id="R0f12365dbb4b47e5"/>
    <p:sldId xmlns:r="http://schemas.openxmlformats.org/officeDocument/2006/relationships" id="285" r:id="R21733397a38b4905"/>
    <p:sldId xmlns:r="http://schemas.openxmlformats.org/officeDocument/2006/relationships" id="286" r:id="R9130784388054585"/>
    <p:sldId xmlns:r="http://schemas.openxmlformats.org/officeDocument/2006/relationships" id="287" r:id="R91ae4b56b51c4b93"/>
    <p:sldId xmlns:r="http://schemas.openxmlformats.org/officeDocument/2006/relationships" id="288" r:id="R65ce3bdc7e194b26"/>
    <p:sldId xmlns:r="http://schemas.openxmlformats.org/officeDocument/2006/relationships" id="289" r:id="Ra184ed22ece841f7"/>
    <p:sldId xmlns:r="http://schemas.openxmlformats.org/officeDocument/2006/relationships" id="290" r:id="Rfc3c9e286dbc4f23"/>
    <p:sldId xmlns:r="http://schemas.openxmlformats.org/officeDocument/2006/relationships" id="291" r:id="R957f00fc67684de9"/>
    <p:sldId xmlns:r="http://schemas.openxmlformats.org/officeDocument/2006/relationships" id="292" r:id="R991cf9e3bed348c1"/>
    <p:sldId xmlns:r="http://schemas.openxmlformats.org/officeDocument/2006/relationships" id="293" r:id="R87d49759a4ed46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0b99f3a1c40ad" /><Relationship Type="http://schemas.openxmlformats.org/officeDocument/2006/relationships/slideMaster" Target="/ppt/slideMasters/slideMaster1.xml" Id="R057eaf7ed62947df" /><Relationship Type="http://schemas.openxmlformats.org/officeDocument/2006/relationships/notesMaster" Target="/ppt/notesMasters/notesMaster1.xml" Id="R72ad88dc25ad4fba" /><Relationship Type="http://schemas.openxmlformats.org/officeDocument/2006/relationships/presProps" Target="/ppt/presProps.xml" Id="R98259ae16d3b47ff" /><Relationship Type="http://schemas.openxmlformats.org/officeDocument/2006/relationships/tableStyles" Target="/ppt/tableStyles.xml" Id="Rb4893504191742f8" /><Relationship Type="http://schemas.openxmlformats.org/officeDocument/2006/relationships/slide" Target="/ppt/slides/slide1.xml" Id="R23d0f10bf2594e6b" /><Relationship Type="http://schemas.openxmlformats.org/officeDocument/2006/relationships/slide" Target="/ppt/slides/slide2.xml" Id="Rce098b63430d42e0" /><Relationship Type="http://schemas.openxmlformats.org/officeDocument/2006/relationships/slide" Target="/ppt/slides/slide3.xml" Id="Ra22231177fc74ce8" /><Relationship Type="http://schemas.openxmlformats.org/officeDocument/2006/relationships/slide" Target="/ppt/slides/slide4.xml" Id="R668c840a5b864e65" /><Relationship Type="http://schemas.openxmlformats.org/officeDocument/2006/relationships/slide" Target="/ppt/slides/slide5.xml" Id="Rb07b6655a39a4cf1" /><Relationship Type="http://schemas.openxmlformats.org/officeDocument/2006/relationships/slide" Target="/ppt/slides/slide6.xml" Id="Rc06298e9f8c940cc" /><Relationship Type="http://schemas.openxmlformats.org/officeDocument/2006/relationships/slide" Target="/ppt/slides/slide7.xml" Id="R5e6fc460d1ef429a" /><Relationship Type="http://schemas.openxmlformats.org/officeDocument/2006/relationships/slide" Target="/ppt/slides/slide8.xml" Id="Rd07b63d242bf4afb" /><Relationship Type="http://schemas.openxmlformats.org/officeDocument/2006/relationships/slide" Target="/ppt/slides/slide9.xml" Id="Rf7b2f3618f634f74" /><Relationship Type="http://schemas.openxmlformats.org/officeDocument/2006/relationships/slide" Target="/ppt/slides/slide10.xml" Id="R0faeb8a8be0b4895" /><Relationship Type="http://schemas.openxmlformats.org/officeDocument/2006/relationships/slide" Target="/ppt/slides/slide11.xml" Id="Raac286aeb7844807" /><Relationship Type="http://schemas.openxmlformats.org/officeDocument/2006/relationships/slide" Target="/ppt/slides/slide12.xml" Id="R7e8c591b767c4ce1" /><Relationship Type="http://schemas.openxmlformats.org/officeDocument/2006/relationships/slide" Target="/ppt/slides/slide13.xml" Id="Ra6c2ebf683d94508" /><Relationship Type="http://schemas.openxmlformats.org/officeDocument/2006/relationships/slide" Target="/ppt/slides/slide14.xml" Id="Red4386836ecd4471" /><Relationship Type="http://schemas.openxmlformats.org/officeDocument/2006/relationships/slide" Target="/ppt/slides/slide15.xml" Id="Rc339988af9f44bb5" /><Relationship Type="http://schemas.openxmlformats.org/officeDocument/2006/relationships/slide" Target="/ppt/slides/slide16.xml" Id="R88b335fd90cb4547" /><Relationship Type="http://schemas.openxmlformats.org/officeDocument/2006/relationships/slide" Target="/ppt/slides/slide17.xml" Id="R7899b76dec964742" /><Relationship Type="http://schemas.openxmlformats.org/officeDocument/2006/relationships/slide" Target="/ppt/slides/slide18.xml" Id="Raa4ba0d8885144a5" /><Relationship Type="http://schemas.openxmlformats.org/officeDocument/2006/relationships/slide" Target="/ppt/slides/slide19.xml" Id="R8fcbec92c8b044e6" /><Relationship Type="http://schemas.openxmlformats.org/officeDocument/2006/relationships/slide" Target="/ppt/slides/slide20.xml" Id="Rf040554b484242b1" /><Relationship Type="http://schemas.openxmlformats.org/officeDocument/2006/relationships/slide" Target="/ppt/slides/slide21.xml" Id="Re1ca2b256f254b4c" /><Relationship Type="http://schemas.openxmlformats.org/officeDocument/2006/relationships/slide" Target="/ppt/slides/slide22.xml" Id="Rc8821a7863bd4856" /><Relationship Type="http://schemas.openxmlformats.org/officeDocument/2006/relationships/slide" Target="/ppt/slides/slide23.xml" Id="R0c72f58af8da43cd" /><Relationship Type="http://schemas.openxmlformats.org/officeDocument/2006/relationships/slide" Target="/ppt/slides/slide24.xml" Id="R8c832c81629846e3" /><Relationship Type="http://schemas.openxmlformats.org/officeDocument/2006/relationships/slide" Target="/ppt/slides/slide25.xml" Id="Rcf1bf72b66dd4cff" /><Relationship Type="http://schemas.openxmlformats.org/officeDocument/2006/relationships/slide" Target="/ppt/slides/slide26.xml" Id="Reeec436401a04222" /><Relationship Type="http://schemas.openxmlformats.org/officeDocument/2006/relationships/slide" Target="/ppt/slides/slide27.xml" Id="R1c0a48388d9b4562" /><Relationship Type="http://schemas.openxmlformats.org/officeDocument/2006/relationships/slide" Target="/ppt/slides/slide28.xml" Id="Ra89ce68b009b4f03" /><Relationship Type="http://schemas.openxmlformats.org/officeDocument/2006/relationships/slide" Target="/ppt/slides/slide29.xml" Id="R0f12365dbb4b47e5" /><Relationship Type="http://schemas.openxmlformats.org/officeDocument/2006/relationships/slide" Target="/ppt/slides/slide30.xml" Id="R21733397a38b4905" /><Relationship Type="http://schemas.openxmlformats.org/officeDocument/2006/relationships/slide" Target="/ppt/slides/slide31.xml" Id="R9130784388054585" /><Relationship Type="http://schemas.openxmlformats.org/officeDocument/2006/relationships/slide" Target="/ppt/slides/slide32.xml" Id="R91ae4b56b51c4b93" /><Relationship Type="http://schemas.openxmlformats.org/officeDocument/2006/relationships/slide" Target="/ppt/slides/slide33.xml" Id="R65ce3bdc7e194b26" /><Relationship Type="http://schemas.openxmlformats.org/officeDocument/2006/relationships/slide" Target="/ppt/slides/slide34.xml" Id="Ra184ed22ece841f7" /><Relationship Type="http://schemas.openxmlformats.org/officeDocument/2006/relationships/slide" Target="/ppt/slides/slide35.xml" Id="Rfc3c9e286dbc4f23" /><Relationship Type="http://schemas.openxmlformats.org/officeDocument/2006/relationships/slide" Target="/ppt/slides/slide36.xml" Id="R957f00fc67684de9" /><Relationship Type="http://schemas.openxmlformats.org/officeDocument/2006/relationships/slide" Target="/ppt/slides/slide37.xml" Id="R991cf9e3bed348c1" /><Relationship Type="http://schemas.openxmlformats.org/officeDocument/2006/relationships/slide" Target="/ppt/slides/slide38.xml" Id="R87d49759a4ed46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37fee5f9c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622a17f114c97" /><Relationship Type="http://schemas.openxmlformats.org/officeDocument/2006/relationships/notesMaster" Target="/ppt/notesMasters/notesMaster1.xml" Id="Re7c67b8b5da64b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fb7d74792b4ed2" /><Relationship Type="http://schemas.openxmlformats.org/officeDocument/2006/relationships/notesMaster" Target="/ppt/notesMasters/notesMaster1.xml" Id="R310fce83842b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1dc7ecd9a344d7" /><Relationship Type="http://schemas.openxmlformats.org/officeDocument/2006/relationships/notesMaster" Target="/ppt/notesMasters/notesMaster1.xml" Id="Rea5ac3c7f76b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610ca22525403e" /><Relationship Type="http://schemas.openxmlformats.org/officeDocument/2006/relationships/notesMaster" Target="/ppt/notesMasters/notesMaster1.xml" Id="R24863dad5bcc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e6774c9b348f8" /><Relationship Type="http://schemas.openxmlformats.org/officeDocument/2006/relationships/notesMaster" Target="/ppt/notesMasters/notesMaster1.xml" Id="R6f6b769800c4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1b659f12842f4" /><Relationship Type="http://schemas.openxmlformats.org/officeDocument/2006/relationships/notesMaster" Target="/ppt/notesMasters/notesMaster1.xml" Id="R3d0817e27a9748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b089a9c5084aa6" /><Relationship Type="http://schemas.openxmlformats.org/officeDocument/2006/relationships/notesMaster" Target="/ppt/notesMasters/notesMaster1.xml" Id="Rf1fb705778f740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19483eadf45a7" /><Relationship Type="http://schemas.openxmlformats.org/officeDocument/2006/relationships/notesMaster" Target="/ppt/notesMasters/notesMaster1.xml" Id="Rfaa78de0732d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9f7bee51364d92" /><Relationship Type="http://schemas.openxmlformats.org/officeDocument/2006/relationships/notesMaster" Target="/ppt/notesMasters/notesMaster1.xml" Id="Ra8f10cf12a8244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86ae12fc3f41bf" /><Relationship Type="http://schemas.openxmlformats.org/officeDocument/2006/relationships/notesMaster" Target="/ppt/notesMasters/notesMaster1.xml" Id="R94f853b4160547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8d5332f5614c76" /><Relationship Type="http://schemas.openxmlformats.org/officeDocument/2006/relationships/notesMaster" Target="/ppt/notesMasters/notesMaster1.xml" Id="Rc795bd320bc24b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978d6768214d14" /><Relationship Type="http://schemas.openxmlformats.org/officeDocument/2006/relationships/notesMaster" Target="/ppt/notesMasters/notesMaster1.xml" Id="R99e7e1e1774246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8ac7161d9c4bb0" /><Relationship Type="http://schemas.openxmlformats.org/officeDocument/2006/relationships/notesMaster" Target="/ppt/notesMasters/notesMaster1.xml" Id="Rfa877e74fb7d41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0410cc43ee4ce5" /><Relationship Type="http://schemas.openxmlformats.org/officeDocument/2006/relationships/notesMaster" Target="/ppt/notesMasters/notesMaster1.xml" Id="R753c807210dc42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6170ef4933411c" /><Relationship Type="http://schemas.openxmlformats.org/officeDocument/2006/relationships/notesMaster" Target="/ppt/notesMasters/notesMaster1.xml" Id="R227c97f2d56b46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b5b8e6d3f5482a" /><Relationship Type="http://schemas.openxmlformats.org/officeDocument/2006/relationships/notesMaster" Target="/ppt/notesMasters/notesMaster1.xml" Id="R59f44f7788284f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a7d8f071ca4faa" /><Relationship Type="http://schemas.openxmlformats.org/officeDocument/2006/relationships/notesMaster" Target="/ppt/notesMasters/notesMaster1.xml" Id="R6aa2ea947ca448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df5317b421415e" /><Relationship Type="http://schemas.openxmlformats.org/officeDocument/2006/relationships/notesMaster" Target="/ppt/notesMasters/notesMaster1.xml" Id="R98e4024d496f41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a4d7d8f4684624" /><Relationship Type="http://schemas.openxmlformats.org/officeDocument/2006/relationships/notesMaster" Target="/ppt/notesMasters/notesMaster1.xml" Id="R47546c461ef949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bb8460305d4074" /><Relationship Type="http://schemas.openxmlformats.org/officeDocument/2006/relationships/notesMaster" Target="/ppt/notesMasters/notesMaster1.xml" Id="R1583548ab7cd42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d7ef637d5449f7" /><Relationship Type="http://schemas.openxmlformats.org/officeDocument/2006/relationships/notesMaster" Target="/ppt/notesMasters/notesMaster1.xml" Id="R4acf8ac37a9c45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dd33005b164619" /><Relationship Type="http://schemas.openxmlformats.org/officeDocument/2006/relationships/notesMaster" Target="/ppt/notesMasters/notesMaster1.xml" Id="R2e3dd3f52c1f4d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d001785640407b" /><Relationship Type="http://schemas.openxmlformats.org/officeDocument/2006/relationships/notesMaster" Target="/ppt/notesMasters/notesMaster1.xml" Id="R11f37e20350345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e443b7c7494713" /><Relationship Type="http://schemas.openxmlformats.org/officeDocument/2006/relationships/notesMaster" Target="/ppt/notesMasters/notesMaster1.xml" Id="R3a23dc3c381f42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7cf22ae1f14aa0" /><Relationship Type="http://schemas.openxmlformats.org/officeDocument/2006/relationships/notesMaster" Target="/ppt/notesMasters/notesMaster1.xml" Id="Rc3e659d0f22e49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e9c09aea0c491f" /><Relationship Type="http://schemas.openxmlformats.org/officeDocument/2006/relationships/notesMaster" Target="/ppt/notesMasters/notesMaster1.xml" Id="R6b3fd572dfb741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e2bec66fc34c88" /><Relationship Type="http://schemas.openxmlformats.org/officeDocument/2006/relationships/notesMaster" Target="/ppt/notesMasters/notesMaster1.xml" Id="R5b2be9cf035a4bf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2026541db34943" /><Relationship Type="http://schemas.openxmlformats.org/officeDocument/2006/relationships/notesMaster" Target="/ppt/notesMasters/notesMaster1.xml" Id="Rda5f9ade7f764d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4831038f844aba" /><Relationship Type="http://schemas.openxmlformats.org/officeDocument/2006/relationships/notesMaster" Target="/ppt/notesMasters/notesMaster1.xml" Id="Rd97a7183e09c4a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5cea7a83ef491b" /><Relationship Type="http://schemas.openxmlformats.org/officeDocument/2006/relationships/notesMaster" Target="/ppt/notesMasters/notesMaster1.xml" Id="R7847f166a28147d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8e88e7506e4f8d" /><Relationship Type="http://schemas.openxmlformats.org/officeDocument/2006/relationships/notesMaster" Target="/ppt/notesMasters/notesMaster1.xml" Id="R0eefe9d874c94e9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c087ee04bce4c6c" /><Relationship Type="http://schemas.openxmlformats.org/officeDocument/2006/relationships/notesMaster" Target="/ppt/notesMasters/notesMaster1.xml" Id="Rcbbbf73e13894d2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baaca873c24133" /><Relationship Type="http://schemas.openxmlformats.org/officeDocument/2006/relationships/notesMaster" Target="/ppt/notesMasters/notesMaster1.xml" Id="R6bc6977aa2b240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f862194eae4df9" /><Relationship Type="http://schemas.openxmlformats.org/officeDocument/2006/relationships/notesMaster" Target="/ppt/notesMasters/notesMaster1.xml" Id="R4dbcf433c2e9463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f2a1e6057ea4c72" /><Relationship Type="http://schemas.openxmlformats.org/officeDocument/2006/relationships/notesMaster" Target="/ppt/notesMasters/notesMaster1.xml" Id="Rdc099848a72945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0dde2072f34a92" /><Relationship Type="http://schemas.openxmlformats.org/officeDocument/2006/relationships/notesMaster" Target="/ppt/notesMasters/notesMaster1.xml" Id="Rd3c2c8b2e4aa4a7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b713a58bf54460" /><Relationship Type="http://schemas.openxmlformats.org/officeDocument/2006/relationships/notesMaster" Target="/ppt/notesMasters/notesMaster1.xml" Id="Rf422851f16c8423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ab7c06136b44e3" /><Relationship Type="http://schemas.openxmlformats.org/officeDocument/2006/relationships/notesMaster" Target="/ppt/notesMasters/notesMaster1.xml" Id="R1ad1e0c8fc8d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90e3985c24a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ff1a56a4348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423c928e546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f265d5faf4b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a29c429f641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894aee4784a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654594-8051-451C-88A5-63E24935C3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062156-69E2-46F4-8E95-4991DAE49C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DD1B1B-8F09-4D42-B8EB-52E908E62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04798E-2A89-4F7D-BDF0-200244932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8D28A6-6D8F-40B8-AC82-E8A6BEA4A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A2629E-280C-45AA-BA55-7C208AA55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F60541-5DAD-47C2-BDC3-0F312F2946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60C45A-C3F2-40B8-AA10-2C8862CEC7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21A5F1-66D5-426C-8C6B-5F460237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A8223-E6E1-4747-A2FE-1362CB221F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d5e0a97b9404e" /><Relationship Type="http://schemas.openxmlformats.org/officeDocument/2006/relationships/slideLayout" Target="/ppt/slideLayouts/slideLayout1.xml" Id="R77b9c563dfe64b8c" /><Relationship Type="http://schemas.openxmlformats.org/officeDocument/2006/relationships/slideLayout" Target="/ppt/slideLayouts/slideLayout2.xml" Id="R0f59f713a1244bfe" /><Relationship Type="http://schemas.openxmlformats.org/officeDocument/2006/relationships/slideLayout" Target="/ppt/slideLayouts/slideLayout3.xml" Id="R208f05297a944b1b" /><Relationship Type="http://schemas.openxmlformats.org/officeDocument/2006/relationships/slideLayout" Target="/ppt/slideLayouts/slideLayout4.xml" Id="R7576dfbd66974b00" /><Relationship Type="http://schemas.openxmlformats.org/officeDocument/2006/relationships/slideLayout" Target="/ppt/slideLayouts/slideLayout5.xml" Id="Rcbea7e1d25c74388" /><Relationship Type="http://schemas.openxmlformats.org/officeDocument/2006/relationships/slideLayout" Target="/ppt/slideLayouts/slideLayout6.xml" Id="R154f3660ecf84e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b9c563dfe64b8c"/>
    <p:sldLayoutId xmlns:r="http://schemas.openxmlformats.org/officeDocument/2006/relationships" id="2147483650" r:id="R0f59f713a1244bfe"/>
    <p:sldLayoutId xmlns:r="http://schemas.openxmlformats.org/officeDocument/2006/relationships" id="2147483651" r:id="R208f05297a944b1b"/>
    <p:sldLayoutId xmlns:r="http://schemas.openxmlformats.org/officeDocument/2006/relationships" id="2147483652" r:id="R7576dfbd66974b00"/>
    <p:sldLayoutId xmlns:r="http://schemas.openxmlformats.org/officeDocument/2006/relationships" id="2147483653" r:id="Rcbea7e1d25c74388"/>
    <p:sldLayoutId xmlns:r="http://schemas.openxmlformats.org/officeDocument/2006/relationships" id="2147483654" r:id="R154f3660ecf84e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2c1acd8b54f0b" /><Relationship Type="http://schemas.openxmlformats.org/officeDocument/2006/relationships/notesSlide" Target="/ppt/notesSlides/notesSlide1.xml" Id="R68885408529342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400a4aadf48ad" /><Relationship Type="http://schemas.openxmlformats.org/officeDocument/2006/relationships/notesSlide" Target="/ppt/notesSlides/notesSlide2.xml" Id="R6289c365b919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9e044b3d74f73" /><Relationship Type="http://schemas.openxmlformats.org/officeDocument/2006/relationships/notesSlide" Target="/ppt/notesSlides/notesSlide3.xml" Id="R3d3e3c7f8496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b50cae1564d99" /><Relationship Type="http://schemas.openxmlformats.org/officeDocument/2006/relationships/notesSlide" Target="/ppt/notesSlides/notesSlide4.xml" Id="R37c14eada3dc45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13c6489c04b01" /><Relationship Type="http://schemas.openxmlformats.org/officeDocument/2006/relationships/notesSlide" Target="/ppt/notesSlides/notesSlide5.xml" Id="R12581997b877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5675b500b4ceb" /><Relationship Type="http://schemas.openxmlformats.org/officeDocument/2006/relationships/notesSlide" Target="/ppt/notesSlides/notesSlide6.xml" Id="Ra845f5cf2f6b4b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586d07aa64c01" /><Relationship Type="http://schemas.openxmlformats.org/officeDocument/2006/relationships/notesSlide" Target="/ppt/notesSlides/notesSlide7.xml" Id="Rf87f91e16a60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231bc30ce4dc3" /><Relationship Type="http://schemas.openxmlformats.org/officeDocument/2006/relationships/notesSlide" Target="/ppt/notesSlides/notesSlide8.xml" Id="Rfe337437abf945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414b0a86b4001" /><Relationship Type="http://schemas.openxmlformats.org/officeDocument/2006/relationships/notesSlide" Target="/ppt/notesSlides/notesSlide9.xml" Id="R74c09090ec9145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05704b1de4d69" /><Relationship Type="http://schemas.openxmlformats.org/officeDocument/2006/relationships/notesSlide" Target="/ppt/notesSlides/notesSlide10.xml" Id="Rc4b3e451730449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6688201084ca7" /><Relationship Type="http://schemas.openxmlformats.org/officeDocument/2006/relationships/notesSlide" Target="/ppt/notesSlides/notesSlide11.xml" Id="Rd5bf8f0acd8c44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b1684fcf642d5" /><Relationship Type="http://schemas.openxmlformats.org/officeDocument/2006/relationships/notesSlide" Target="/ppt/notesSlides/notesSlide12.xml" Id="R84e44e0e44724c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8a3f9fe5f4bd0" /><Relationship Type="http://schemas.openxmlformats.org/officeDocument/2006/relationships/notesSlide" Target="/ppt/notesSlides/notesSlide13.xml" Id="Rd5b2dcc6bc7748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bdfdbce2744be" /><Relationship Type="http://schemas.openxmlformats.org/officeDocument/2006/relationships/notesSlide" Target="/ppt/notesSlides/notesSlide14.xml" Id="R6baf877678894f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be4f225a84523" /><Relationship Type="http://schemas.openxmlformats.org/officeDocument/2006/relationships/notesSlide" Target="/ppt/notesSlides/notesSlide15.xml" Id="Rf965b101ab6243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2f2d566114319" /><Relationship Type="http://schemas.openxmlformats.org/officeDocument/2006/relationships/notesSlide" Target="/ppt/notesSlides/notesSlide16.xml" Id="Rb2965cb341324c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59d2f68f54f7a" /><Relationship Type="http://schemas.openxmlformats.org/officeDocument/2006/relationships/notesSlide" Target="/ppt/notesSlides/notesSlide17.xml" Id="R441235459bfe4b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8f8b8c1294992" /><Relationship Type="http://schemas.openxmlformats.org/officeDocument/2006/relationships/notesSlide" Target="/ppt/notesSlides/notesSlide18.xml" Id="Rb7c5efea36664e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c65a57e284d03" /><Relationship Type="http://schemas.openxmlformats.org/officeDocument/2006/relationships/notesSlide" Target="/ppt/notesSlides/notesSlide19.xml" Id="R94dda588983342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635f0bf784ddf" /><Relationship Type="http://schemas.openxmlformats.org/officeDocument/2006/relationships/notesSlide" Target="/ppt/notesSlides/notesSlide20.xml" Id="R83e70e1f3d4c4f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9e2fe46d84f98" /><Relationship Type="http://schemas.openxmlformats.org/officeDocument/2006/relationships/notesSlide" Target="/ppt/notesSlides/notesSlide21.xml" Id="R9f6a017523404b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24bdc232d4dc4" /><Relationship Type="http://schemas.openxmlformats.org/officeDocument/2006/relationships/notesSlide" Target="/ppt/notesSlides/notesSlide22.xml" Id="R1fdee64c66fd4c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635256fef4739" /><Relationship Type="http://schemas.openxmlformats.org/officeDocument/2006/relationships/notesSlide" Target="/ppt/notesSlides/notesSlide23.xml" Id="R9f4316d5daba43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631d74c8b44c9" /><Relationship Type="http://schemas.openxmlformats.org/officeDocument/2006/relationships/notesSlide" Target="/ppt/notesSlides/notesSlide24.xml" Id="Rf02a09deb39245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c1478ea1d4fa0" /><Relationship Type="http://schemas.openxmlformats.org/officeDocument/2006/relationships/notesSlide" Target="/ppt/notesSlides/notesSlide25.xml" Id="R3fdda24d61c649a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61107a2ee445df" /><Relationship Type="http://schemas.openxmlformats.org/officeDocument/2006/relationships/notesSlide" Target="/ppt/notesSlides/notesSlide26.xml" Id="R7a80a1d7505944e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70d155a2b418d" /><Relationship Type="http://schemas.openxmlformats.org/officeDocument/2006/relationships/notesSlide" Target="/ppt/notesSlides/notesSlide27.xml" Id="Ra4528d596f404c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7173d52ab48d9" /><Relationship Type="http://schemas.openxmlformats.org/officeDocument/2006/relationships/notesSlide" Target="/ppt/notesSlides/notesSlide28.xml" Id="R4a8a64a8bc43426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dec2df81e40d2" /><Relationship Type="http://schemas.openxmlformats.org/officeDocument/2006/relationships/notesSlide" Target="/ppt/notesSlides/notesSlide29.xml" Id="Re10b352cb738486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41d490b94427a" /><Relationship Type="http://schemas.openxmlformats.org/officeDocument/2006/relationships/notesSlide" Target="/ppt/notesSlides/notesSlide30.xml" Id="R0ccb7d488bf742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2edfcce974b91" /><Relationship Type="http://schemas.openxmlformats.org/officeDocument/2006/relationships/notesSlide" Target="/ppt/notesSlides/notesSlide31.xml" Id="R3de1edb5a6ed4d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66e40f3a84f34" /><Relationship Type="http://schemas.openxmlformats.org/officeDocument/2006/relationships/notesSlide" Target="/ppt/notesSlides/notesSlide32.xml" Id="R2f1ebca71c9249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22917e27c4f68" /><Relationship Type="http://schemas.openxmlformats.org/officeDocument/2006/relationships/notesSlide" Target="/ppt/notesSlides/notesSlide33.xml" Id="R6f232ed21b27479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9e5928d3b4cb5" /><Relationship Type="http://schemas.openxmlformats.org/officeDocument/2006/relationships/notesSlide" Target="/ppt/notesSlides/notesSlide34.xml" Id="R47cc652c305b411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92ccc898e49d4" /><Relationship Type="http://schemas.openxmlformats.org/officeDocument/2006/relationships/notesSlide" Target="/ppt/notesSlides/notesSlide35.xml" Id="Rc35c888d012541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abfb576bb4152" /><Relationship Type="http://schemas.openxmlformats.org/officeDocument/2006/relationships/notesSlide" Target="/ppt/notesSlides/notesSlide36.xml" Id="R3094ecbc1ddb4c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f9ef14c344ad2" /><Relationship Type="http://schemas.openxmlformats.org/officeDocument/2006/relationships/notesSlide" Target="/ppt/notesSlides/notesSlide37.xml" Id="Re7b1888e89894d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75e16d7aa4cb8" /><Relationship Type="http://schemas.openxmlformats.org/officeDocument/2006/relationships/notesSlide" Target="/ppt/notesSlides/notesSlide38.xml" Id="R372fba0b25604f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3ADBB-031B-4633-93F6-252BB8DB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458E7-832D-4435-8893-5BE96B0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50E1D-83CF-4F95-95CC-BF59762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Parenteral Nutrition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8BF30-D281-464E-BEE2-30961886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2802B-88E6-4005-8A65-C0DDC0A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958244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D0900-5F4E-47AA-A047-D2BF958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0AEFB-9214-4DCF-878C-F640528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6EA57-6A9B-4BD5-8FEF-5FD61785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13BCD-E8B4-4E11-8AD6-01A026C5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77CAD-E927-44C3-9D66-CC899E0D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Distinguish peripheral from central administration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metabolic, infectious, and mechanical complications</a:t>
            </a:r>
          </a:p>
        </p:txBody>
      </p:sp>
    </p:spTree>
    <p:extLst>
      <p:ext uri="{BB962C8B-B14F-4D97-AF65-F5344CB8AC3E}">
        <p14:creationId xmlns:p14="http://schemas.microsoft.com/office/powerpoint/2010/main" val="1989186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77D99-04C5-4D7F-8EF9-2B1DE88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352C5-F98C-442B-ACF9-D8EB4B62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Why parenteral nutrition is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8A983-FD16-48AB-B080-5B2B89D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F359F-6B77-47F7-9D86-3D127C2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EBB03-4ECF-4B9C-BFB2-2EF7793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supports patients whose gastrointestinal tract cannot meet nutritional needs.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Formulations may contain amino acids, dextrose, electrolytes, vitamins, trace elements, fluid, and lipids.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667ED-3C1C-49E5-BDFD-91214761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24999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2AD77-A8E0-4893-9743-96DA255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F4634-7726-49A8-BA46-36A6CF1D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Route and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7BF64-E1E2-41C5-9EB1-07489D2C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E07C4-EC70-4174-B33E-B7F907EB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0BB41-6622-43A3-9A6C-635A262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Concentrated formulations generally require central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prescribed route, formulation, filter, tubing, and dedicated lumen.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CF3B8-460E-43CF-B73F-35416721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87330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05330-1D6A-43A0-800B-6FD1FBD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F6EFC-ADE6-4C43-9A88-232B470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0C36A-0658-455F-B9A4-104DD4C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AC3D1-C4A2-4C96-9469-D04615B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1845A-5B91-4233-BE5D-9F839EC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strict asepsis, compare the bag with the order, inspect for separation or precipitate, program the exact rate, and avoid unapproved concurrent medications.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accelerate a delayed infusion.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689C7-D504-41EF-BB2D-594458C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5204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2FE52-E605-433E-A6FF-182F2939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B2850-2FDF-45FC-8002-91FADA6D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5649A-DBB6-4AA9-B0EC-4B415B43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EF97E-C153-4948-AEFF-8171481A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70D58-DC85-45E7-911D-1969DFAA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EDE9C-FCCE-444C-BF2A-3F5D326F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62957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EF762-2AD1-4A66-9888-92F9F5A3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04EA2-8EBA-4C2D-98D5-98A05B3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792E7-44D6-4762-A85A-46413D4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8794F-D272-4A32-BAE4-537FF793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44C86-F0D5-45FD-BE30-DB2CEFF5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46E51-6B11-4972-9689-1FF0366C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67226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6B9AA-5773-460F-9070-5517FFC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BF68E-19E6-41F8-A1C4-6E0408A6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75C9F-1480-46B5-B007-B132B04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795D2-7B45-4F51-B29E-567F6EE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8F30-5E5B-498C-A178-B4D8160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0C511-C542-463C-87AC-893C92E6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20735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409DD-0DA8-4CE9-96ED-51B268C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9E396-3C90-436A-85C9-B9C8ACF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DF75-7E13-442F-89AB-9AC4C9F0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ED9E1-8D7E-4E2F-8637-2A5FB384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B07C4-8717-4F56-B041-EEEA7FBC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B8656-8016-4EFE-A0E3-880CCB9E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5680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DB5D9-4EF1-4A27-92D3-79B31001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50BAE-0849-4498-80EF-00212F36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86F1B-B731-4DE3-B664-E6A01E36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2D856-8E58-450F-A265-867EA884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B04D9-CB9E-4F21-8365-3C6FF2A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IV catheters terminate in a peripheral vein and are used for therapies suitable for peripheral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Midlines terminate in an upper-arm peripheral vein.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PICCs and other central venous access devices terminate centrally; implanted ports are accessed with a noncoring needle.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E25F7-F293-4386-898F-8297695D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99315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223F0-EE76-4AE3-9E96-017C480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E680F-EA36-438E-96A1-FD84394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20664-494F-4917-9AA6-8B4710B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0AC3D-2409-4794-9F7C-ABC7C79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63A01-AF74-412C-8ED3-8B827872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Device selection depends on therapy characteristics, duration, vein health, complication risk, and current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must know which tasks are restricted to the RN or specially authorized personnel.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BD5E3-A370-48F8-A637-F5B20F21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16750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1BA87-9899-4C6B-A344-AEC81DB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62782-FABB-4823-9800-1430A63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CAFD3-AAE1-4EF1-B61D-1C11ED4A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C98A8-930E-4340-9416-2084686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5530D-8965-46B9-8BE1-9AE31D2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for dressing integrity, securement, external length when applicable, tenderness, erythema, swelling, drainage, patency, and systemic signs of infection.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force a flush against resistance.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Clamp and cap in the correct sequence for the device.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current facility/manufacturer guidance for flushing, locking, dressing change, and blood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0841-CA23-461A-A8E1-E8EF2CC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01897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4E7D-9026-457F-A147-AF2BFDFB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39E-EBF0-4878-B44C-6C760378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E5681-1BDC-4F4E-B69D-354DCD0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464E0-588F-4227-B583-A595D99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B2E0C-4FB8-42F9-8DCD-F411BFE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Five Module Objectives At the conclusion of this self-study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Define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Name diseases that may require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tests helpful in assessing nutritional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B56CE-13CB-4C15-A374-E3EADC61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06D0-67A9-4679-8629-F34B26DF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2527167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9CE2-CD00-40FC-9E59-6F389DA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3B134-80D1-420B-9A5B-EAB48BB2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878AF-29C1-41E7-A5CF-25B6B26C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E06BD-143A-4817-BDD8-E702AC36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5B861-448C-49AF-A89D-B2DE379E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the nutritional requirements of the human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normal metabolism and the effects of starvation.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nursing care and intervention of the patient receiving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Total Parenteral Nutrition Indications Metabolic Function Carbohydrates Lipids Protein Nutritional Assessment Starvation Body requirements Administration of TPN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96130-474E-408B-AA4D-9FAC04A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8DCB0-D87A-4F93-B1AD-2CEEA743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14263687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1DC7E-670A-4B68-95C7-9A5B41DF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D8AF-25C9-47F2-B612-24076BCA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C476D-AC8E-45C0-B7C1-57E4D919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A2E22-1B9C-47B7-BEC3-CC12EE6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CE46A-C15E-437F-BBB6-7681304D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Constituents of the solution Infection Monitoring Techniques for patient-care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6C59D-42D4-45E1-9349-D3319F1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93B0F-D12D-4FD9-9BCF-87F21140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1005045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BA4B7-B2C8-46B3-9BED-07543EC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5B974-C0AA-4181-9746-FD3E6BA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EC0F7-FE40-42AD-A57D-9F0FD77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33211-35B9-43A9-A4BF-010F392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187D4-F835-4409-BEBB-3F516A7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During the 1960's a feasible method of delivering total nutrition via the parenteral route was developed (the long term venous access catheter).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Further improvements, including many types of long term tunneled catheters; as well as implanted infusion ports, have paved the way for providing total nutrition for many patients.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Patients who require total parenteral nutrition include those who: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Cannot eat * Will not eat * Have undergone extensive surgery * Have mal-absorption * Are burn victims Normal Metabolism The normal adult requires energy and uses it in the order 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25E90-637D-45DD-97F2-2E08E1BC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72B4B-1E6E-493C-B84C-3F2ADD4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924634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E5CE6-A9D0-4CE9-93FE-3AA26B2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51C60-040A-4A33-856A-02FE277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0C78F-43D0-4BF1-98E1-C1250F6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BD210-A250-4F34-A055-6C8A9DA8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A2D62-8F53-4A1B-BFF2-0BE07DD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carbohydrates, proteins, and fats.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Vitamins, trace elements, fluids and electrolytes are also required for normal bodily functions.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a patient undergoes surgery, has a major illness, undergoes stress or trauma, additional nutrients and calories are required.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Metabolism of Carbohydrates The immediate energy needs of the body are met through the metabolism of carbohydrates.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F72E1-89E1-4E73-985F-8FC5A0C6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D984B-F078-4BC5-A1A8-8C2E736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6695350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AD91E-ED9A-4D9F-9FD5-7DEA4AD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09E03-654A-4E06-9BB9-AF65DB3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BBCA0-F562-44F2-B56A-1172C34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83F31-BB87-4B37-B266-BB11DD1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0796A-4E48-4CF5-A190-E3198C87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Complex carbohydrates are broken down to simple sugars in the GI tract.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Glucose then circulates to the body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central nervous system is particularly dependent upon glucose and oxidizes glucose completely for energy.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glucoses, fructose, and galactose are converted into glycogen, which is stored in the liver and muscle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78464-4E85-4815-A33E-0A3155FC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7842E-374C-4EFC-AC2E-DC1B256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2235902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36559-4A22-4CA7-A1FA-3764699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0113D-4509-4E06-9241-C71BCCC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B5B54-8E05-4F1C-96F0-A0D612C7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0E764-A7AF-4565-AA11-ED2E19EF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A7493-F0E2-4885-BBDE-484B0FFD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is secreted by the pancreas in response to high glucose levels in the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halts glycolysis and speeds glycogenesis.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stimulates uptake of glucose for oxidation by many tissues.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promotes the conversion of carbohydrates to lipids.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11DC7-69A8-4723-AFE9-EDA6765B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719A8-15C9-4442-B906-6B81E14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11460943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C042-E31C-47B5-B104-8A40E1D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117DB-565D-4F9B-9385-69D32411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46359-CF43-4A90-8073-DE8CDA3D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1DEBE-B973-425D-BC40-A029E7E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13154-F4D8-4C4D-9C8B-DEC7CDE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Lipid Metabolism The highest stored energy in the body is in the form of fat.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Metabolism of lipids begins in the intestinal tract where hydrolysis, absorption, and conversion to triglycerides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Chylomicrons, glycerol, and fatty acids then circulate and enter the cells, (heart, muscle, etc.) where they are oxidized for energy.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Adipose tissue contains the long-term energy reserves of the body (triglycerides).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FC351-52B2-4452-BBB8-D6EF200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7923F-6EEF-427F-8524-5F02214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9189112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3B0F1-C568-4DEF-B90D-CBF979F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6AB40-C38C-44EC-A9F0-5709629A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DE87B-28E4-4610-9813-2DCFB57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EBF82-1589-485C-AEBF-0BF1CB19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463C5-E1AE-4780-84F5-6866A60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fats are oxidized for energy, acids and Ketone bodies are released into the blood as by63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DF734-C7A7-4120-A5C0-7F124DBF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ACD49-C1FF-4093-ACAB-7F371F83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14343350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17F2C-4DA5-4FCB-BDFC-F10AB96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F9AE6-B602-432B-B63B-8F1820D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D12E-2FAB-4449-B060-8D53EAC4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83C26-C509-4481-B3B6-619C4C1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0014-C8C5-40FF-ACAC-85CBD9F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products of triglyceride metabolism.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Too much of these acids and Ketones interfere with Protein Metabolism Amino acids are not stored in the body and must be obtained from our daily food intake.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Protein is either used for protein synthesis or burned for energy in our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 body needs more energy than is obtained from our carbohydrate or lipid intake, protein is used for fuel.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FABD9-1E56-47E5-93AB-212198F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71A0-6B22-426F-B461-FA00C57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8413637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024F7-6E4C-4F6D-9F8C-1335D3A7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D832-B19B-4869-ABE1-4B96163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6F85-629F-485E-8F58-8F1715F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3B3BB-D987-4C7D-A6D2-8EE0505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07E9A-1629-4749-8633-B30E2691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latter process is called catabolism.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Protein is broken down in the GI tract into amino acids and peptides.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Essential amino acids are utilized for protein synthesis, while non-essential amino acids are stripped of nitrogen by the liver (excreted as urea), or converted into fatty acids.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Ingested protein should maintain a constant level of body protein.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CA5CE-3EA6-4CE8-8E38-1F8DB52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ED0DC-710B-48DA-BEB9-5EAAFA4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1198781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EE068-7AB9-43F1-A89C-D6151D9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B82F0-21BC-4B0A-87E7-D9BA248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05739-7095-457B-A184-16987D4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D995-FF9D-4B6A-A4A8-25D6FB3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9DB6F-0A89-4BA6-BC50-A91C7E30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Nutritional Assessment Multiple parameters are utilized in determining an individual's nutritional state.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include serum albumin, lymphocyte count, creatinine/height index, triceps skin fold, arm muscle circumference, weight, etc., as well as clinical indications of malnourishment: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Condition of hair, skin, nervous system, body appearance, skin turgor, and general state of hydration.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conditions, which cause starvation, hypoglycemia, ketosis, and wasting of lean body mass can occur.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8CB6E-A0F6-4DF1-9238-8BED062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61EBB-B9C1-455A-87AD-389EFD6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727670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22B5C-6ED5-4F14-985A-BB029C07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F362-59E1-41EA-8717-01247499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B0AE-25D8-4897-B661-BDE4E1D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5BD0-59B6-42EC-A9FA-3FFE6B7B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F5A19-CA04-4FB5-A097-B64BC05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conditions must be reversed by the administration of parenteral or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parenteral nutrition (PPN) is the provision of protein, calories, carbohydrates, lipids, vitamins, fluids, electrolytes, and trace elements.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final dextrose concentration (diluted) should not exceed 12 to 15% and the final amino acid concentration should not exceed 5%.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Solutions higher in dextrose or protein concentrations have proven to be too irritating to the peripheral vasculature.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BFB85-3172-4BF5-B4E5-6126150A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B273E-188F-4D88-9DA6-C2F1887B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675971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1AC84-C979-4BCC-9754-F5B0265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F62E-274B-4986-98FF-8FA9A249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FBD3F-A7FC-408A-943A-37DE91D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20467-34E8-42B5-9E90-7C16422C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82C5-CA0C-4DDD-9765-7FC4653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Lipids are administered with the hyperalimentation solution in order to decrease vein irritation and to provide essential fatty acids.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Administration Techniques Parenteral solutions are generally filtered to remove particulate matter or bacteria from the solution.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your institutional policies.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IV line used for the administration of the hyperalimentation cannot be used for any other purpose.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9A29A-41B2-489D-A132-AC393142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193EA-4AEB-4F76-86D5-DC072EC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8253727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6F65B-F8BF-424E-9D7D-46F0650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BDC0C-7A1E-41A1-A406-FBE40BB0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E8F91-1542-4EAE-8FC0-3793D1FD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71147-FE46-4739-B9E1-6312608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D9CA3-6F65-476F-9A34-9D0FA37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high dextrose and protein concentration of the solution make it an excellent media for the growth of bacteria and invading the IV line for piggy backs, etc., could introduce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bacteria into the system and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Additional IV lines may be needed if concomitant therapies are ordered, antibiotics, replacement solutions, and pain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70AD4-9130-4CD7-A920-57240CF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250F5-B1B7-493E-BC4F-1A3A6DBE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21117469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44FFB-A84B-41DF-AB87-214221A1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F8B99-35B2-4C49-8407-30E8502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9EA1E-B067-4C02-8E06-21E77941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524FD-BF2B-4E97-B147-525AC6E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AA009-12EB-4BD1-9C55-627AF375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*Blood sugar levels *Electrolytes *Serum protein *Nutritional status indicators (weight) *Intake and output *Infection The Licensed Practical Nurse may administer peripheral total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solutions.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Procedures for starting and maintaining the peripheral IV line remain the same.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Central Total Parenteral Nutritional solutions have much higher concentrations of dextrose and protein, therefore, hypertonic in nature.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D7C63-D8B7-4BA7-AA7D-6570022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39D43-4332-44DF-9DFA-D881D8D0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13416967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20889-2E16-4D1B-AB86-AC3AD1A1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D2E8D-BF23-4171-AA89-7959040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47C4-4196-4C04-A417-09FC64F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A5EF2-17E4-42A3-8F3F-E60E0AF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E856A-7A77-4C3E-BFD9-B577A6A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is either added to the bag or administered per blood sugar level on a sliding scale basis to help metabolize the high glucose load provided.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majority of Total Parenteral Nutrition is administered via central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Either long term or short term.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the acute care setting a short-term multi-lumen central catheter, placed either in the Jugular or Subclavian vein, may be utilized.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0A20F-1317-417A-AB9D-8FEA234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147EE-8694-4A0A-9E8C-C1892B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4342871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74713-9BFE-48CD-B6B4-9528B94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5B068-A44F-492D-90B0-2479C909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B5B03-1825-4022-83CA-51EF17A2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B663-C12B-4417-817E-6D9505A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FA579-643D-4604-890E-8B273E5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the patient in the home care setting a long-term central access such as a Hickman, Groshong, or implanted port, may be utilized.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licensed practical nurse is responsible for caring for patients who have a central access catheter who are receiving total parenteral nutrition through that catheter.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should be observed and documented by the nurse: *External appearance of the central line catheter dressing and surrounding skin area.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Integrity of all connections (tubing, extension sets, pumps) *Volume remaining in bags *Patient response to fluid, solution and medication *Signs and symptoms of distress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431B3-5646-41E5-A6F0-32044C5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6703D-E9FC-42E2-8BE5-6E3C708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7334502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0768D-E670-480E-B2B9-D9F6DED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7173F-B6D2-465D-A71C-CDAB744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718B-DA83-481B-BFCF-4CD2638E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092FF-5539-4C3B-BF2D-64F01E6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D4942-C887-4151-9B8F-62A3E8E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(complication of central catheter) * Any change of patient condition *Notification of the 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47F60-1391-4723-A5A9-6B278ABA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E5203-4DEC-4D10-B2C9-1464232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5947208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4B94B-7B51-48F4-9559-D4AB72F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3B111-A13B-46FE-A00B-3E6D769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DF45D-A4A7-4E6A-B27A-341FB57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EAE56-539C-4ABF-990F-D9713B46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F6480-D6D2-4876-96C6-52CF7A91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Anabolism Buildup of tissue from nutrients Catabolism Breakdown of tissue for energy Parenteral Located outside alimentary canal Metabolism Complex of physical and chemical processes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involved in the maintenance of life Nutrient Something that nourishes Acidosis Condition of pathologically high acidity of blood and body tissues Ingested Taken in by swallowing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Hypertonic More concentrated than body fluids Hypotonic Less concentrated than body fluids Bibliography American Society for Parenteral and Enteral Nutrition Standards for Nutritional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72A54-F11E-4712-B0EE-1630AC9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00A49-09D1-47ED-B559-42DB1E2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11817893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2869F-7B27-4B72-9767-A80E627A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93598-5B91-44DC-ACE6-85D5E4C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4FB4-49DD-474F-9A03-821BE85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84B26-C1BB-45A3-8907-7074E38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9909A-45C7-46F4-BB61-3E7CEAF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Nutrition Clinical Practice 1999 14:151-162 Crudi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Larkin, 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(1984).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Core Curriculum for Intravenous Nursing.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020B-EFDF-482F-AF89-B3760C0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16C4F-211A-471E-8A24-20ABADE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14363807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18B13-E049-495C-AF49-8657F4CC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52BD1-DCD3-4EC1-8687-65BCDFA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9CD65-5F11-44E6-9A61-F45F919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D3E3D-AAC5-4922-BCD1-C3A93FC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665A2-95CD-4A39-A382-C85AC6F1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J.B.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Lippincott, Philadelphia Goldfarb, I.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Yates 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(1978).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55258-188B-4799-8329-6E1AD901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FB7FA-9348-46DE-82C8-AD8491E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2462026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3F50F-0CB8-4D5A-AD23-B46A37D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DDFA-48C6-41C7-9B03-7BF15CE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CD2D3-E15D-4EC3-955F-D7EDB44E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57BDC-61C5-4BEC-AE6D-E402CE4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AEFB0-8328-410C-9F7A-3E1E8BAC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Total Parenteral Nutrition: Concepts and Methods.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Synapse Publications, Pittsburgh Silberman, H.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Eisenberg, 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040C-3C5D-407D-A7D2-9606EB3B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519BD-B62E-44B9-B22B-C8A4C215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2081151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BE85C-E5AC-481F-858D-B8F7972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F02F3-29D5-482C-8717-377B6BC3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27466-55BD-410F-A50C-4D1AD25B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BDF26-42F0-48D6-AD32-F98FB43E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586F1-1441-4706-9169-79BBBFA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and Enteral Nutrition for the Hospitalized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Appleton-Century-Crofts, Norwalk, 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EC32B-721F-4194-8006-3655B105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6D6A5-0219-495E-97CB-3D04A69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21220410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7107F-EDD4-4BC8-9B75-61E2D840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1E8E7-3299-4FE5-87AE-D06998B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7CB13-BD14-45B0-AA5C-44AE82D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00B64-57BC-4445-81F5-2E412924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B6293-F3FE-4101-A5A0-00B15F7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Inspect a simulated PN label and identify discrepancies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a bag running two hours behind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Plan monitoring for a patient starting concentrated 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9A2C5-5B96-40B9-A6A3-56A437F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11038165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351C2-0D7B-4B07-96A7-2F821D3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700A6-BEB7-4E2E-B472-B0176E1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2B59E-C324-48DD-8110-4D8F5D3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8D31A-688A-40EF-ADA9-D59F57B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7B3B5-9021-4276-B434-5FDCBAF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 Concentrated formulations generally require central access. Verify the prescribed route, formulation, filter, tubing, and dedicated lumen.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3A0F-421E-4ACF-8B22-6DC85A5C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871696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2026-10-21T01:34:36.0890000Z</dcterms:created>
  <dcterms:modified xsi:type="dcterms:W3CDTF">2026-10-21T01:34:36.0890000Z</dcterms:modified>
</coreProperties>
</file>