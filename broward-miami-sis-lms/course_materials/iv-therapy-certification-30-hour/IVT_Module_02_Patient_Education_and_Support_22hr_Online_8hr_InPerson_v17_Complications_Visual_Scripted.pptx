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a9e4a1fee54d43" /><Relationship Type="http://schemas.openxmlformats.org/officeDocument/2006/relationships/extended-properties" Target="/docProps/app.xml" Id="R225f4232a76a4a7b" /><Relationship Type="http://schemas.openxmlformats.org/officeDocument/2006/relationships/officeDocument" Target="/ppt/presentation.xml" Id="R078623e8c3914af7" /></Relationships>
</file>

<file path=ppt/presentation.xml><?xml version="1.0" encoding="utf-8"?>
<p:presentation xmlns:p="http://schemas.openxmlformats.org/presentationml/2006/main">
  <p:sldMasterIdLst>
    <p:sldMasterId xmlns:r="http://schemas.openxmlformats.org/officeDocument/2006/relationships" id="2147483648" r:id="R0fce981335674e8a"/>
  </p:sldMasterIdLst>
  <p:notesMasterIdLst>
    <p:notesMasterId xmlns:r="http://schemas.openxmlformats.org/officeDocument/2006/relationships" r:id="R88f74b0552ab43e2"/>
  </p:notesMasterIdLst>
  <p:sldIdLst>
    <p:sldId xmlns:r="http://schemas.openxmlformats.org/officeDocument/2006/relationships" id="256" r:id="R1ae5b4adb76b4434"/>
    <p:sldId xmlns:r="http://schemas.openxmlformats.org/officeDocument/2006/relationships" id="257" r:id="Re6d9ca89d1bd45ba"/>
    <p:sldId xmlns:r="http://schemas.openxmlformats.org/officeDocument/2006/relationships" id="258" r:id="R9ca297576b2a46b3"/>
    <p:sldId xmlns:r="http://schemas.openxmlformats.org/officeDocument/2006/relationships" id="259" r:id="Rc4ee1410ce194a59"/>
    <p:sldId xmlns:r="http://schemas.openxmlformats.org/officeDocument/2006/relationships" id="260" r:id="Reb6b69dde2de405d"/>
    <p:sldId xmlns:r="http://schemas.openxmlformats.org/officeDocument/2006/relationships" id="261" r:id="R89697ff7c0614099"/>
    <p:sldId xmlns:r="http://schemas.openxmlformats.org/officeDocument/2006/relationships" id="262" r:id="R1eb8a9e0f3404b67"/>
    <p:sldId xmlns:r="http://schemas.openxmlformats.org/officeDocument/2006/relationships" id="263" r:id="Rd0f2500d899543c7"/>
    <p:sldId xmlns:r="http://schemas.openxmlformats.org/officeDocument/2006/relationships" id="264" r:id="Re22c7a8704bf4973"/>
    <p:sldId xmlns:r="http://schemas.openxmlformats.org/officeDocument/2006/relationships" id="265" r:id="R72ad7e8493db4008"/>
    <p:sldId xmlns:r="http://schemas.openxmlformats.org/officeDocument/2006/relationships" id="266" r:id="Rdc0f5c417fd344e6"/>
    <p:sldId xmlns:r="http://schemas.openxmlformats.org/officeDocument/2006/relationships" id="267" r:id="R6fd4fc323f764599"/>
    <p:sldId xmlns:r="http://schemas.openxmlformats.org/officeDocument/2006/relationships" id="268" r:id="R01d5ac8ac37f4ad2"/>
    <p:sldId xmlns:r="http://schemas.openxmlformats.org/officeDocument/2006/relationships" id="269" r:id="Rfd019abd9a3d4106"/>
    <p:sldId xmlns:r="http://schemas.openxmlformats.org/officeDocument/2006/relationships" id="270" r:id="Rc80de94b56a64a71"/>
    <p:sldId xmlns:r="http://schemas.openxmlformats.org/officeDocument/2006/relationships" id="271" r:id="R7c42ae8fb6a544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afa9a83c534caa" /><Relationship Type="http://schemas.openxmlformats.org/officeDocument/2006/relationships/slideMaster" Target="/ppt/slideMasters/slideMaster1.xml" Id="R0fce981335674e8a" /><Relationship Type="http://schemas.openxmlformats.org/officeDocument/2006/relationships/notesMaster" Target="/ppt/notesMasters/notesMaster1.xml" Id="R88f74b0552ab43e2" /><Relationship Type="http://schemas.openxmlformats.org/officeDocument/2006/relationships/presProps" Target="/ppt/presProps.xml" Id="Rbd2c4a6d03e2430a" /><Relationship Type="http://schemas.openxmlformats.org/officeDocument/2006/relationships/tableStyles" Target="/ppt/tableStyles.xml" Id="R6d8d78f2200940d2" /><Relationship Type="http://schemas.openxmlformats.org/officeDocument/2006/relationships/slide" Target="/ppt/slides/slide1.xml" Id="R1ae5b4adb76b4434" /><Relationship Type="http://schemas.openxmlformats.org/officeDocument/2006/relationships/slide" Target="/ppt/slides/slide2.xml" Id="Re6d9ca89d1bd45ba" /><Relationship Type="http://schemas.openxmlformats.org/officeDocument/2006/relationships/slide" Target="/ppt/slides/slide3.xml" Id="R9ca297576b2a46b3" /><Relationship Type="http://schemas.openxmlformats.org/officeDocument/2006/relationships/slide" Target="/ppt/slides/slide4.xml" Id="Rc4ee1410ce194a59" /><Relationship Type="http://schemas.openxmlformats.org/officeDocument/2006/relationships/slide" Target="/ppt/slides/slide5.xml" Id="Reb6b69dde2de405d" /><Relationship Type="http://schemas.openxmlformats.org/officeDocument/2006/relationships/slide" Target="/ppt/slides/slide6.xml" Id="R89697ff7c0614099" /><Relationship Type="http://schemas.openxmlformats.org/officeDocument/2006/relationships/slide" Target="/ppt/slides/slide7.xml" Id="R1eb8a9e0f3404b67" /><Relationship Type="http://schemas.openxmlformats.org/officeDocument/2006/relationships/slide" Target="/ppt/slides/slide8.xml" Id="Rd0f2500d899543c7" /><Relationship Type="http://schemas.openxmlformats.org/officeDocument/2006/relationships/slide" Target="/ppt/slides/slide9.xml" Id="Re22c7a8704bf4973" /><Relationship Type="http://schemas.openxmlformats.org/officeDocument/2006/relationships/slide" Target="/ppt/slides/slide10.xml" Id="R72ad7e8493db4008" /><Relationship Type="http://schemas.openxmlformats.org/officeDocument/2006/relationships/slide" Target="/ppt/slides/slide11.xml" Id="Rdc0f5c417fd344e6" /><Relationship Type="http://schemas.openxmlformats.org/officeDocument/2006/relationships/slide" Target="/ppt/slides/slide12.xml" Id="R6fd4fc323f764599" /><Relationship Type="http://schemas.openxmlformats.org/officeDocument/2006/relationships/slide" Target="/ppt/slides/slide13.xml" Id="R01d5ac8ac37f4ad2" /><Relationship Type="http://schemas.openxmlformats.org/officeDocument/2006/relationships/slide" Target="/ppt/slides/slide14.xml" Id="Rfd019abd9a3d4106" /><Relationship Type="http://schemas.openxmlformats.org/officeDocument/2006/relationships/slide" Target="/ppt/slides/slide15.xml" Id="Rc80de94b56a64a71" /><Relationship Type="http://schemas.openxmlformats.org/officeDocument/2006/relationships/slide" Target="/ppt/slides/slide16.xml" Id="R7c42ae8fb6a544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6b40d53adf40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d353f5d4354ec1" /><Relationship Type="http://schemas.openxmlformats.org/officeDocument/2006/relationships/notesMaster" Target="/ppt/notesMasters/notesMaster1.xml" Id="R219dbfc094b04d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499ee6022d4646" /><Relationship Type="http://schemas.openxmlformats.org/officeDocument/2006/relationships/notesMaster" Target="/ppt/notesMasters/notesMaster1.xml" Id="R0e579b84057444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86180aa7f94e5d" /><Relationship Type="http://schemas.openxmlformats.org/officeDocument/2006/relationships/notesMaster" Target="/ppt/notesMasters/notesMaster1.xml" Id="Rd89bbcf53b8d45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460b2a90d6451f" /><Relationship Type="http://schemas.openxmlformats.org/officeDocument/2006/relationships/notesMaster" Target="/ppt/notesMasters/notesMaster1.xml" Id="R32c66b8a86194f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2e5bd48e5e4c82" /><Relationship Type="http://schemas.openxmlformats.org/officeDocument/2006/relationships/notesMaster" Target="/ppt/notesMasters/notesMaster1.xml" Id="R62d79bd3f26e49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d1b6988deb4d44" /><Relationship Type="http://schemas.openxmlformats.org/officeDocument/2006/relationships/notesMaster" Target="/ppt/notesMasters/notesMaster1.xml" Id="R138c19df38f244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4f895b5af64293" /><Relationship Type="http://schemas.openxmlformats.org/officeDocument/2006/relationships/notesMaster" Target="/ppt/notesMasters/notesMaster1.xml" Id="Rf5f19670a6a34a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b250f1c18f4476" /><Relationship Type="http://schemas.openxmlformats.org/officeDocument/2006/relationships/notesMaster" Target="/ppt/notesMasters/notesMaster1.xml" Id="R967295781c8c4c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ccc78815454634" /><Relationship Type="http://schemas.openxmlformats.org/officeDocument/2006/relationships/notesMaster" Target="/ppt/notesMasters/notesMaster1.xml" Id="R1dbb83ed38d443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d1fe3797b5447a" /><Relationship Type="http://schemas.openxmlformats.org/officeDocument/2006/relationships/notesMaster" Target="/ppt/notesMasters/notesMaster1.xml" Id="R302ecb19fce54a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e3d27deb1d41de" /><Relationship Type="http://schemas.openxmlformats.org/officeDocument/2006/relationships/notesMaster" Target="/ppt/notesMasters/notesMaster1.xml" Id="R6f3e2f2eea9340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a37e3500804dfd" /><Relationship Type="http://schemas.openxmlformats.org/officeDocument/2006/relationships/notesMaster" Target="/ppt/notesMasters/notesMaster1.xml" Id="R0dc1c60aa1214e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8b2d26fb0b45fb" /><Relationship Type="http://schemas.openxmlformats.org/officeDocument/2006/relationships/notesMaster" Target="/ppt/notesMasters/notesMaster1.xml" Id="R4bc1f24559f04d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b652e007ae4adf" /><Relationship Type="http://schemas.openxmlformats.org/officeDocument/2006/relationships/notesMaster" Target="/ppt/notesMasters/notesMaster1.xml" Id="R47d5978e98c649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f85eb961c34f37" /><Relationship Type="http://schemas.openxmlformats.org/officeDocument/2006/relationships/notesMaster" Target="/ppt/notesMasters/notesMaster1.xml" Id="Ra4018bff6fb342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0b4f33fee44620" /><Relationship Type="http://schemas.openxmlformats.org/officeDocument/2006/relationships/notesMaster" Target="/ppt/notesMasters/notesMaster1.xml" Id="R7a0aff8ce01746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Cover media: Pexels photo by Cedric Fauntleroy, https://www.pexels.com/photo/nurses-having-a-conversation-4269202/,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factors that change the plan. First, Age and skin condition: Changes vein visibility, fragility, securement, and teaching needs Next, Mobility and dominant side: Affects site protection, comfort, and dislodgement risk Next, Past surgery, vascular access, or lymphatic compromise: May restrict extremity selection Next, Cognition, language, hearing, or vision: Changes the teaching method and need for assistance Next, Prior difficult access or anxiety: Calls for early planning, support, and timely escalation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30 Hour IV Certification Study Guide, revised March 2013, PDF pages 22-24.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Informed participation and refusal. First, Explain the purpose, expected benefit, common risks, alternatives, and what the patient will experience within the nurse's role. Next, Allow questions and verify understanding using teach-back. Next, Respect a capable patient's refusal. Do not coerce or conceal information. Next, Protect the patient, notify the appropriate clinician, document the discussion and refusal, and follow policy for alternatives.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24-27.</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protection during daily activity. First, Walking or transferring: Keep the pump, pole, tubing, and catheter supported and visible Next, Bathing or hygiene: Keep the dressing and connections dry according to policy Next, Sleeping or repositioning: Avoid pulling, kinking, compression, or lying on the catheter Next, New symptom: Report pain, burning, wetness, swelling, redness, coolness, itching, chills, or shortness of breath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Source themes: 30 Hour IV Certification Study Guide, revised March 2013, PDF pages 24-28.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Comfort and positioning before insertion. First, Assess pain and provide ordered comfort measures before beginning when possible. Next, Position the patient and limb so the selected site remains supported and visible. Next, Invite the patient to participate in site selection when clinically appropriate. Next, Explain that a soft plastic catheter remains after the introducer needle is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Additional source: Peripheral Intravenous Initiation Self Learning Module, pages 17-18. The language has been adapted for current Florida practice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5d944424b049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4c3f2739814b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408547c90347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84fac742e14b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7b949695944a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6a9afdbaf441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B91D88-0195-467C-A40D-E185B843A3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9752A2-0A55-4D95-B386-0187103AE7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E9D40D-EFCE-4DCC-821B-05BA3CF159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52A72C-5C47-4FE5-A9D3-808FEA9E70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D3AF31-EC56-4CD6-852E-895DA3610E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5099C5-2176-4ED0-ADD9-6E121ED0E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877C79-D027-4930-9281-23B53A708E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0C2185-091F-4BA8-B7B3-8FAD44BC77A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ED6C5-C245-4BAB-A19A-A979192C26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ED6A4F-3D48-4DDF-B072-0ED81F3F42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11621e9b044d58" /><Relationship Type="http://schemas.openxmlformats.org/officeDocument/2006/relationships/slideLayout" Target="/ppt/slideLayouts/slideLayout1.xml" Id="Rdbdfcad121a54a1b" /><Relationship Type="http://schemas.openxmlformats.org/officeDocument/2006/relationships/slideLayout" Target="/ppt/slideLayouts/slideLayout2.xml" Id="R73a09a2c5a34433a" /><Relationship Type="http://schemas.openxmlformats.org/officeDocument/2006/relationships/slideLayout" Target="/ppt/slideLayouts/slideLayout3.xml" Id="R7f13c6d1486b4a85" /><Relationship Type="http://schemas.openxmlformats.org/officeDocument/2006/relationships/slideLayout" Target="/ppt/slideLayouts/slideLayout4.xml" Id="R7e1a636788a04687" /><Relationship Type="http://schemas.openxmlformats.org/officeDocument/2006/relationships/slideLayout" Target="/ppt/slideLayouts/slideLayout5.xml" Id="R563b01dffa464e2f" /><Relationship Type="http://schemas.openxmlformats.org/officeDocument/2006/relationships/slideLayout" Target="/ppt/slideLayouts/slideLayout6.xml" Id="Rb930de04b92f46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fcad121a54a1b"/>
    <p:sldLayoutId xmlns:r="http://schemas.openxmlformats.org/officeDocument/2006/relationships" id="2147483650" r:id="R73a09a2c5a34433a"/>
    <p:sldLayoutId xmlns:r="http://schemas.openxmlformats.org/officeDocument/2006/relationships" id="2147483651" r:id="R7f13c6d1486b4a85"/>
    <p:sldLayoutId xmlns:r="http://schemas.openxmlformats.org/officeDocument/2006/relationships" id="2147483652" r:id="R7e1a636788a04687"/>
    <p:sldLayoutId xmlns:r="http://schemas.openxmlformats.org/officeDocument/2006/relationships" id="2147483653" r:id="R563b01dffa464e2f"/>
    <p:sldLayoutId xmlns:r="http://schemas.openxmlformats.org/officeDocument/2006/relationships" id="2147483654" r:id="Rb930de04b92f46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f01f66c33b4124" /><Relationship Type="http://schemas.openxmlformats.org/officeDocument/2006/relationships/image" Target="/ppt/media/image.jpeg" Id="R403e822c978f42e5" /><Relationship Type="http://schemas.openxmlformats.org/officeDocument/2006/relationships/notesSlide" Target="/ppt/notesSlides/notesSlide1.xml" Id="R32a6a4ffc5bf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0af258c90648b1" /><Relationship Type="http://schemas.openxmlformats.org/officeDocument/2006/relationships/notesSlide" Target="/ppt/notesSlides/notesSlide2.xml" Id="Re1c8b0fe1c6249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94a0dcb40d4bb8" /><Relationship Type="http://schemas.openxmlformats.org/officeDocument/2006/relationships/notesSlide" Target="/ppt/notesSlides/notesSlide3.xml" Id="Rcffee12454e44d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f18c0c9b734089" /><Relationship Type="http://schemas.openxmlformats.org/officeDocument/2006/relationships/notesSlide" Target="/ppt/notesSlides/notesSlide4.xml" Id="Re3076ae9163449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6c48573e4a4207" /><Relationship Type="http://schemas.openxmlformats.org/officeDocument/2006/relationships/notesSlide" Target="/ppt/notesSlides/notesSlide5.xml" Id="R4997846ae5c941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a264bd4a1d47f5" /><Relationship Type="http://schemas.openxmlformats.org/officeDocument/2006/relationships/notesSlide" Target="/ppt/notesSlides/notesSlide6.xml" Id="Rfe73ef7f721a4f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61f36667964df0" /><Relationship Type="http://schemas.openxmlformats.org/officeDocument/2006/relationships/notesSlide" Target="/ppt/notesSlides/notesSlide7.xml" Id="R740962aa397c4f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f5e665399640a6" /><Relationship Type="http://schemas.openxmlformats.org/officeDocument/2006/relationships/notesSlide" Target="/ppt/notesSlides/notesSlide8.xml" Id="R69eb940f8e7d40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1d566dc560424c" /><Relationship Type="http://schemas.openxmlformats.org/officeDocument/2006/relationships/notesSlide" Target="/ppt/notesSlides/notesSlide9.xml" Id="Rd304ec5a71d74b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8cd6b6450745d9" /><Relationship Type="http://schemas.openxmlformats.org/officeDocument/2006/relationships/notesSlide" Target="/ppt/notesSlides/notesSlide10.xml" Id="Rebdc154b77344e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2975aed4354ab2" /><Relationship Type="http://schemas.openxmlformats.org/officeDocument/2006/relationships/notesSlide" Target="/ppt/notesSlides/notesSlide11.xml" Id="Rbe2a25ea3ea04e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952371e7ca24e4a" /><Relationship Type="http://schemas.openxmlformats.org/officeDocument/2006/relationships/notesSlide" Target="/ppt/notesSlides/notesSlide12.xml" Id="R73c738bbc12f44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0311d2523540df" /><Relationship Type="http://schemas.openxmlformats.org/officeDocument/2006/relationships/notesSlide" Target="/ppt/notesSlides/notesSlide13.xml" Id="R8160096ccba845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612eda5b4044e63" /><Relationship Type="http://schemas.openxmlformats.org/officeDocument/2006/relationships/notesSlide" Target="/ppt/notesSlides/notesSlide14.xml" Id="R84abe631671445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435bb9c41c64808" /><Relationship Type="http://schemas.openxmlformats.org/officeDocument/2006/relationships/notesSlide" Target="/ppt/notesSlides/notesSlide15.xml" Id="R703db941beac48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bfa290cb5fa48d7" /><Relationship Type="http://schemas.openxmlformats.org/officeDocument/2006/relationships/notesSlide" Target="/ppt/notesSlides/notesSlide16.xml" Id="R4b7d8af4ef314e99"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3816C3D-B812-48C2-8E9C-919DF33C0487}"/>
              </a:ext>
            </a:extLst>
          </p:cNvPr>
          <p:cNvPicPr>
            <a:picLocks xmlns:a="http://schemas.openxmlformats.org/drawingml/2006/main" noChangeAspect="1"/>
          </p:cNvPicPr>
          <p:nvPr/>
        </p:nvPicPr>
        <p:blipFill>
          <a:blip xmlns:r="http://schemas.openxmlformats.org/officeDocument/2006/relationships" xmlns:a="http://schemas.openxmlformats.org/drawingml/2006/main" r:embed="R403e822c978f42e5"/>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D2A95B-D4A6-4FCC-ACBA-E06FE6F412B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63EF9B6-7363-4AF3-892F-68E0401E272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9BA4AB3A-AF33-43E3-A2C1-98FFD54250B7}"/>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C322F744-F97D-4721-BC30-50A0AB3FC131}"/>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Patient Education and Support</a:t>
            </a:r>
          </a:p>
        </p:txBody>
      </p:sp>
      <p:sp>
        <p:nvSpPr>
          <p:cNvPr id="6" name="">
            <a:extLst xmlns:a="http://schemas.openxmlformats.org/drawingml/2006/main">
              <a:ext uri="{FF2B5EF4-FFF2-40B4-BE49-F238E27FC236}">
                <a16:creationId xmlns:a16="http://schemas.microsoft.com/office/drawing/2014/main" id="{8C251FC3-61A6-4F63-94F3-7C92F8604D60}"/>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2  |  30-Hour Basic Intravenous Therapy</a:t>
            </a:r>
          </a:p>
        </p:txBody>
      </p:sp>
      <p:sp>
        <p:nvSpPr>
          <p:cNvPr id="7" name="">
            <a:extLst xmlns:a="http://schemas.openxmlformats.org/drawingml/2006/main">
              <a:ext uri="{FF2B5EF4-FFF2-40B4-BE49-F238E27FC236}">
                <a16:creationId xmlns:a16="http://schemas.microsoft.com/office/drawing/2014/main" id="{57097D47-C272-4BB3-BAE8-82375EBD215E}"/>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6820206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2ACE2A-3600-49C9-A19F-29B26D9CF53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8E2BC79-A071-470F-8052-E57DF5FD9F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EC670E3-E6A1-4CF6-8942-A0BAA06AB7F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EFB75C0-BC74-487C-B498-1D8300D644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7C14BB20-6253-4623-BBD7-1807B618E9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7C9791DF-C8B5-41DB-98F6-8D8E3DEC66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482F97F3-24F1-4557-9876-F2312DD62F0C}"/>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179102376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790AEF-90A3-41FA-AB87-63FDC5CBCED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7484DEA-95EA-4BB9-BD41-CCA6DE04A4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79C3323-994D-49FF-9143-E1A952E0623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C82F8F4-1AC6-4EE9-AC19-3B6325BAC2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5" name="">
            <a:extLst xmlns:a="http://schemas.openxmlformats.org/drawingml/2006/main">
              <a:ext uri="{FF2B5EF4-FFF2-40B4-BE49-F238E27FC236}">
                <a16:creationId xmlns:a16="http://schemas.microsoft.com/office/drawing/2014/main" id="{EB7F23E3-F952-4935-BECB-24DAD094D9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ED21C326-8AF5-4D91-9DE3-D5D3BB5C32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682F482-244C-486A-AFD9-284E5299E7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8" name="">
            <a:extLst xmlns:a="http://schemas.openxmlformats.org/drawingml/2006/main">
              <a:ext uri="{FF2B5EF4-FFF2-40B4-BE49-F238E27FC236}">
                <a16:creationId xmlns:a16="http://schemas.microsoft.com/office/drawing/2014/main" id="{B0239B27-AB7A-4F5F-A46C-F16A30A093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0985730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6D11AB-23D4-472E-956B-6C24A72EA9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B007B24-EA69-4394-9610-0588499FDF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7BD82A5-6C6C-4094-908E-F8EADA2D9CD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5961F82-2114-4728-B571-B789862A6D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5" name="">
            <a:extLst xmlns:a="http://schemas.openxmlformats.org/drawingml/2006/main">
              <a:ext uri="{FF2B5EF4-FFF2-40B4-BE49-F238E27FC236}">
                <a16:creationId xmlns:a16="http://schemas.microsoft.com/office/drawing/2014/main" id="{C9A63A0C-B250-4A9A-85DD-C43522714B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AA4E0FEE-028E-4298-A1E3-B28EEF90F2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97822AC3-9CC2-44F0-B36F-8AEACCB051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8" name="">
            <a:extLst xmlns:a="http://schemas.openxmlformats.org/drawingml/2006/main">
              <a:ext uri="{FF2B5EF4-FFF2-40B4-BE49-F238E27FC236}">
                <a16:creationId xmlns:a16="http://schemas.microsoft.com/office/drawing/2014/main" id="{46A52F14-099F-418F-A54F-36E3F7BE0AE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800185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45AE2B-1F6C-4211-92C6-EE00555F4F4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F220A46-8A24-4C84-B23F-B420ACDD4F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1E87C73-8648-4235-B9C6-82E7DC76A47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968E9D9-1672-460F-8A3A-5C0FFEDC8C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5" name="">
            <a:extLst xmlns:a="http://schemas.openxmlformats.org/drawingml/2006/main">
              <a:ext uri="{FF2B5EF4-FFF2-40B4-BE49-F238E27FC236}">
                <a16:creationId xmlns:a16="http://schemas.microsoft.com/office/drawing/2014/main" id="{6649DA3C-F6E6-463C-B064-0ADC74780A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81C6065F-238A-4C3B-93DB-89A4979936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75D5014A-D338-4888-8CD5-D74A4766E3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8" name="">
            <a:extLst xmlns:a="http://schemas.openxmlformats.org/drawingml/2006/main">
              <a:ext uri="{FF2B5EF4-FFF2-40B4-BE49-F238E27FC236}">
                <a16:creationId xmlns:a16="http://schemas.microsoft.com/office/drawing/2014/main" id="{4C045739-D2A0-43C2-88C6-8395DE43B7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9403613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024F5C-A863-48ED-B95F-65E08EB750D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7A9D507-77CD-42A3-BB1A-D834CBDFFB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326EA77-E905-46BE-BBEB-14030E1A59F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A55A97F-3A78-46A7-83C9-F1A741EEE79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5" name="">
            <a:extLst xmlns:a="http://schemas.openxmlformats.org/drawingml/2006/main">
              <a:ext uri="{FF2B5EF4-FFF2-40B4-BE49-F238E27FC236}">
                <a16:creationId xmlns:a16="http://schemas.microsoft.com/office/drawing/2014/main" id="{CD80633D-5C8D-43DE-AE1D-08EE4032DD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36D9D67A-E536-4363-B380-B37DAAFECA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932E5C19-E0C8-4280-822E-D48D62167F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8" name="">
            <a:extLst xmlns:a="http://schemas.openxmlformats.org/drawingml/2006/main">
              <a:ext uri="{FF2B5EF4-FFF2-40B4-BE49-F238E27FC236}">
                <a16:creationId xmlns:a16="http://schemas.microsoft.com/office/drawing/2014/main" id="{05392A95-FAE7-4354-8619-08FEAC2824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2884395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06828FA-1922-4B41-9601-52844AE0A56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B9FC4B5-8D1E-45C8-ADC4-7474822128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5E5D39E-4F23-4E33-997F-54FF61B192A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9238C6D-09D7-447D-A237-FEF546EECF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factors that change the plan</a:t>
            </a:r>
          </a:p>
        </p:txBody>
      </p:sp>
      <p:sp>
        <p:nvSpPr>
          <p:cNvPr id="5" name="">
            <a:extLst xmlns:a="http://schemas.openxmlformats.org/drawingml/2006/main">
              <a:ext uri="{FF2B5EF4-FFF2-40B4-BE49-F238E27FC236}">
                <a16:creationId xmlns:a16="http://schemas.microsoft.com/office/drawing/2014/main" id="{0BAF5963-A177-4A98-AB3D-B926F79C59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CF6871B7-04D6-471A-9E35-12C55B1A7A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05995629-78A7-454A-A86D-931C6A15F4B0}"/>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4770B66-43AF-443F-B450-83FD139361EB}"/>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Factor</a:t>
            </a:r>
          </a:p>
        </p:txBody>
      </p:sp>
      <p:sp>
        <p:nvSpPr>
          <p:cNvPr id="9" name="">
            <a:extLst xmlns:a="http://schemas.openxmlformats.org/drawingml/2006/main">
              <a:ext uri="{FF2B5EF4-FFF2-40B4-BE49-F238E27FC236}">
                <a16:creationId xmlns:a16="http://schemas.microsoft.com/office/drawing/2014/main" id="{4457DA3C-BE0C-47F6-B27D-53F43E1BDFD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58B5D28-0960-4E89-AE95-331431268034}"/>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How it affects IV care</a:t>
            </a:r>
          </a:p>
        </p:txBody>
      </p:sp>
      <p:sp>
        <p:nvSpPr>
          <p:cNvPr id="11" name="">
            <a:extLst xmlns:a="http://schemas.openxmlformats.org/drawingml/2006/main">
              <a:ext uri="{FF2B5EF4-FFF2-40B4-BE49-F238E27FC236}">
                <a16:creationId xmlns:a16="http://schemas.microsoft.com/office/drawing/2014/main" id="{B52C8374-9614-46DC-A548-8228CCF4125F}"/>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E0B6033-0A2A-406D-8DD6-9FF635A9897C}"/>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Age and skin condition</a:t>
            </a:r>
          </a:p>
        </p:txBody>
      </p:sp>
      <p:sp>
        <p:nvSpPr>
          <p:cNvPr id="13" name="">
            <a:extLst xmlns:a="http://schemas.openxmlformats.org/drawingml/2006/main">
              <a:ext uri="{FF2B5EF4-FFF2-40B4-BE49-F238E27FC236}">
                <a16:creationId xmlns:a16="http://schemas.microsoft.com/office/drawing/2014/main" id="{44655A7F-8967-4016-81DA-0BCDA9CDA05C}"/>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7219DB5-5FC5-4B41-94F5-7F4FAAF9B56C}"/>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vein visibility, fragility, securement, and teaching needs</a:t>
            </a:r>
          </a:p>
        </p:txBody>
      </p:sp>
      <p:sp>
        <p:nvSpPr>
          <p:cNvPr id="15" name="">
            <a:extLst xmlns:a="http://schemas.openxmlformats.org/drawingml/2006/main">
              <a:ext uri="{FF2B5EF4-FFF2-40B4-BE49-F238E27FC236}">
                <a16:creationId xmlns:a16="http://schemas.microsoft.com/office/drawing/2014/main" id="{25628C4E-DAFB-47C5-ACD3-DE0AA39B9051}"/>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AF1592B-D859-4FFB-932C-93D0D5CD3EF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Mobility and dominant side</a:t>
            </a:r>
          </a:p>
        </p:txBody>
      </p:sp>
      <p:sp>
        <p:nvSpPr>
          <p:cNvPr id="17" name="">
            <a:extLst xmlns:a="http://schemas.openxmlformats.org/drawingml/2006/main">
              <a:ext uri="{FF2B5EF4-FFF2-40B4-BE49-F238E27FC236}">
                <a16:creationId xmlns:a16="http://schemas.microsoft.com/office/drawing/2014/main" id="{4254D71F-2969-4FD4-810D-B18B77847C0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0EE479E-DB7C-49A4-96DC-243760A6750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Affects site protection, comfort, and dislodgement risk</a:t>
            </a:r>
          </a:p>
        </p:txBody>
      </p:sp>
      <p:sp>
        <p:nvSpPr>
          <p:cNvPr id="19" name="">
            <a:extLst xmlns:a="http://schemas.openxmlformats.org/drawingml/2006/main">
              <a:ext uri="{FF2B5EF4-FFF2-40B4-BE49-F238E27FC236}">
                <a16:creationId xmlns:a16="http://schemas.microsoft.com/office/drawing/2014/main" id="{8F69EA36-D873-4ECB-BD48-2E3D71789A0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B0BBFC7-290E-47B9-AF10-02583E26B7C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Past surgery, vascular access, or lymphatic compromise</a:t>
            </a:r>
          </a:p>
        </p:txBody>
      </p:sp>
      <p:sp>
        <p:nvSpPr>
          <p:cNvPr id="21" name="">
            <a:extLst xmlns:a="http://schemas.openxmlformats.org/drawingml/2006/main">
              <a:ext uri="{FF2B5EF4-FFF2-40B4-BE49-F238E27FC236}">
                <a16:creationId xmlns:a16="http://schemas.microsoft.com/office/drawing/2014/main" id="{32A37304-9801-496F-8DC5-AE6455EC73A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02F38EC-DEA6-458B-A1CA-081C19107F80}"/>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restrict extremity selection</a:t>
            </a:r>
          </a:p>
        </p:txBody>
      </p:sp>
      <p:sp>
        <p:nvSpPr>
          <p:cNvPr id="23" name="">
            <a:extLst xmlns:a="http://schemas.openxmlformats.org/drawingml/2006/main">
              <a:ext uri="{FF2B5EF4-FFF2-40B4-BE49-F238E27FC236}">
                <a16:creationId xmlns:a16="http://schemas.microsoft.com/office/drawing/2014/main" id="{D24C83E2-902E-4EA6-9FEF-D41C8344D57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81FC8F7-5238-400C-A016-F7B05DADD221}"/>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Cognition, language, hearing, or vision</a:t>
            </a:r>
          </a:p>
        </p:txBody>
      </p:sp>
      <p:sp>
        <p:nvSpPr>
          <p:cNvPr id="25" name="">
            <a:extLst xmlns:a="http://schemas.openxmlformats.org/drawingml/2006/main">
              <a:ext uri="{FF2B5EF4-FFF2-40B4-BE49-F238E27FC236}">
                <a16:creationId xmlns:a16="http://schemas.microsoft.com/office/drawing/2014/main" id="{8624F24E-008E-495E-8A3A-C44DD3FE0269}"/>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AB20C12-4E8D-4D67-8298-62BE42B1579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Changes the teaching method and need for assistance</a:t>
            </a:r>
          </a:p>
        </p:txBody>
      </p:sp>
      <p:sp>
        <p:nvSpPr>
          <p:cNvPr id="27" name="">
            <a:extLst xmlns:a="http://schemas.openxmlformats.org/drawingml/2006/main">
              <a:ext uri="{FF2B5EF4-FFF2-40B4-BE49-F238E27FC236}">
                <a16:creationId xmlns:a16="http://schemas.microsoft.com/office/drawing/2014/main" id="{1EA2FB5F-20C0-4997-BC84-763E2A80275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C8DC81B-C096-4530-A246-92612AC9B51B}"/>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Prior difficult access or anxiety</a:t>
            </a:r>
          </a:p>
        </p:txBody>
      </p:sp>
      <p:sp>
        <p:nvSpPr>
          <p:cNvPr id="29" name="">
            <a:extLst xmlns:a="http://schemas.openxmlformats.org/drawingml/2006/main">
              <a:ext uri="{FF2B5EF4-FFF2-40B4-BE49-F238E27FC236}">
                <a16:creationId xmlns:a16="http://schemas.microsoft.com/office/drawing/2014/main" id="{842C4EBB-DE1C-4BDB-B620-EEFE6CC951C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90DCFF61-0D3A-470B-B187-01813A9EDF33}"/>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Calls for early planning, support, and timely escalation</a:t>
            </a:r>
          </a:p>
        </p:txBody>
      </p:sp>
    </p:spTree>
    <p:extLst>
      <p:ext uri="{BB962C8B-B14F-4D97-AF65-F5344CB8AC3E}">
        <p14:creationId xmlns:p14="http://schemas.microsoft.com/office/powerpoint/2010/main" val="45590727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829051-CE4F-459E-B4B0-4521799C44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6E580B9-DE14-4784-BB68-768573F4C3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00D7B46-3A05-4893-A899-E8D7643A22F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0C636D5-0A6B-412E-A261-40D8DFED1C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Informed participation and refusal</a:t>
            </a:r>
          </a:p>
        </p:txBody>
      </p:sp>
      <p:sp>
        <p:nvSpPr>
          <p:cNvPr id="5" name="">
            <a:extLst xmlns:a="http://schemas.openxmlformats.org/drawingml/2006/main">
              <a:ext uri="{FF2B5EF4-FFF2-40B4-BE49-F238E27FC236}">
                <a16:creationId xmlns:a16="http://schemas.microsoft.com/office/drawing/2014/main" id="{D3AFC633-AD04-4AB8-A622-00D506909A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91FE740D-BAD9-445E-B233-AC94416856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0A4D1083-E08F-450E-BCBE-0E37E21797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the purpose, expected benefit, common risks, alternatives, and what the patient will experience within the nurse's role.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questions and verify understanding using teach-back.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Respect a capable patient's refusal. Do not coerce or conceal information.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Protect the patient, notify the appropriate clinician, document the discussion and refusal, and follow policy for alternatives.</a:t>
            </a:r>
          </a:p>
        </p:txBody>
      </p:sp>
      <p:sp>
        <p:nvSpPr>
          <p:cNvPr id="8" name="">
            <a:extLst xmlns:a="http://schemas.openxmlformats.org/drawingml/2006/main">
              <a:ext uri="{FF2B5EF4-FFF2-40B4-BE49-F238E27FC236}">
                <a16:creationId xmlns:a16="http://schemas.microsoft.com/office/drawing/2014/main" id="{080B03BC-87CB-4C25-B19D-856E859928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842336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D862B7C-3648-4965-A0D1-59972F99F58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4F07D32-5130-4A85-9986-C4E3094EEA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6E36175-D222-40DC-BB96-C8DFBEB6144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0C95912-8E0D-48D3-B68F-54C179E0CF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protection during daily activity</a:t>
            </a:r>
          </a:p>
        </p:txBody>
      </p:sp>
      <p:sp>
        <p:nvSpPr>
          <p:cNvPr id="5" name="">
            <a:extLst xmlns:a="http://schemas.openxmlformats.org/drawingml/2006/main">
              <a:ext uri="{FF2B5EF4-FFF2-40B4-BE49-F238E27FC236}">
                <a16:creationId xmlns:a16="http://schemas.microsoft.com/office/drawing/2014/main" id="{25EACB5B-B893-4937-9B71-B6923E119A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AF487F17-A371-4711-876F-A6F41039838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8ADA17F4-A791-4A96-84C6-22C3239B3AFD}"/>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C58A131-9643-4096-897A-F814C9A1D8A8}"/>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BE033FF4-D151-4452-BF65-2C2BFC5D2E79}"/>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B5752D2-7482-4FDA-A852-E7F4A88B60B4}"/>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1" name="">
            <a:extLst xmlns:a="http://schemas.openxmlformats.org/drawingml/2006/main">
              <a:ext uri="{FF2B5EF4-FFF2-40B4-BE49-F238E27FC236}">
                <a16:creationId xmlns:a16="http://schemas.microsoft.com/office/drawing/2014/main" id="{E93EF016-9AEE-4CE3-8916-94AC22BDB70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7A4E7AD-2733-4029-BACB-4DD8BAAC3A2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Walking or transferring</a:t>
            </a:r>
          </a:p>
        </p:txBody>
      </p:sp>
      <p:sp>
        <p:nvSpPr>
          <p:cNvPr id="13" name="">
            <a:extLst xmlns:a="http://schemas.openxmlformats.org/drawingml/2006/main">
              <a:ext uri="{FF2B5EF4-FFF2-40B4-BE49-F238E27FC236}">
                <a16:creationId xmlns:a16="http://schemas.microsoft.com/office/drawing/2014/main" id="{D8CE4131-0B08-4FA4-A537-F2C417415FC1}"/>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490CF1B-4167-45FD-B643-5B9103958DC2}"/>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pump, pole, tubing, and catheter supported and visible</a:t>
            </a:r>
          </a:p>
        </p:txBody>
      </p:sp>
      <p:sp>
        <p:nvSpPr>
          <p:cNvPr id="15" name="">
            <a:extLst xmlns:a="http://schemas.openxmlformats.org/drawingml/2006/main">
              <a:ext uri="{FF2B5EF4-FFF2-40B4-BE49-F238E27FC236}">
                <a16:creationId xmlns:a16="http://schemas.microsoft.com/office/drawing/2014/main" id="{DAE84137-2AAF-49F4-AEA9-8FEE8F39C769}"/>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B178A28-B9BA-4197-B53B-944F7769B276}"/>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Bathing or hygiene</a:t>
            </a:r>
          </a:p>
        </p:txBody>
      </p:sp>
      <p:sp>
        <p:nvSpPr>
          <p:cNvPr id="17" name="">
            <a:extLst xmlns:a="http://schemas.openxmlformats.org/drawingml/2006/main">
              <a:ext uri="{FF2B5EF4-FFF2-40B4-BE49-F238E27FC236}">
                <a16:creationId xmlns:a16="http://schemas.microsoft.com/office/drawing/2014/main" id="{1BADDBE3-9DF3-4DBC-B87D-B9419E543C26}"/>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2099A06-6242-4ECD-B3FE-CAA1058E50A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Keep the dressing and connections dry according to policy</a:t>
            </a:r>
          </a:p>
        </p:txBody>
      </p:sp>
      <p:sp>
        <p:nvSpPr>
          <p:cNvPr id="19" name="">
            <a:extLst xmlns:a="http://schemas.openxmlformats.org/drawingml/2006/main">
              <a:ext uri="{FF2B5EF4-FFF2-40B4-BE49-F238E27FC236}">
                <a16:creationId xmlns:a16="http://schemas.microsoft.com/office/drawing/2014/main" id="{7474D224-80FB-4492-9185-1B4BD7CE32F6}"/>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CD61849-71B5-47E5-AD0A-A03DE1CB8F14}"/>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Sleeping or repositioning</a:t>
            </a:r>
          </a:p>
        </p:txBody>
      </p:sp>
      <p:sp>
        <p:nvSpPr>
          <p:cNvPr id="21" name="">
            <a:extLst xmlns:a="http://schemas.openxmlformats.org/drawingml/2006/main">
              <a:ext uri="{FF2B5EF4-FFF2-40B4-BE49-F238E27FC236}">
                <a16:creationId xmlns:a16="http://schemas.microsoft.com/office/drawing/2014/main" id="{4D70CCB2-F1AB-495A-B277-B114F556744D}"/>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C9E69AD-B6F7-4A78-AD27-06715DB14913}"/>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pulling, kinking, compression, or lying on the catheter</a:t>
            </a:r>
          </a:p>
        </p:txBody>
      </p:sp>
      <p:sp>
        <p:nvSpPr>
          <p:cNvPr id="23" name="">
            <a:extLst xmlns:a="http://schemas.openxmlformats.org/drawingml/2006/main">
              <a:ext uri="{FF2B5EF4-FFF2-40B4-BE49-F238E27FC236}">
                <a16:creationId xmlns:a16="http://schemas.microsoft.com/office/drawing/2014/main" id="{DFED7D57-6ECC-437B-B1F6-63A7242C51E0}"/>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4C5D123-BE71-4C80-8CA0-0D16BBB7C3EF}"/>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symptom</a:t>
            </a:r>
          </a:p>
        </p:txBody>
      </p:sp>
      <p:sp>
        <p:nvSpPr>
          <p:cNvPr id="25" name="">
            <a:extLst xmlns:a="http://schemas.openxmlformats.org/drawingml/2006/main">
              <a:ext uri="{FF2B5EF4-FFF2-40B4-BE49-F238E27FC236}">
                <a16:creationId xmlns:a16="http://schemas.microsoft.com/office/drawing/2014/main" id="{DC176EE6-234B-4E17-8339-10B8104D52BE}"/>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C045A2ED-2D8C-477C-9010-67A928E4B787}"/>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pain, burning, wetness, swelling, redness, coolness, itching, chills, or shortness of breath immediately</a:t>
            </a:r>
          </a:p>
        </p:txBody>
      </p:sp>
    </p:spTree>
    <p:extLst>
      <p:ext uri="{BB962C8B-B14F-4D97-AF65-F5344CB8AC3E}">
        <p14:creationId xmlns:p14="http://schemas.microsoft.com/office/powerpoint/2010/main" val="39681916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5F59CB-AE80-415C-999A-9EDA6FB36DF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0CD1648-3563-4445-85D1-3CCAC6BA76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86C5FF6-05E6-48AF-8ED1-E74124C0CE2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9BC0E21-231A-4BB2-B4D9-AAE0DD3D95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5" name="">
            <a:extLst xmlns:a="http://schemas.openxmlformats.org/drawingml/2006/main">
              <a:ext uri="{FF2B5EF4-FFF2-40B4-BE49-F238E27FC236}">
                <a16:creationId xmlns:a16="http://schemas.microsoft.com/office/drawing/2014/main" id="{251F4A08-C26A-4FFC-9AAF-FBC4F5187C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144BC114-BA86-4F20-AE94-1A75ACB5A2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40C214D7-84BD-4BEA-8326-2C923D5B8A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8" name="">
            <a:extLst xmlns:a="http://schemas.openxmlformats.org/drawingml/2006/main">
              <a:ext uri="{FF2B5EF4-FFF2-40B4-BE49-F238E27FC236}">
                <a16:creationId xmlns:a16="http://schemas.microsoft.com/office/drawing/2014/main" id="{118CA22D-8608-4928-974C-9725DA179DE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5378123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2A458F-E052-45EB-A40A-CB87982C0C6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A8781B0-7576-4078-B7E3-3A6A3C1E54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2F9C97D-F0AD-48C4-BC45-482796B3CE1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07623C1-AD2A-4838-AF51-88442D81AC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5" name="">
            <a:extLst xmlns:a="http://schemas.openxmlformats.org/drawingml/2006/main">
              <a:ext uri="{FF2B5EF4-FFF2-40B4-BE49-F238E27FC236}">
                <a16:creationId xmlns:a16="http://schemas.microsoft.com/office/drawing/2014/main" id="{3F94C092-FF66-4CCF-B106-2F99AE6252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599C4AFE-6388-4507-9699-3A4934ECCB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B21598EA-BD10-455F-B7C1-EF07122758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8" name="">
            <a:extLst xmlns:a="http://schemas.openxmlformats.org/drawingml/2006/main">
              <a:ext uri="{FF2B5EF4-FFF2-40B4-BE49-F238E27FC236}">
                <a16:creationId xmlns:a16="http://schemas.microsoft.com/office/drawing/2014/main" id="{37E5E90F-AFCE-40FA-8F0D-3AAE92CCA4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9497977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B5349C-6B30-43CB-9DDF-5965A3E3FFB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0A7E9D7-18DE-4B4B-BA5D-4DEA271D16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0ACEDE0-F91A-4A39-9A1A-209FC4CAD76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03D2B5E-682D-4436-A637-A7EDA1463A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Comfort and positioning before insertion</a:t>
            </a:r>
          </a:p>
        </p:txBody>
      </p:sp>
      <p:sp>
        <p:nvSpPr>
          <p:cNvPr id="5" name="">
            <a:extLst xmlns:a="http://schemas.openxmlformats.org/drawingml/2006/main">
              <a:ext uri="{FF2B5EF4-FFF2-40B4-BE49-F238E27FC236}">
                <a16:creationId xmlns:a16="http://schemas.microsoft.com/office/drawing/2014/main" id="{9BA43110-5D10-447B-AB8B-95163086C5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540573AF-964A-4407-8CBF-856F261202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39B1AE91-63FF-4064-89F8-6AD1A814EAE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pain and provide ordered comfort measures before beginning when possible.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patient and limb so the selected site remains supported and 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Invite the patient to participate in site selection when clinically appropriate.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that a soft plastic catheter remains after the introducer needle is removed.</a:t>
            </a:r>
          </a:p>
        </p:txBody>
      </p:sp>
      <p:sp>
        <p:nvSpPr>
          <p:cNvPr id="8" name="">
            <a:extLst xmlns:a="http://schemas.openxmlformats.org/drawingml/2006/main">
              <a:ext uri="{FF2B5EF4-FFF2-40B4-BE49-F238E27FC236}">
                <a16:creationId xmlns:a16="http://schemas.microsoft.com/office/drawing/2014/main" id="{7B1D0790-62EA-44A5-814B-407F6062C6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7464110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DE000FF-37F1-45F8-8039-96185899F7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6584408-B20C-4904-B58E-404186D925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EC49037-7F01-40C5-A427-F5953D86AAB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6E4A6FB-258B-43D0-A1AD-534A48B8E3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5" name="">
            <a:extLst xmlns:a="http://schemas.openxmlformats.org/drawingml/2006/main">
              <a:ext uri="{FF2B5EF4-FFF2-40B4-BE49-F238E27FC236}">
                <a16:creationId xmlns:a16="http://schemas.microsoft.com/office/drawing/2014/main" id="{1021B707-C976-4E13-A02E-9FE0222BC2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64605660-D4DF-4DCC-B8D0-DCB5348388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48F5FACC-6B79-48E6-A895-635FC117B58E}"/>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F97E626-E7CF-47FC-B487-D5F2A5A1398C}"/>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9" name="">
            <a:extLst xmlns:a="http://schemas.openxmlformats.org/drawingml/2006/main">
              <a:ext uri="{FF2B5EF4-FFF2-40B4-BE49-F238E27FC236}">
                <a16:creationId xmlns:a16="http://schemas.microsoft.com/office/drawing/2014/main" id="{2D6AF039-414B-46E9-A7C8-8FE6AEF2999F}"/>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6B3E2EF-26FE-4D69-8686-0D952227A48C}"/>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11" name="">
            <a:extLst xmlns:a="http://schemas.openxmlformats.org/drawingml/2006/main">
              <a:ext uri="{FF2B5EF4-FFF2-40B4-BE49-F238E27FC236}">
                <a16:creationId xmlns:a16="http://schemas.microsoft.com/office/drawing/2014/main" id="{53DDC841-0467-4A2C-B743-37D2F78AB9B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2F792FA-12E4-4DDE-BA6D-157791B81077}"/>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3" name="">
            <a:extLst xmlns:a="http://schemas.openxmlformats.org/drawingml/2006/main">
              <a:ext uri="{FF2B5EF4-FFF2-40B4-BE49-F238E27FC236}">
                <a16:creationId xmlns:a16="http://schemas.microsoft.com/office/drawing/2014/main" id="{3FB50B74-9C9B-4BC4-A55F-782FCA16412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B87FBBA-CB24-4105-BC17-4D810BB0AADA}"/>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5" name="">
            <a:extLst xmlns:a="http://schemas.openxmlformats.org/drawingml/2006/main">
              <a:ext uri="{FF2B5EF4-FFF2-40B4-BE49-F238E27FC236}">
                <a16:creationId xmlns:a16="http://schemas.microsoft.com/office/drawing/2014/main" id="{941652B9-DE41-4364-9978-2F46E7C1B0C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BC838EE-A376-4985-B20D-732C5A9236FC}"/>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7" name="">
            <a:extLst xmlns:a="http://schemas.openxmlformats.org/drawingml/2006/main">
              <a:ext uri="{FF2B5EF4-FFF2-40B4-BE49-F238E27FC236}">
                <a16:creationId xmlns:a16="http://schemas.microsoft.com/office/drawing/2014/main" id="{8AA9E697-FE55-4CA4-8421-1C304D83EAAC}"/>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6D9AF5F-A173-4829-9D8B-BC44D8179730}"/>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9" name="">
            <a:extLst xmlns:a="http://schemas.openxmlformats.org/drawingml/2006/main">
              <a:ext uri="{FF2B5EF4-FFF2-40B4-BE49-F238E27FC236}">
                <a16:creationId xmlns:a16="http://schemas.microsoft.com/office/drawing/2014/main" id="{F3CCAFB9-E96E-48DA-9AE3-F8F1C8CCFB6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CD52C47-CCFC-437E-8E5B-B60ACB9231AE}"/>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21" name="">
            <a:extLst xmlns:a="http://schemas.openxmlformats.org/drawingml/2006/main">
              <a:ext uri="{FF2B5EF4-FFF2-40B4-BE49-F238E27FC236}">
                <a16:creationId xmlns:a16="http://schemas.microsoft.com/office/drawing/2014/main" id="{2890F86D-D10A-45CA-9533-E6BFC5958DEE}"/>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2CA1DF2-3F70-413C-A792-7A0E7B2F0E85}"/>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3" name="">
            <a:extLst xmlns:a="http://schemas.openxmlformats.org/drawingml/2006/main">
              <a:ext uri="{FF2B5EF4-FFF2-40B4-BE49-F238E27FC236}">
                <a16:creationId xmlns:a16="http://schemas.microsoft.com/office/drawing/2014/main" id="{66F529B2-44A8-4EF4-B59B-CBCF2FFF84D0}"/>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585EE79-7C4B-4493-80F4-03FD6551AEDA}"/>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5" name="">
            <a:extLst xmlns:a="http://schemas.openxmlformats.org/drawingml/2006/main">
              <a:ext uri="{FF2B5EF4-FFF2-40B4-BE49-F238E27FC236}">
                <a16:creationId xmlns:a16="http://schemas.microsoft.com/office/drawing/2014/main" id="{23F8CE33-BF82-4587-A6C7-0B1E1E39B0A8}"/>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05ADFB3-9074-41ED-A3B2-9F980F08056C}"/>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183240603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DA40F1-F209-4D83-8F17-B74EAA11129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AF0AEB44-B645-4FDD-ACBB-458382B263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E539D3D-7BD0-4C0E-9778-12387336DD5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C12D3D1-CD3C-4B91-A794-D89A9F389F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5" name="">
            <a:extLst xmlns:a="http://schemas.openxmlformats.org/drawingml/2006/main">
              <a:ext uri="{FF2B5EF4-FFF2-40B4-BE49-F238E27FC236}">
                <a16:creationId xmlns:a16="http://schemas.microsoft.com/office/drawing/2014/main" id="{0D1FF65A-82C9-4325-AB6D-D016D0C430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A6A8AE55-4533-44FB-8A3E-04E2A066B9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848674B7-E52A-4CBF-99D0-E48507C520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8" name="">
            <a:extLst xmlns:a="http://schemas.openxmlformats.org/drawingml/2006/main">
              <a:ext uri="{FF2B5EF4-FFF2-40B4-BE49-F238E27FC236}">
                <a16:creationId xmlns:a16="http://schemas.microsoft.com/office/drawing/2014/main" id="{3FE8A1E4-33AE-43EE-B4C2-D151CE11AC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0684120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414C2C-3038-4197-AEE2-B46F1EF17BC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5A78368-111F-4179-B0E9-57BEA2152D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D0C2AD7-AACC-426F-B8BC-AD8ADD63B6E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1C1114C-B7E9-4D29-9C04-CB4CB4593E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E056469C-64F9-405A-B9E5-3783D3C15F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2D82F5B3-CB09-4015-9FBE-B61AA7CA50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3387C4B0-BD87-436D-8B0E-8E3EFDE7713A}"/>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8" name="">
            <a:extLst xmlns:a="http://schemas.openxmlformats.org/drawingml/2006/main">
              <a:ext uri="{FF2B5EF4-FFF2-40B4-BE49-F238E27FC236}">
                <a16:creationId xmlns:a16="http://schemas.microsoft.com/office/drawing/2014/main" id="{B662B189-447D-4EAC-9876-E7268DF99E09}"/>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523912832"/>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BADA8E-0700-409D-994B-057D338D34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2CB1640-CEE9-4836-8549-CAAC01AAA7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6ADD26D-7700-4F15-8962-ACD47A2E688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119D530-2F54-4B26-817D-330ABBF72B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7EA86E53-C617-425B-B6E7-E98A4037C4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6" name="">
            <a:extLst xmlns:a="http://schemas.openxmlformats.org/drawingml/2006/main">
              <a:ext uri="{FF2B5EF4-FFF2-40B4-BE49-F238E27FC236}">
                <a16:creationId xmlns:a16="http://schemas.microsoft.com/office/drawing/2014/main" id="{C71B1193-9786-4567-9D3C-6CDDD23314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6863AE1-3F82-4637-AA59-8537A7D6318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8" name="">
            <a:extLst xmlns:a="http://schemas.openxmlformats.org/drawingml/2006/main">
              <a:ext uri="{FF2B5EF4-FFF2-40B4-BE49-F238E27FC236}">
                <a16:creationId xmlns:a16="http://schemas.microsoft.com/office/drawing/2014/main" id="{294C4AEA-EFFE-4BF0-A1D8-B290A8C1260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642632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2026-10-23T13:06:13.1770000Z</dcterms:created>
  <dcterms:modified xsi:type="dcterms:W3CDTF">2026-10-23T13:06:13.1770000Z</dcterms:modified>
</coreProperties>
</file>