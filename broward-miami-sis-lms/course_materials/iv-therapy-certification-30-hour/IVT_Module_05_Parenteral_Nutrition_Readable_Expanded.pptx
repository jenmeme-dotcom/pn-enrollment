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87325290b84642" /><Relationship Type="http://schemas.openxmlformats.org/officeDocument/2006/relationships/extended-properties" Target="/docProps/app.xml" Id="Re25a307f70864a14" /><Relationship Type="http://schemas.openxmlformats.org/officeDocument/2006/relationships/officeDocument" Target="/ppt/presentation.xml" Id="Rbeebe55a91ac42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0f880456214ff7"/>
  </p:sldMasterIdLst>
  <p:notesMasterIdLst>
    <p:notesMasterId xmlns:r="http://schemas.openxmlformats.org/officeDocument/2006/relationships" r:id="R893fca98bd764bdd"/>
  </p:notesMasterIdLst>
  <p:sldIdLst>
    <p:sldId xmlns:r="http://schemas.openxmlformats.org/officeDocument/2006/relationships" id="256" r:id="R688130d7bef84e15"/>
    <p:sldId xmlns:r="http://schemas.openxmlformats.org/officeDocument/2006/relationships" id="257" r:id="R828a232acdf340ef"/>
    <p:sldId xmlns:r="http://schemas.openxmlformats.org/officeDocument/2006/relationships" id="258" r:id="Re8804f92d74f4fbf"/>
    <p:sldId xmlns:r="http://schemas.openxmlformats.org/officeDocument/2006/relationships" id="259" r:id="Rd82dad9a73f44c23"/>
    <p:sldId xmlns:r="http://schemas.openxmlformats.org/officeDocument/2006/relationships" id="260" r:id="R1044b2cb8c324f0c"/>
    <p:sldId xmlns:r="http://schemas.openxmlformats.org/officeDocument/2006/relationships" id="261" r:id="R5656350b54034d8e"/>
    <p:sldId xmlns:r="http://schemas.openxmlformats.org/officeDocument/2006/relationships" id="262" r:id="Rf90735f4de334f10"/>
    <p:sldId xmlns:r="http://schemas.openxmlformats.org/officeDocument/2006/relationships" id="263" r:id="Re4605611f83d426b"/>
    <p:sldId xmlns:r="http://schemas.openxmlformats.org/officeDocument/2006/relationships" id="264" r:id="R4e20a89f03c04ac7"/>
    <p:sldId xmlns:r="http://schemas.openxmlformats.org/officeDocument/2006/relationships" id="265" r:id="R75f692911eae48ca"/>
    <p:sldId xmlns:r="http://schemas.openxmlformats.org/officeDocument/2006/relationships" id="266" r:id="R0d56586a7b394c8f"/>
    <p:sldId xmlns:r="http://schemas.openxmlformats.org/officeDocument/2006/relationships" id="267" r:id="Rd4e221ae1f7c410c"/>
    <p:sldId xmlns:r="http://schemas.openxmlformats.org/officeDocument/2006/relationships" id="268" r:id="R36c66da48aa648b8"/>
    <p:sldId xmlns:r="http://schemas.openxmlformats.org/officeDocument/2006/relationships" id="269" r:id="Rd8ac07806aba4fa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3970abf71a449d" /><Relationship Type="http://schemas.openxmlformats.org/officeDocument/2006/relationships/slideMaster" Target="/ppt/slideMasters/slideMaster1.xml" Id="R400f880456214ff7" /><Relationship Type="http://schemas.openxmlformats.org/officeDocument/2006/relationships/notesMaster" Target="/ppt/notesMasters/notesMaster1.xml" Id="R893fca98bd764bdd" /><Relationship Type="http://schemas.openxmlformats.org/officeDocument/2006/relationships/presProps" Target="/ppt/presProps.xml" Id="R2bb8e5d7b94e4839" /><Relationship Type="http://schemas.openxmlformats.org/officeDocument/2006/relationships/tableStyles" Target="/ppt/tableStyles.xml" Id="R829bada9d3644054" /><Relationship Type="http://schemas.openxmlformats.org/officeDocument/2006/relationships/slide" Target="/ppt/slides/slide1.xml" Id="R688130d7bef84e15" /><Relationship Type="http://schemas.openxmlformats.org/officeDocument/2006/relationships/slide" Target="/ppt/slides/slide2.xml" Id="R828a232acdf340ef" /><Relationship Type="http://schemas.openxmlformats.org/officeDocument/2006/relationships/slide" Target="/ppt/slides/slide3.xml" Id="Re8804f92d74f4fbf" /><Relationship Type="http://schemas.openxmlformats.org/officeDocument/2006/relationships/slide" Target="/ppt/slides/slide4.xml" Id="Rd82dad9a73f44c23" /><Relationship Type="http://schemas.openxmlformats.org/officeDocument/2006/relationships/slide" Target="/ppt/slides/slide5.xml" Id="R1044b2cb8c324f0c" /><Relationship Type="http://schemas.openxmlformats.org/officeDocument/2006/relationships/slide" Target="/ppt/slides/slide6.xml" Id="R5656350b54034d8e" /><Relationship Type="http://schemas.openxmlformats.org/officeDocument/2006/relationships/slide" Target="/ppt/slides/slide7.xml" Id="Rf90735f4de334f10" /><Relationship Type="http://schemas.openxmlformats.org/officeDocument/2006/relationships/slide" Target="/ppt/slides/slide8.xml" Id="Re4605611f83d426b" /><Relationship Type="http://schemas.openxmlformats.org/officeDocument/2006/relationships/slide" Target="/ppt/slides/slide9.xml" Id="R4e20a89f03c04ac7" /><Relationship Type="http://schemas.openxmlformats.org/officeDocument/2006/relationships/slide" Target="/ppt/slides/slide10.xml" Id="R75f692911eae48ca" /><Relationship Type="http://schemas.openxmlformats.org/officeDocument/2006/relationships/slide" Target="/ppt/slides/slide11.xml" Id="R0d56586a7b394c8f" /><Relationship Type="http://schemas.openxmlformats.org/officeDocument/2006/relationships/slide" Target="/ppt/slides/slide12.xml" Id="Rd4e221ae1f7c410c" /><Relationship Type="http://schemas.openxmlformats.org/officeDocument/2006/relationships/slide" Target="/ppt/slides/slide13.xml" Id="R36c66da48aa648b8" /><Relationship Type="http://schemas.openxmlformats.org/officeDocument/2006/relationships/slide" Target="/ppt/slides/slide14.xml" Id="Rd8ac07806aba4f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826485eb3d46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763a1fb2f6401d" /><Relationship Type="http://schemas.openxmlformats.org/officeDocument/2006/relationships/notesMaster" Target="/ppt/notesMasters/notesMaster1.xml" Id="R16cf3291cf2948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71620f89484fab" /><Relationship Type="http://schemas.openxmlformats.org/officeDocument/2006/relationships/notesMaster" Target="/ppt/notesMasters/notesMaster1.xml" Id="R70e58c5781ea45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77f5ac54b54169" /><Relationship Type="http://schemas.openxmlformats.org/officeDocument/2006/relationships/notesMaster" Target="/ppt/notesMasters/notesMaster1.xml" Id="R52733a364cc941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82ef6cfcaa4cc3" /><Relationship Type="http://schemas.openxmlformats.org/officeDocument/2006/relationships/notesMaster" Target="/ppt/notesMasters/notesMaster1.xml" Id="Ra1591545d6ec45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a2175d1ba7403a" /><Relationship Type="http://schemas.openxmlformats.org/officeDocument/2006/relationships/notesMaster" Target="/ppt/notesMasters/notesMaster1.xml" Id="R879629252c6548f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936f553daa4a3f" /><Relationship Type="http://schemas.openxmlformats.org/officeDocument/2006/relationships/notesMaster" Target="/ppt/notesMasters/notesMaster1.xml" Id="R759e061682eb45d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9f01436a084e97" /><Relationship Type="http://schemas.openxmlformats.org/officeDocument/2006/relationships/notesMaster" Target="/ppt/notesMasters/notesMaster1.xml" Id="R9b0a1cf826df497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916237fda39409b" /><Relationship Type="http://schemas.openxmlformats.org/officeDocument/2006/relationships/notesMaster" Target="/ppt/notesMasters/notesMaster1.xml" Id="Ra707e45debba4d3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f1000e8cf4e4187" /><Relationship Type="http://schemas.openxmlformats.org/officeDocument/2006/relationships/notesMaster" Target="/ppt/notesMasters/notesMaster1.xml" Id="R55d432bc604748f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7dcbd8a9ada4cc2" /><Relationship Type="http://schemas.openxmlformats.org/officeDocument/2006/relationships/notesMaster" Target="/ppt/notesMasters/notesMaster1.xml" Id="R92b88c70403c427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f64c1d19f884eef" /><Relationship Type="http://schemas.openxmlformats.org/officeDocument/2006/relationships/notesMaster" Target="/ppt/notesMasters/notesMaster1.xml" Id="Rc95a28cc4f2c48e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cc252bf979749d4" /><Relationship Type="http://schemas.openxmlformats.org/officeDocument/2006/relationships/notesMaster" Target="/ppt/notesMasters/notesMaster1.xml" Id="Rfb77e6e57607475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4dc0f110be441b6" /><Relationship Type="http://schemas.openxmlformats.org/officeDocument/2006/relationships/notesMaster" Target="/ppt/notesMasters/notesMaster1.xml" Id="Rf30d5badaf68472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2dbcd4d19834ef9" /><Relationship Type="http://schemas.openxmlformats.org/officeDocument/2006/relationships/notesMaster" Target="/ppt/notesMasters/notesMaster1.xml" Id="R50642b6e7ca642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62;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62;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62-74;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62-74;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62-74;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62-74;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62-74;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62-74;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62-74;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62-74;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62-74;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62-74;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62; BMHI IVT 030 course content. Online preparation precedes live practice.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62;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81a362523b48c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b5e1093e3b43d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eec9e1ab9340b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b7379e32e1404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938555c8f1483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9bcca595d849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2F24D60-29C3-4113-BE31-BF9EEE3FB2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85CDCBE-F1F7-4B4C-9ADD-F7C1E13174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29A6930-C249-4FCC-B7FC-114E9066CA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1725EAD-8235-433C-9629-A0E664645F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FDD33E9-690F-4D65-97E8-2630078496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F6371BD-A82C-48F8-AD6B-9EB4CC438B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3D84489-3CB1-4C81-9B01-4DC85BAEC9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B56188A-E660-45E3-A461-1B9A848582F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A18B35A-4146-4C3B-91A3-148572F1C7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9EB7232-F29B-41C2-B841-C560F04CF0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7e9bd2a0c540cc" /><Relationship Type="http://schemas.openxmlformats.org/officeDocument/2006/relationships/slideLayout" Target="/ppt/slideLayouts/slideLayout1.xml" Id="R44acae30219247d5" /><Relationship Type="http://schemas.openxmlformats.org/officeDocument/2006/relationships/slideLayout" Target="/ppt/slideLayouts/slideLayout2.xml" Id="R156af99ed2844a48" /><Relationship Type="http://schemas.openxmlformats.org/officeDocument/2006/relationships/slideLayout" Target="/ppt/slideLayouts/slideLayout3.xml" Id="R9e33a6c32b314fc6" /><Relationship Type="http://schemas.openxmlformats.org/officeDocument/2006/relationships/slideLayout" Target="/ppt/slideLayouts/slideLayout4.xml" Id="R848edb42a5e74a29" /><Relationship Type="http://schemas.openxmlformats.org/officeDocument/2006/relationships/slideLayout" Target="/ppt/slideLayouts/slideLayout5.xml" Id="R51e8b7fa64f34153" /><Relationship Type="http://schemas.openxmlformats.org/officeDocument/2006/relationships/slideLayout" Target="/ppt/slideLayouts/slideLayout6.xml" Id="R9fb64c47f0c74f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acae30219247d5"/>
    <p:sldLayoutId xmlns:r="http://schemas.openxmlformats.org/officeDocument/2006/relationships" id="2147483650" r:id="R156af99ed2844a48"/>
    <p:sldLayoutId xmlns:r="http://schemas.openxmlformats.org/officeDocument/2006/relationships" id="2147483651" r:id="R9e33a6c32b314fc6"/>
    <p:sldLayoutId xmlns:r="http://schemas.openxmlformats.org/officeDocument/2006/relationships" id="2147483652" r:id="R848edb42a5e74a29"/>
    <p:sldLayoutId xmlns:r="http://schemas.openxmlformats.org/officeDocument/2006/relationships" id="2147483653" r:id="R51e8b7fa64f34153"/>
    <p:sldLayoutId xmlns:r="http://schemas.openxmlformats.org/officeDocument/2006/relationships" id="2147483654" r:id="R9fb64c47f0c74f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efebd40f78401a" /><Relationship Type="http://schemas.openxmlformats.org/officeDocument/2006/relationships/notesSlide" Target="/ppt/notesSlides/notesSlide1.xml" Id="R63829858a48040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2a095f56544b5a" /><Relationship Type="http://schemas.openxmlformats.org/officeDocument/2006/relationships/notesSlide" Target="/ppt/notesSlides/notesSlide2.xml" Id="R048b90c7f4bc4c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38fc6c6bb046fe" /><Relationship Type="http://schemas.openxmlformats.org/officeDocument/2006/relationships/notesSlide" Target="/ppt/notesSlides/notesSlide3.xml" Id="R04e8c67f464845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6863fcfdf7411c" /><Relationship Type="http://schemas.openxmlformats.org/officeDocument/2006/relationships/notesSlide" Target="/ppt/notesSlides/notesSlide4.xml" Id="Rba4604edfdc74c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d8cfeb76134da0" /><Relationship Type="http://schemas.openxmlformats.org/officeDocument/2006/relationships/notesSlide" Target="/ppt/notesSlides/notesSlide5.xml" Id="Re389969a76b942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9cc865b2384082" /><Relationship Type="http://schemas.openxmlformats.org/officeDocument/2006/relationships/notesSlide" Target="/ppt/notesSlides/notesSlide6.xml" Id="R873420d1386e4f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5a01065d23487b" /><Relationship Type="http://schemas.openxmlformats.org/officeDocument/2006/relationships/notesSlide" Target="/ppt/notesSlides/notesSlide7.xml" Id="R2eefc62042054fe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990239092543a4" /><Relationship Type="http://schemas.openxmlformats.org/officeDocument/2006/relationships/notesSlide" Target="/ppt/notesSlides/notesSlide8.xml" Id="R4dc906ff3be64dd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c22ee039b64737" /><Relationship Type="http://schemas.openxmlformats.org/officeDocument/2006/relationships/notesSlide" Target="/ppt/notesSlides/notesSlide9.xml" Id="R7eab50a0f9b8480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2a790974cf4570" /><Relationship Type="http://schemas.openxmlformats.org/officeDocument/2006/relationships/notesSlide" Target="/ppt/notesSlides/notesSlide10.xml" Id="R563e3f17bd09407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7bb14ebfb147f7" /><Relationship Type="http://schemas.openxmlformats.org/officeDocument/2006/relationships/notesSlide" Target="/ppt/notesSlides/notesSlide11.xml" Id="Rb9a646dd33c34e1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e780042e314e4a" /><Relationship Type="http://schemas.openxmlformats.org/officeDocument/2006/relationships/notesSlide" Target="/ppt/notesSlides/notesSlide12.xml" Id="R12725c9c1b2642d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8e204b907244df" /><Relationship Type="http://schemas.openxmlformats.org/officeDocument/2006/relationships/notesSlide" Target="/ppt/notesSlides/notesSlide13.xml" Id="Rb0fbaee2dd864cd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aa374075ca47d6" /><Relationship Type="http://schemas.openxmlformats.org/officeDocument/2006/relationships/notesSlide" Target="/ppt/notesSlides/notesSlide14.xml" Id="Rfafbbb9f42ef4f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32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DE4C1E-007C-46BF-9D07-ED00DF5E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78A941-9D7A-4E5E-A5DF-8A421913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rPr>
              <a:t>BROWARD-MIAMI HEALTH INSTITUTE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66E3FA-850E-4C85-A2A0-6DA4B129E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9906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Parenteral Nutrition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266A76-CD81-442C-9830-D4CA6081D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5  |  30-Hour Basic Intravenous Therapy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F2FCFB-4BE0-4866-8C75-C2AB201D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rPr>
              <a:t>Expanded instructor presentation</a:t>
            </a:r>
          </a:p>
        </p:txBody>
      </p:sp>
    </p:spTree>
    <p:extLst>
      <p:ext uri="{BB962C8B-B14F-4D97-AF65-F5344CB8AC3E}">
        <p14:creationId xmlns:p14="http://schemas.microsoft.com/office/powerpoint/2010/main" val="15678110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EEB5B8-2EA8-4044-ABFC-AA6E3EEA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BB014C-8DB9-46BF-BD4B-B5EB5285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Learning objectives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048896-3D98-44E6-B12D-867C5F61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7D6B84-6E2B-4035-A81A-6B3A1D77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EB7C5D-162A-4E42-820D-0B675302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10191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Explain indications and major components of parenteral nutrition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Distinguish peripheral from central administration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Recognize metabolic, infectious, and mechanical complications</a:t>
            </a:r>
          </a:p>
        </p:txBody>
      </p:sp>
    </p:spTree>
    <p:extLst>
      <p:ext uri="{BB962C8B-B14F-4D97-AF65-F5344CB8AC3E}">
        <p14:creationId xmlns:p14="http://schemas.microsoft.com/office/powerpoint/2010/main" val="1708770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2E8999-B545-4479-B140-F0230A59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591D25-BDFF-4C9A-A612-35715CBD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Why parenteral nutrition is used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3BA70E-171B-412C-A644-797885BC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BD6EB1-090B-47DA-9D9F-B346B88A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8BFF10-DD83-4E6A-9FCD-34440982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Parenteral nutrition supports patients whose gastrointestinal tract cannot meet nutritional needs.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Formulations may contain amino acids, dextrose, electrolytes, vitamins, trace elements, fluid, and lipids.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FD9B38-1827-44EF-9F6C-486A974F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5752885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CE99DE-2520-45B9-A58C-DC955990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63A6C5-FE25-4FC0-B6A1-60FA4859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Route and concentration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9CC064-A34F-4923-9312-8DD9D0C1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CE6F35-3AC8-45CF-B6AA-FE92A7B4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C07128-B996-4EAF-B831-07FFA9F8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Peripheral formulations have lower osmolarity and limited duration.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Concentrated formulations generally require central access.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Verify the prescribed route, formulation, filter, tubing, and dedicated lumen.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77E503-9D7D-4944-9775-4ADEB1BA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3452234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A26945-EFDD-46E5-815A-059C4973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56624E-C8DB-4B38-946C-F19647B03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Safe administration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60C251-92BB-4EBF-8213-B1ECBE60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7A3F3B-82CE-4B0E-BB00-79D8F9A2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5622B0-84DA-4D90-BA75-CEC8AC85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Use strict asepsis, compare the bag with the order, inspect for separation or precipitate, program the exact rate, and avoid unapproved concurrent medications.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Do not accelerate a delayed infusion.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CD028C-B4A0-49A8-89D4-AC42A4A3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728739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C27102-A2C4-4D55-AD8F-A373B7C5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FFFCB7-10FA-4AAA-AF07-AE4BFE7B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Monitoring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5A196E-4EB1-425B-87B4-80F842F2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C07617-7C3E-48B2-BCA2-FFAA36A9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7E3D79-83AE-439E-9284-487DC73A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Monitor glucose, fluid balance, weight, electrolytes, liver and renal indicators, triglycerides when lipids are used, site and line condition, temperature, and signs of refeeding syndrome or bloodstream infection.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2419AE-E3DF-48D6-B44D-6CD8D52F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9075045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07DD10-9A14-4A12-97B4-690049519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BAFDF1-5AD1-4868-BFA9-93CFC441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85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Blood Components, Parenteral Nutrition, and High-Risk Therapy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3A70C9-5FE1-49E9-BF8E-83BA4003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DE6C3C-09AD-4867-8711-6A021BFE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FDBBE8-9C2E-4CB6-95E7-5E04123C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Blood administration requires specific authorization, patient identification, consent verification, baseline assessment, product verification by qualified staff, dedicated compatible tubing/solution, close early monitoring, and prompt response to reactions.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If a reaction is suspected, stop the transfusion, maintain access as policy directs with compatible solution/new tubing, assess and support the patient, notify required personnel, recheck identification, and complete ordered specimens/documentation.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7C13F0-96BF-4888-AF29-EEA2C604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9653301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3F21D5-001B-4CA5-9AD8-16B47B50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A769E7-546D-4D4B-AB99-B84B8709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85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Blood Components, Parenteral Nutrition, and High-Risk Therapy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CBBC9D-1184-4611-885C-94B76A99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11A09B-43F3-4494-89BD-A40C1693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3A9A34-117A-43B2-85B3-96679E49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Parenteral nutrition contains concentrated nutrients and carries metabolic, infection, and line risks.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Verify the formulation and rate, use the required central or peripheral route, dedicated lumen and filter when ordered, strict asepsis, glucose/electrolyte monitoring, and never abruptly change therapy without direction.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3CACEE-D7DB-4C04-8E66-2344720A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6676110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9DC16C-CF29-4A25-A047-AB864878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5BC317-FDA5-48F7-93E5-73B299AD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85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Blood Components, Parenteral Nutrition, and High-Risk Therapy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5B0754-B6EB-4E98-9DC4-0F8F2268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69035E-4B53-4B54-9619-9DFEA6E8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D19327-0437-40F7-A31C-BDD224F0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High-alert and vesicant medications require current drug-specific guidance, appropriate access, blood return/patency checks when indicated, close monitoring, and immediate use of the facility extravasation or emergency protocol.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32089C-1000-4BF8-A3A3-3D70ABAC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7643679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4F5D58-37F9-42EC-9FF9-36283A9D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01D972-9708-49F6-82EB-9E749BAF4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Peripheral, Midline, PICC, Central Line, and Port Overview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5AD398-7513-4C9C-919F-142705CE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37D34D-B7D2-4F1C-B8FD-5580119E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401427-8080-4A0B-B683-883AC40C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Peripheral IV catheters terminate in a peripheral vein and are used for therapies suitable for peripheral administration.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Midlines terminate in an upper-arm peripheral vein.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PICCs and other central venous access devices terminate centrally; implanted ports are accessed with a noncoring needle.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DB9772-C514-44B2-BE1D-3F21457E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4703653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E2443D-744D-44C1-8DAB-086D90E3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73E536-1789-48E0-87F0-94472A95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Peripheral, Midline, PICC, Central Line, and Port Overview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EC1501-FCA3-41DF-8B1F-DCF70478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CAF72B-BBB2-452E-A143-CA41C005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E815DE-22F9-4A68-80D1-6EE949B1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Device selection depends on therapy characteristics, duration, vein health, complication risk, and current policy.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Students must know which tasks are restricted to the RN or specially authorized personnel.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8BA4C1-A42F-4C5D-9CA1-495C7A75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1475397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0A8F0A-84D7-4EEC-A525-34B357E8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43D54D-8558-4A0F-93AB-9F955F56F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Peripheral, Midline, PICC, Central Line, and Port Overview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F25475-BC80-44F9-8579-CB227E2C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FA7B49-5659-4765-BBDC-0651CD26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A53250-F5B3-469D-B869-D1A4A273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Assess for dressing integrity, securement, external length when applicable, tenderness, erythema, swelling, drainage, patency, and systemic signs of infection.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Never force a flush against resistance.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Clamp and cap in the correct sequence for the device.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Follow current facility/manufacturer guidance for flushing, locking, dressing change, and blood sampling.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ADEF25-EDB2-4D2E-943B-A6F3B9FA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60403291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7B1B54-839B-4658-97E3-1D8DD0EF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5E2D16-741C-4252-B7DA-1E3772B8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Practice and competency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C40245-A47E-4713-9C5A-5DEA20EC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1F285F-222D-45E4-8B46-C405BC75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49A722-8F3F-4BFB-B107-DA862109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10191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Inspect a simulated PN label and identify discrepancies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Respond to a bag running two hours behind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Plan monitoring for a patient starting concentrated PN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3053FB-D86D-4A51-A49D-F4D300F0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0"/>
            <a:ext cx="1019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Complete the matching online lesson and assessment before the in-person laboratory.</a:t>
            </a:r>
          </a:p>
        </p:txBody>
      </p:sp>
    </p:spTree>
    <p:extLst>
      <p:ext uri="{BB962C8B-B14F-4D97-AF65-F5344CB8AC3E}">
        <p14:creationId xmlns:p14="http://schemas.microsoft.com/office/powerpoint/2010/main" val="100329319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9CCF29-18BE-4D5C-8A15-63C21639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51A97C-1F35-4157-936C-F1249C98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Key 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ECAE81-CE9B-4451-8752-87A90B41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F6B9B5-ACC9-44F1-9940-ED0C6F07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43106D-2831-4968-B0FD-5B1ABF72D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101917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Explain indications and major components of parenteral nutrition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Peripheral formulations have lower osmolarity and limited duration. Concentrated formulations generally require central access. Verify the prescribed route, formulation, filter, tubing, and dedicated lumen.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Monitor glucose, fluid balance, weight, electrolytes, liver and renal indicators, triglycerides when lipids are used, site and line condition, temperature, and signs of refeeding syndrome or bloodstream infection.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7B2F83-782F-4C75-BBA7-F418DA533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6735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Review the course lesson, complete the assessment, and bring questions to the live session.</a:t>
            </a:r>
          </a:p>
        </p:txBody>
      </p:sp>
    </p:spTree>
    <p:extLst>
      <p:ext uri="{BB962C8B-B14F-4D97-AF65-F5344CB8AC3E}">
        <p14:creationId xmlns:p14="http://schemas.microsoft.com/office/powerpoint/2010/main" val="3930159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2026-10-20T23:43:16.4930000Z</dcterms:created>
  <dcterms:modified xsi:type="dcterms:W3CDTF">2026-10-20T23:43:16.4930000Z</dcterms:modified>
</coreProperties>
</file>