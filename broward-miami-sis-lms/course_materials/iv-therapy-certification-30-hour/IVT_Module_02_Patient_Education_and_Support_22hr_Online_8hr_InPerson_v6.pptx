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c1e1c9c26d4516" /><Relationship Type="http://schemas.openxmlformats.org/officeDocument/2006/relationships/extended-properties" Target="/docProps/app.xml" Id="Re16bf7d5a67542f6" /><Relationship Type="http://schemas.openxmlformats.org/officeDocument/2006/relationships/officeDocument" Target="/ppt/presentation.xml" Id="R5411bab47e8a44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1ea289d8c1413b"/>
  </p:sldMasterIdLst>
  <p:notesMasterIdLst>
    <p:notesMasterId xmlns:r="http://schemas.openxmlformats.org/officeDocument/2006/relationships" r:id="R085f7f684e7347cf"/>
  </p:notesMasterIdLst>
  <p:sldIdLst>
    <p:sldId xmlns:r="http://schemas.openxmlformats.org/officeDocument/2006/relationships" id="256" r:id="R4cf300fefa034fa1"/>
    <p:sldId xmlns:r="http://schemas.openxmlformats.org/officeDocument/2006/relationships" id="257" r:id="Rcc2ed4371ad9414d"/>
    <p:sldId xmlns:r="http://schemas.openxmlformats.org/officeDocument/2006/relationships" id="258" r:id="Rfe683cf5695841ce"/>
    <p:sldId xmlns:r="http://schemas.openxmlformats.org/officeDocument/2006/relationships" id="259" r:id="R60735cc781e34b92"/>
    <p:sldId xmlns:r="http://schemas.openxmlformats.org/officeDocument/2006/relationships" id="260" r:id="R245b79df24214fa3"/>
    <p:sldId xmlns:r="http://schemas.openxmlformats.org/officeDocument/2006/relationships" id="261" r:id="Rbc8f2067a8924c87"/>
    <p:sldId xmlns:r="http://schemas.openxmlformats.org/officeDocument/2006/relationships" id="262" r:id="R7e52e571b4624ae1"/>
    <p:sldId xmlns:r="http://schemas.openxmlformats.org/officeDocument/2006/relationships" id="263" r:id="R94714e4a1eb046dd"/>
    <p:sldId xmlns:r="http://schemas.openxmlformats.org/officeDocument/2006/relationships" id="264" r:id="R233a2a0637c145b9"/>
    <p:sldId xmlns:r="http://schemas.openxmlformats.org/officeDocument/2006/relationships" id="265" r:id="R50e49d0278514696"/>
    <p:sldId xmlns:r="http://schemas.openxmlformats.org/officeDocument/2006/relationships" id="266" r:id="R72f34e4cc6ce47dd"/>
    <p:sldId xmlns:r="http://schemas.openxmlformats.org/officeDocument/2006/relationships" id="267" r:id="R3aefc2ad5c9b4be1"/>
    <p:sldId xmlns:r="http://schemas.openxmlformats.org/officeDocument/2006/relationships" id="268" r:id="Rf373663ffa6a4494"/>
    <p:sldId xmlns:r="http://schemas.openxmlformats.org/officeDocument/2006/relationships" id="269" r:id="R8e6dc3b853a1456d"/>
    <p:sldId xmlns:r="http://schemas.openxmlformats.org/officeDocument/2006/relationships" id="270" r:id="Rd4b9c728e1274357"/>
    <p:sldId xmlns:r="http://schemas.openxmlformats.org/officeDocument/2006/relationships" id="271" r:id="R3ffdd53730564f1e"/>
    <p:sldId xmlns:r="http://schemas.openxmlformats.org/officeDocument/2006/relationships" id="272" r:id="R3740121d5835408c"/>
    <p:sldId xmlns:r="http://schemas.openxmlformats.org/officeDocument/2006/relationships" id="273" r:id="Rdd7205e60d044e2e"/>
    <p:sldId xmlns:r="http://schemas.openxmlformats.org/officeDocument/2006/relationships" id="274" r:id="R662e3f82b3c5434e"/>
    <p:sldId xmlns:r="http://schemas.openxmlformats.org/officeDocument/2006/relationships" id="275" r:id="R2cbc06725bd74c4c"/>
    <p:sldId xmlns:r="http://schemas.openxmlformats.org/officeDocument/2006/relationships" id="276" r:id="R3a8724fee442455b"/>
    <p:sldId xmlns:r="http://schemas.openxmlformats.org/officeDocument/2006/relationships" id="277" r:id="R88ac418aadc64798"/>
    <p:sldId xmlns:r="http://schemas.openxmlformats.org/officeDocument/2006/relationships" id="278" r:id="R028fb9d47d394817"/>
    <p:sldId xmlns:r="http://schemas.openxmlformats.org/officeDocument/2006/relationships" id="279" r:id="Reb50d313b0a64797"/>
    <p:sldId xmlns:r="http://schemas.openxmlformats.org/officeDocument/2006/relationships" id="280" r:id="R523716d7ce7e4699"/>
    <p:sldId xmlns:r="http://schemas.openxmlformats.org/officeDocument/2006/relationships" id="281" r:id="Rc1bc289def9a45a4"/>
    <p:sldId xmlns:r="http://schemas.openxmlformats.org/officeDocument/2006/relationships" id="282" r:id="R77032cd64fd440f5"/>
    <p:sldId xmlns:r="http://schemas.openxmlformats.org/officeDocument/2006/relationships" id="283" r:id="Rbde9222a0a404ec5"/>
    <p:sldId xmlns:r="http://schemas.openxmlformats.org/officeDocument/2006/relationships" id="284" r:id="R8cbcf16320064732"/>
    <p:sldId xmlns:r="http://schemas.openxmlformats.org/officeDocument/2006/relationships" id="285" r:id="R63099165d7a843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c4a7abf2c84243" /><Relationship Type="http://schemas.openxmlformats.org/officeDocument/2006/relationships/slideMaster" Target="/ppt/slideMasters/slideMaster1.xml" Id="Rbd1ea289d8c1413b" /><Relationship Type="http://schemas.openxmlformats.org/officeDocument/2006/relationships/notesMaster" Target="/ppt/notesMasters/notesMaster1.xml" Id="R085f7f684e7347cf" /><Relationship Type="http://schemas.openxmlformats.org/officeDocument/2006/relationships/presProps" Target="/ppt/presProps.xml" Id="R6dc6b171ebca4b83" /><Relationship Type="http://schemas.openxmlformats.org/officeDocument/2006/relationships/tableStyles" Target="/ppt/tableStyles.xml" Id="Re1ba24cce142405f" /><Relationship Type="http://schemas.openxmlformats.org/officeDocument/2006/relationships/slide" Target="/ppt/slides/slide1.xml" Id="R4cf300fefa034fa1" /><Relationship Type="http://schemas.openxmlformats.org/officeDocument/2006/relationships/slide" Target="/ppt/slides/slide2.xml" Id="Rcc2ed4371ad9414d" /><Relationship Type="http://schemas.openxmlformats.org/officeDocument/2006/relationships/slide" Target="/ppt/slides/slide3.xml" Id="Rfe683cf5695841ce" /><Relationship Type="http://schemas.openxmlformats.org/officeDocument/2006/relationships/slide" Target="/ppt/slides/slide4.xml" Id="R60735cc781e34b92" /><Relationship Type="http://schemas.openxmlformats.org/officeDocument/2006/relationships/slide" Target="/ppt/slides/slide5.xml" Id="R245b79df24214fa3" /><Relationship Type="http://schemas.openxmlformats.org/officeDocument/2006/relationships/slide" Target="/ppt/slides/slide6.xml" Id="Rbc8f2067a8924c87" /><Relationship Type="http://schemas.openxmlformats.org/officeDocument/2006/relationships/slide" Target="/ppt/slides/slide7.xml" Id="R7e52e571b4624ae1" /><Relationship Type="http://schemas.openxmlformats.org/officeDocument/2006/relationships/slide" Target="/ppt/slides/slide8.xml" Id="R94714e4a1eb046dd" /><Relationship Type="http://schemas.openxmlformats.org/officeDocument/2006/relationships/slide" Target="/ppt/slides/slide9.xml" Id="R233a2a0637c145b9" /><Relationship Type="http://schemas.openxmlformats.org/officeDocument/2006/relationships/slide" Target="/ppt/slides/slide10.xml" Id="R50e49d0278514696" /><Relationship Type="http://schemas.openxmlformats.org/officeDocument/2006/relationships/slide" Target="/ppt/slides/slide11.xml" Id="R72f34e4cc6ce47dd" /><Relationship Type="http://schemas.openxmlformats.org/officeDocument/2006/relationships/slide" Target="/ppt/slides/slide12.xml" Id="R3aefc2ad5c9b4be1" /><Relationship Type="http://schemas.openxmlformats.org/officeDocument/2006/relationships/slide" Target="/ppt/slides/slide13.xml" Id="Rf373663ffa6a4494" /><Relationship Type="http://schemas.openxmlformats.org/officeDocument/2006/relationships/slide" Target="/ppt/slides/slide14.xml" Id="R8e6dc3b853a1456d" /><Relationship Type="http://schemas.openxmlformats.org/officeDocument/2006/relationships/slide" Target="/ppt/slides/slide15.xml" Id="Rd4b9c728e1274357" /><Relationship Type="http://schemas.openxmlformats.org/officeDocument/2006/relationships/slide" Target="/ppt/slides/slide16.xml" Id="R3ffdd53730564f1e" /><Relationship Type="http://schemas.openxmlformats.org/officeDocument/2006/relationships/slide" Target="/ppt/slides/slide17.xml" Id="R3740121d5835408c" /><Relationship Type="http://schemas.openxmlformats.org/officeDocument/2006/relationships/slide" Target="/ppt/slides/slide18.xml" Id="Rdd7205e60d044e2e" /><Relationship Type="http://schemas.openxmlformats.org/officeDocument/2006/relationships/slide" Target="/ppt/slides/slide19.xml" Id="R662e3f82b3c5434e" /><Relationship Type="http://schemas.openxmlformats.org/officeDocument/2006/relationships/slide" Target="/ppt/slides/slide20.xml" Id="R2cbc06725bd74c4c" /><Relationship Type="http://schemas.openxmlformats.org/officeDocument/2006/relationships/slide" Target="/ppt/slides/slide21.xml" Id="R3a8724fee442455b" /><Relationship Type="http://schemas.openxmlformats.org/officeDocument/2006/relationships/slide" Target="/ppt/slides/slide22.xml" Id="R88ac418aadc64798" /><Relationship Type="http://schemas.openxmlformats.org/officeDocument/2006/relationships/slide" Target="/ppt/slides/slide23.xml" Id="R028fb9d47d394817" /><Relationship Type="http://schemas.openxmlformats.org/officeDocument/2006/relationships/slide" Target="/ppt/slides/slide24.xml" Id="Reb50d313b0a64797" /><Relationship Type="http://schemas.openxmlformats.org/officeDocument/2006/relationships/slide" Target="/ppt/slides/slide25.xml" Id="R523716d7ce7e4699" /><Relationship Type="http://schemas.openxmlformats.org/officeDocument/2006/relationships/slide" Target="/ppt/slides/slide26.xml" Id="Rc1bc289def9a45a4" /><Relationship Type="http://schemas.openxmlformats.org/officeDocument/2006/relationships/slide" Target="/ppt/slides/slide27.xml" Id="R77032cd64fd440f5" /><Relationship Type="http://schemas.openxmlformats.org/officeDocument/2006/relationships/slide" Target="/ppt/slides/slide28.xml" Id="Rbde9222a0a404ec5" /><Relationship Type="http://schemas.openxmlformats.org/officeDocument/2006/relationships/slide" Target="/ppt/slides/slide29.xml" Id="R8cbcf16320064732" /><Relationship Type="http://schemas.openxmlformats.org/officeDocument/2006/relationships/slide" Target="/ppt/slides/slide30.xml" Id="R63099165d7a843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1d743effc644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0cafca3709459f" /><Relationship Type="http://schemas.openxmlformats.org/officeDocument/2006/relationships/notesMaster" Target="/ppt/notesMasters/notesMaster1.xml" Id="R6ef272c3ecf64a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76c12bf6b84a2a" /><Relationship Type="http://schemas.openxmlformats.org/officeDocument/2006/relationships/notesMaster" Target="/ppt/notesMasters/notesMaster1.xml" Id="Rdb2a961f532f49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98a02a6d2a41ea" /><Relationship Type="http://schemas.openxmlformats.org/officeDocument/2006/relationships/notesMaster" Target="/ppt/notesMasters/notesMaster1.xml" Id="Rd04f2c601ffc47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4f650460114ada" /><Relationship Type="http://schemas.openxmlformats.org/officeDocument/2006/relationships/notesMaster" Target="/ppt/notesMasters/notesMaster1.xml" Id="R25dc47f305914f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61d15681e24bbb" /><Relationship Type="http://schemas.openxmlformats.org/officeDocument/2006/relationships/notesMaster" Target="/ppt/notesMasters/notesMaster1.xml" Id="R9f3c582cef4040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ba2d77b93241a7" /><Relationship Type="http://schemas.openxmlformats.org/officeDocument/2006/relationships/notesMaster" Target="/ppt/notesMasters/notesMaster1.xml" Id="R165ae5599a5241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e42bc85c304783" /><Relationship Type="http://schemas.openxmlformats.org/officeDocument/2006/relationships/notesMaster" Target="/ppt/notesMasters/notesMaster1.xml" Id="R1ab7aab75c8f49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b4b1378f7f4eb0" /><Relationship Type="http://schemas.openxmlformats.org/officeDocument/2006/relationships/notesMaster" Target="/ppt/notesMasters/notesMaster1.xml" Id="Rc722eb3f305044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7571d846104df4" /><Relationship Type="http://schemas.openxmlformats.org/officeDocument/2006/relationships/notesMaster" Target="/ppt/notesMasters/notesMaster1.xml" Id="R570c59c3266d4a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198512c1c34919" /><Relationship Type="http://schemas.openxmlformats.org/officeDocument/2006/relationships/notesMaster" Target="/ppt/notesMasters/notesMaster1.xml" Id="R966aa1cde7974f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befdfb27d344a5" /><Relationship Type="http://schemas.openxmlformats.org/officeDocument/2006/relationships/notesMaster" Target="/ppt/notesMasters/notesMaster1.xml" Id="Rbc8984489a8340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d3c00cb8a54e34" /><Relationship Type="http://schemas.openxmlformats.org/officeDocument/2006/relationships/notesMaster" Target="/ppt/notesMasters/notesMaster1.xml" Id="Raf1015aed76947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9dfe442d794293" /><Relationship Type="http://schemas.openxmlformats.org/officeDocument/2006/relationships/notesMaster" Target="/ppt/notesMasters/notesMaster1.xml" Id="Re26e03fc3d7a40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2c142d92084873" /><Relationship Type="http://schemas.openxmlformats.org/officeDocument/2006/relationships/notesMaster" Target="/ppt/notesMasters/notesMaster1.xml" Id="R6888a8803c7e4b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13372ba5654c67" /><Relationship Type="http://schemas.openxmlformats.org/officeDocument/2006/relationships/notesMaster" Target="/ppt/notesMasters/notesMaster1.xml" Id="Rb27d523e1fe040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6f8a5bd3f3440e" /><Relationship Type="http://schemas.openxmlformats.org/officeDocument/2006/relationships/notesMaster" Target="/ppt/notesMasters/notesMaster1.xml" Id="R95f4407eb63841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d4f3ccc09e4397" /><Relationship Type="http://schemas.openxmlformats.org/officeDocument/2006/relationships/notesMaster" Target="/ppt/notesMasters/notesMaster1.xml" Id="Raf86ed2eece34c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923a91e77254d72" /><Relationship Type="http://schemas.openxmlformats.org/officeDocument/2006/relationships/notesMaster" Target="/ppt/notesMasters/notesMaster1.xml" Id="R47ebfb78a0aa45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fa31bdc30b46e6" /><Relationship Type="http://schemas.openxmlformats.org/officeDocument/2006/relationships/notesMaster" Target="/ppt/notesMasters/notesMaster1.xml" Id="Rdac4d53c020f45c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fb61922bd9c4510" /><Relationship Type="http://schemas.openxmlformats.org/officeDocument/2006/relationships/notesMaster" Target="/ppt/notesMasters/notesMaster1.xml" Id="R782c1d6bb0f04a0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c6c20b2b3da4eb0" /><Relationship Type="http://schemas.openxmlformats.org/officeDocument/2006/relationships/notesMaster" Target="/ppt/notesMasters/notesMaster1.xml" Id="Rd4456de686d0490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49ea5a11be94ff1" /><Relationship Type="http://schemas.openxmlformats.org/officeDocument/2006/relationships/notesMaster" Target="/ppt/notesMasters/notesMaster1.xml" Id="Rfd66b375b76e4ba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b0d5e83324847e8" /><Relationship Type="http://schemas.openxmlformats.org/officeDocument/2006/relationships/notesMaster" Target="/ppt/notesMasters/notesMaster1.xml" Id="R45baaa18054448e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6529f1cfb514ac5" /><Relationship Type="http://schemas.openxmlformats.org/officeDocument/2006/relationships/notesMaster" Target="/ppt/notesMasters/notesMaster1.xml" Id="R7dc6739730994d4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74e673cc8c84aee" /><Relationship Type="http://schemas.openxmlformats.org/officeDocument/2006/relationships/notesMaster" Target="/ppt/notesMasters/notesMaster1.xml" Id="R184861dd28b743f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f0b2b796e264bfb" /><Relationship Type="http://schemas.openxmlformats.org/officeDocument/2006/relationships/notesMaster" Target="/ppt/notesMasters/notesMaster1.xml" Id="R50150295aaa44c2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9f375a0dcb24830" /><Relationship Type="http://schemas.openxmlformats.org/officeDocument/2006/relationships/notesMaster" Target="/ppt/notesMasters/notesMaster1.xml" Id="R90f9d0e5d875436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a7bf69f21564d15" /><Relationship Type="http://schemas.openxmlformats.org/officeDocument/2006/relationships/notesMaster" Target="/ppt/notesMasters/notesMaster1.xml" Id="Rf2660404dc17417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640c510803b4f1a" /><Relationship Type="http://schemas.openxmlformats.org/officeDocument/2006/relationships/notesMaster" Target="/ppt/notesMasters/notesMaster1.xml" Id="Rcf8e710f710e4aa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20b3f3c911d4c33" /><Relationship Type="http://schemas.openxmlformats.org/officeDocument/2006/relationships/notesMaster" Target="/ppt/notesMasters/notesMaster1.xml" Id="Rdf898138533d4b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13; BMHI IVT 030 course content.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bd9c3bdca45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24dc50f344b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debf66c224d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8b20eed4742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e9d0dbdd74e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4edb990ef41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90A78B-2A13-4E1B-B82C-8B9DB3BDE4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64036B-E642-4167-A0B4-FC69EA682E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FC3E92-7CC5-467A-9194-81C793F97A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8C92D1-7CA1-4AE7-A765-C79BE5421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FAF811-97C2-4F4D-9E67-4F38838D70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8A1944D-075B-4D2D-8A61-323B51730A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3C24CD-6F9E-4540-AFDE-78046B3BA1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5534A0-99EC-4B2C-9B66-89D3ED6D45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61AC82-9F4D-4484-8876-F12713AA0D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07A692-AC93-47C6-83F0-466F0E887E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fb4c0327744eae" /><Relationship Type="http://schemas.openxmlformats.org/officeDocument/2006/relationships/slideLayout" Target="/ppt/slideLayouts/slideLayout1.xml" Id="R5a14cb91a4154863" /><Relationship Type="http://schemas.openxmlformats.org/officeDocument/2006/relationships/slideLayout" Target="/ppt/slideLayouts/slideLayout2.xml" Id="R9c24c0ab8e4b4635" /><Relationship Type="http://schemas.openxmlformats.org/officeDocument/2006/relationships/slideLayout" Target="/ppt/slideLayouts/slideLayout3.xml" Id="R9cd0d14af67f41bd" /><Relationship Type="http://schemas.openxmlformats.org/officeDocument/2006/relationships/slideLayout" Target="/ppt/slideLayouts/slideLayout4.xml" Id="R77215d0dddab4a97" /><Relationship Type="http://schemas.openxmlformats.org/officeDocument/2006/relationships/slideLayout" Target="/ppt/slideLayouts/slideLayout5.xml" Id="R1510a570cdcf4757" /><Relationship Type="http://schemas.openxmlformats.org/officeDocument/2006/relationships/slideLayout" Target="/ppt/slideLayouts/slideLayout6.xml" Id="Rc312997937c94c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14cb91a4154863"/>
    <p:sldLayoutId xmlns:r="http://schemas.openxmlformats.org/officeDocument/2006/relationships" id="2147483650" r:id="R9c24c0ab8e4b4635"/>
    <p:sldLayoutId xmlns:r="http://schemas.openxmlformats.org/officeDocument/2006/relationships" id="2147483651" r:id="R9cd0d14af67f41bd"/>
    <p:sldLayoutId xmlns:r="http://schemas.openxmlformats.org/officeDocument/2006/relationships" id="2147483652" r:id="R77215d0dddab4a97"/>
    <p:sldLayoutId xmlns:r="http://schemas.openxmlformats.org/officeDocument/2006/relationships" id="2147483653" r:id="R1510a570cdcf4757"/>
    <p:sldLayoutId xmlns:r="http://schemas.openxmlformats.org/officeDocument/2006/relationships" id="2147483654" r:id="Rc312997937c94c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2e868f4d0b4391" /><Relationship Type="http://schemas.openxmlformats.org/officeDocument/2006/relationships/notesSlide" Target="/ppt/notesSlides/notesSlide1.xml" Id="Reb813ae6ac9f4d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8ae52bb90d487c" /><Relationship Type="http://schemas.openxmlformats.org/officeDocument/2006/relationships/notesSlide" Target="/ppt/notesSlides/notesSlide2.xml" Id="R16f68373ddd747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35f90f9ea342ea" /><Relationship Type="http://schemas.openxmlformats.org/officeDocument/2006/relationships/notesSlide" Target="/ppt/notesSlides/notesSlide3.xml" Id="R791c5d67c60642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b3e79fc0b048f8" /><Relationship Type="http://schemas.openxmlformats.org/officeDocument/2006/relationships/notesSlide" Target="/ppt/notesSlides/notesSlide4.xml" Id="Rf6d5b0ba8dce4a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706a27920d4790" /><Relationship Type="http://schemas.openxmlformats.org/officeDocument/2006/relationships/notesSlide" Target="/ppt/notesSlides/notesSlide5.xml" Id="Re69fe2c7ddc24c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8bf4c8e44641a6" /><Relationship Type="http://schemas.openxmlformats.org/officeDocument/2006/relationships/notesSlide" Target="/ppt/notesSlides/notesSlide6.xml" Id="R8948bf49ad064c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2b7fc1096b4eaf" /><Relationship Type="http://schemas.openxmlformats.org/officeDocument/2006/relationships/notesSlide" Target="/ppt/notesSlides/notesSlide7.xml" Id="R2ccffcbb286b4c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5ab2e0a14d4927" /><Relationship Type="http://schemas.openxmlformats.org/officeDocument/2006/relationships/notesSlide" Target="/ppt/notesSlides/notesSlide8.xml" Id="R57f8b8f8761b41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22e96dd9fe4624" /><Relationship Type="http://schemas.openxmlformats.org/officeDocument/2006/relationships/notesSlide" Target="/ppt/notesSlides/notesSlide9.xml" Id="Rd53db696d51547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f8ad39bd114215" /><Relationship Type="http://schemas.openxmlformats.org/officeDocument/2006/relationships/notesSlide" Target="/ppt/notesSlides/notesSlide10.xml" Id="Redd4740553764a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ac9d4bcbaa4b68" /><Relationship Type="http://schemas.openxmlformats.org/officeDocument/2006/relationships/notesSlide" Target="/ppt/notesSlides/notesSlide11.xml" Id="Ra52fb94914c94b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d3c6dd3a54df9" /><Relationship Type="http://schemas.openxmlformats.org/officeDocument/2006/relationships/notesSlide" Target="/ppt/notesSlides/notesSlide12.xml" Id="R96db5648bb534e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d2b873bd5b4a26" /><Relationship Type="http://schemas.openxmlformats.org/officeDocument/2006/relationships/notesSlide" Target="/ppt/notesSlides/notesSlide13.xml" Id="Rb617bcf3497343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4b637f0a84526" /><Relationship Type="http://schemas.openxmlformats.org/officeDocument/2006/relationships/notesSlide" Target="/ppt/notesSlides/notesSlide14.xml" Id="R5d851e81ad814f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33c97b13d415e" /><Relationship Type="http://schemas.openxmlformats.org/officeDocument/2006/relationships/notesSlide" Target="/ppt/notesSlides/notesSlide15.xml" Id="R5d4974c8dbbd4c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67c486bd6c4afc" /><Relationship Type="http://schemas.openxmlformats.org/officeDocument/2006/relationships/notesSlide" Target="/ppt/notesSlides/notesSlide16.xml" Id="Rd93bbf0fd9fc49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ac6e2d0e345c3" /><Relationship Type="http://schemas.openxmlformats.org/officeDocument/2006/relationships/notesSlide" Target="/ppt/notesSlides/notesSlide17.xml" Id="R11b1455ed94f4b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b7807a9d4a42c8" /><Relationship Type="http://schemas.openxmlformats.org/officeDocument/2006/relationships/notesSlide" Target="/ppt/notesSlides/notesSlide18.xml" Id="R6b1a8664e14f4c4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cf096bfd04320" /><Relationship Type="http://schemas.openxmlformats.org/officeDocument/2006/relationships/notesSlide" Target="/ppt/notesSlides/notesSlide19.xml" Id="R1acbaf5a06554a4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d80e71c2dc49e3" /><Relationship Type="http://schemas.openxmlformats.org/officeDocument/2006/relationships/notesSlide" Target="/ppt/notesSlides/notesSlide20.xml" Id="Rc95e2693fd0e4f7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9ff3b8a584572" /><Relationship Type="http://schemas.openxmlformats.org/officeDocument/2006/relationships/notesSlide" Target="/ppt/notesSlides/notesSlide21.xml" Id="R00e62880aee1404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936a22840c460b" /><Relationship Type="http://schemas.openxmlformats.org/officeDocument/2006/relationships/notesSlide" Target="/ppt/notesSlides/notesSlide22.xml" Id="R17bb10936e684cd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08500cfbf84e31" /><Relationship Type="http://schemas.openxmlformats.org/officeDocument/2006/relationships/notesSlide" Target="/ppt/notesSlides/notesSlide23.xml" Id="Reb01a643f2ee4a7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41991a61994e27" /><Relationship Type="http://schemas.openxmlformats.org/officeDocument/2006/relationships/notesSlide" Target="/ppt/notesSlides/notesSlide24.xml" Id="R0cbf7ffd84284d0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3dd02d2c1f4a82" /><Relationship Type="http://schemas.openxmlformats.org/officeDocument/2006/relationships/notesSlide" Target="/ppt/notesSlides/notesSlide25.xml" Id="Rc6cf59b0b82e49f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24db94b6364265" /><Relationship Type="http://schemas.openxmlformats.org/officeDocument/2006/relationships/notesSlide" Target="/ppt/notesSlides/notesSlide26.xml" Id="Rf1aea2b6333e4a1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fcff90e3114198" /><Relationship Type="http://schemas.openxmlformats.org/officeDocument/2006/relationships/notesSlide" Target="/ppt/notesSlides/notesSlide27.xml" Id="R438994253b8f440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ce493bc7344d0e" /><Relationship Type="http://schemas.openxmlformats.org/officeDocument/2006/relationships/notesSlide" Target="/ppt/notesSlides/notesSlide28.xml" Id="Rdd95fce0f67a468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d6944c3ca4a9c" /><Relationship Type="http://schemas.openxmlformats.org/officeDocument/2006/relationships/notesSlide" Target="/ppt/notesSlides/notesSlide29.xml" Id="Red473bb3a959404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7d0bbc198e4f76" /><Relationship Type="http://schemas.openxmlformats.org/officeDocument/2006/relationships/notesSlide" Target="/ppt/notesSlides/notesSlide30.xml" Id="R203d225e6d2043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B566E-F7DA-4B24-B50F-9A577D93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9718E-6FFF-48CD-A9DF-F61A9820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E0ED9-2AAF-4C24-AC76-F552991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Patient Education and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085F9-0862-44A7-8082-D95E8AF3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  |  30-Hour Basic Intravenous Therapy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28F0E-CA1A-4204-A4D9-4FBE3BD9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Comprehensive instructor presentation • full manual coverage</a:t>
            </a:r>
          </a:p>
        </p:txBody>
      </p:sp>
    </p:spTree>
    <p:extLst>
      <p:ext uri="{BB962C8B-B14F-4D97-AF65-F5344CB8AC3E}">
        <p14:creationId xmlns:p14="http://schemas.microsoft.com/office/powerpoint/2010/main" val="10351696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4863F-41DA-42ED-B457-AFDEA78E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303CC-D785-4698-8C76-4E896999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4D305-9EFF-4B5C-B53D-669B014C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649A3-D817-4961-8789-D86AAACC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A7E68-6EE1-42F0-8F65-A6A806CB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Assess physical condition, prior experience, and anxiety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IV therapy in clear patient-centered language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Document teaching and the patient's response</a:t>
            </a:r>
          </a:p>
        </p:txBody>
      </p:sp>
    </p:spTree>
    <p:extLst>
      <p:ext uri="{BB962C8B-B14F-4D97-AF65-F5344CB8AC3E}">
        <p14:creationId xmlns:p14="http://schemas.microsoft.com/office/powerpoint/2010/main" val="2186055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0E6C4-3B5C-4E89-A0E0-50AC2DFD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B845C-BBEF-441B-9690-E9A72746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Assessment before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9DEE4-8290-4819-94A7-35A3937C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026E0-F5FB-4AB4-A159-3FB35701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8698B-5F69-419A-A720-B33AA966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Ask what the patient understands, what happened during previous IV therapy, and what worries them now.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Consider cognition, language, culture, pain, vision, hearing, and readiness to learn.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89F45-EB12-4BD8-82E6-963C50AA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5864642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50663-2C1F-43BF-9444-5E3E85E1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90867-DDA1-44C7-BD84-4E90F027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Information patients need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3EF84-19BB-4D3E-AEFF-286F67AD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4F2B6-01C0-4644-90C7-6888AA43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CD216-25AE-4630-90DF-94A0EA4F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the purpose, expected duration, likely sensations, activity limits, equipment, monitoring, and symptoms that require immediate reporting.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qualified language assistance when needed.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BC402-0F85-4AB4-9FAF-44DE9F43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3882471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4B75E-FF15-4038-94E0-CCF235AF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1411F-3AE0-472C-8900-22762AC7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Reducing anxiety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FAF30-8763-4DEE-B68D-637AA67B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A1DA3-015A-4581-A334-797BA58E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F1121-049D-4438-8CE0-73DD36D6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Prepare supplies before approaching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a calm explanation, preserve privacy, position the patient comfortably, and invite questions.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Do not minimize fear or promise a painless procedure.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C872D-9BC5-49D8-A65C-629DF2FA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713525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4AE1A-874F-41ED-88DF-707AB925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BFCE7-8E13-4C3E-A5E8-C1B8850D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Teach-back and documentation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1EF32-761D-4F88-B563-03DE81E9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E2AB7-304D-4E19-BCD6-7C890FD6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3E776-6A4D-4469-8106-B19D7097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Ask the patient to explain how they will protect the site and which symptoms they will report.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Record topics taught, learning barriers, teaching method, demonstrated understanding, and follow-up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8A8A8-EC79-4E37-9005-9788C84E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673907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AB1B8-483B-4B0F-96BB-13CD5A45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FEAC5-AC89-4754-B8A5-B5FB06EB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Circulation, Veins, and Peripheral Site Selection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AC363-E901-49A7-9CB8-4C5533C7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487A4-8022-4CA5-A220-22366AC4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7D29E-02CF-4447-A258-7D313B95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Veins return blood to the heart at lower pressure, have thinner walls than arteries, and often contain valves.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Superficial veins of the hand and forearm are commonly considered for peripheral access.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Begin distally when clinically appropriate so proximal sites remain available.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D6E13-BBCB-43B7-AAC1-33379681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573614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A9F79-3A63-404B-BEC9-6FD5F4CE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C1B9E-BC6E-4098-B8F0-DB9FC88D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Circulation, Veins, and Peripheral Site Selection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E019C-8F99-4C33-9645-91A5F56A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FD779-5A8C-4807-A584-FF831F94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DC256-66F0-40C1-B4C8-6AA0E766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Assess both extremities for vein visibility, palpability, direction, depth, resilience, and nearby joints.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Match the smallest suitable catheter and shortest suitable length to the prescribed therapy, anticipated duration, vein, patient age, and condition.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47961-D284-4133-B41B-1081CF50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453034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348B6-10C8-4416-937D-6CC7C0FE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6A642-EF1B-40B8-BFE8-16F2366C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Circulation, Veins, and Peripheral Site Selection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A4188-EE54-4505-A113-CFC27FE8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AC81F-46AB-4633-A854-76A86C4E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0FC42-DF7F-4F2D-BD08-31059307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Avoid or seek explicit direction for sites affected by infection, burns, impaired circulation or sensation, prior infiltration/phlebitis, dialysis access, lymph-node dissection, paralysis, or other contraindications.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Lower-extremity and special-population access must follow current policy and orders.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021AE-2205-4E51-9297-8E21A0A4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2652644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D79AA-142E-45A8-986A-43BD8BC1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A5D62-D31B-41F6-99AA-390D2362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Patient-centered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59E09-2907-4624-A09A-A5DB8885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F269A-8F77-4C30-93CF-CF744C9F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DD423-7D9E-4732-B7F6-DB2928FC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the purpose and steps, obtain cooperation, address anxiety, preserve privacy, position comfortably, and honor the patient's right to ask questions or refuse.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597A6-BC54-44CA-8C86-B89BBC5D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288239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866C2-33B8-4C6E-AF4F-2A11ECA3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FFFCB-3519-4030-89AD-6224273E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Documentation, Patient Teaching, and Lab Readiness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D3367-4732-42E9-A83E-15F38B23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1A87B-9A85-4F95-8735-AE81E24B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7962B-0AFD-4344-8D27-ADB001AE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Document the order verification, date/time, indication, site/side, vein when required, device type/gauge/length, number of attempts and inserter, antiseptic, dressing/securement, patency, solution/medication/rate, pump settings, patient tolerance/teaching, assessments, complications, actions, notifications, and response.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Record discontinuation and catheter integrity.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255D1-039F-4BB0-8F53-FBC7D0EF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565087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161AD-B9BE-4411-B0C7-0146808A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A2A12-32E1-47D6-B557-8B680DC9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Documentation, Patient Teaching, and Lab Readiness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D73AE-84EC-4398-8D6F-65B12AE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F0CAA-60B3-4293-95CD-21538EF7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E24E5-6D72-49AF-AEA5-0BD913CA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Teach the patient to protect the device and report pain, burning, wetness, leaking, swelling, redness, warmth, coolness, tightness, bleeding, pump alarms, fever/chills, shortness of breath, rash, or other new symptoms.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BC299-56AA-4C55-9DAC-24862C1F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5224435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84865-FD38-4D56-97FD-293A412E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89568-8EBA-4EB7-9445-6D8AAA37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Pre-lab mental rehearsal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497E3-4610-4C23-9B6E-00510011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ACB9D-A71C-4023-8766-94BF399F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AA7C0-E096-4522-B237-6A3BB8C2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a deliberate pause before every procedure: correct patient, order, therapy, access, equipment, infection-control plan, calculation, emergency plan, and documentation.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 lab, verbalize each safety check and stop immediately if a critical element is missed.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AD840-C0BA-47C8-B809-041CF59A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5428785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2B794-859F-4C8A-AC87-2D99B3E1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D7327-AAC1-4773-B412-96BCEEC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Education in the Administration of IV Therapy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75F62-E850-4BF0-A336-A696C44C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40865-8FB2-4726-933C-5575452D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29FAC-A2F2-4458-9158-4400AEF0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MODULE 2 Module Objectives At the conclusion of this self-learning module, the learner will be able to: 1.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State the nursing actions which will relieve patient's anxiety towards IV therapy.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Identify patient needs for education regarding IV therapy.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Discuss nursing actions which will help patient cope with IV therapy.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8F917-318E-4F6C-B548-5FB34A31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DF9B9-933E-421D-A3CB-6195CBE9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13</a:t>
            </a:r>
          </a:p>
        </p:txBody>
      </p:sp>
    </p:spTree>
    <p:extLst>
      <p:ext uri="{BB962C8B-B14F-4D97-AF65-F5344CB8AC3E}">
        <p14:creationId xmlns:p14="http://schemas.microsoft.com/office/powerpoint/2010/main" val="16287497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D72B3-449F-4184-B4D1-35D5A574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38563-5AB6-46D4-BC15-6C8A282F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779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Education in the Administration of IV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2D708-4BAB-4E22-901D-DD55CE5A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63E4E-C2CA-4DA1-836B-8F02DECE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39000-4837-4922-9A22-04E3E99C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State nursing actions which show compassion for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Unit Outline Scope of IV Therapy Delivery of Solutions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Medications and Blood Products Techniques for Administration of IV Therapy Direct Access to Circulation Technical Skills Patient Centered Care Assessment of Physical and Emotional State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Patient/Family Attitudes Recognition of Anxiety Elderly Patients Nursing Interventions Preparation Patient/Family Teaching Technical Expertise Documentation Glossary Bibliography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BBCC6-3655-4D9A-8B92-2D9ED041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F328B-87F0-4217-9AF3-FBA6BFE3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13</a:t>
            </a:r>
          </a:p>
        </p:txBody>
      </p:sp>
    </p:spTree>
    <p:extLst>
      <p:ext uri="{BB962C8B-B14F-4D97-AF65-F5344CB8AC3E}">
        <p14:creationId xmlns:p14="http://schemas.microsoft.com/office/powerpoint/2010/main" val="16339156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6312B-7BB4-4C48-9428-D8909D8E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1FA05-0E05-46DC-85B4-E4956BDB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Scope of IV Therapy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7E4ED-C406-4A92-98D6-17CBF6EA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96545-3B6E-4B91-BE7F-759D6DAB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A73F2-5FEA-4E4E-A9C7-7B5CBE29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Intravenous Therapy is used for the administration of a wide variety of solutions, medications, and blood products.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is a very complex area of practice which challenges the nurse in attaining and maintaining clinical competency in: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* Methods of Delivery *Dosages *Selection of Equipment *Operation of Equipment *Troubleshooting Catheters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Tubing, and Equipment Techniques for administration of IV Therapy IV administration provides direct access to the patient's body circulation.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A98A2-5DB8-416B-B9C3-28AFAD22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DC3B8-9EA0-4E2C-B370-FB829420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14</a:t>
            </a:r>
          </a:p>
        </p:txBody>
      </p:sp>
    </p:spTree>
    <p:extLst>
      <p:ext uri="{BB962C8B-B14F-4D97-AF65-F5344CB8AC3E}">
        <p14:creationId xmlns:p14="http://schemas.microsoft.com/office/powerpoint/2010/main" val="20719797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FE872-1BEE-41E0-83A8-B8118C3C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DB79A-F989-477E-A506-B1D504DF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Scope of IV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A9906-A598-403B-8CAA-4C239D41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F2B99-C7FB-4242-B8C1-667BCF9A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3CD03-0BF1-4A54-8D57-F530E51B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advantage of immediate action is also a disadvantage should an error be made in amount, dosage, rate or method of delivery.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IV therapy is an invasive therapy which also offers a risk of life-threatening infection.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IV therapy is not an isolated technical skill but combines cognitive and intuitive skills of the nurse in interpreting, evaluating, and acting on behalf of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Patient centered nursing care in the administration of IV therapy includes: observation, assessment, knowledge of the patients overall condition, and disease process.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BBE32-54E9-4F87-93E8-7C7AA56D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29E26-F474-4EC0-B8B5-E0CFF5C0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14</a:t>
            </a:r>
          </a:p>
        </p:txBody>
      </p:sp>
    </p:spTree>
    <p:extLst>
      <p:ext uri="{BB962C8B-B14F-4D97-AF65-F5344CB8AC3E}">
        <p14:creationId xmlns:p14="http://schemas.microsoft.com/office/powerpoint/2010/main" val="21419975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1948C-8B38-4ACC-A1B1-E1A2CB4F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81110-6B78-4BCC-934D-381C51D1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Scope of IV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061AA-02B3-417A-AAFD-01B7F29A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05336-3E29-45F3-B7F8-9A089F46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82012-F371-4C46-9628-C9B19DBC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Patient education as part of nursing action meets the patient's right to know.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Accurate information given to the patient prepares him or her to cooperate and participate in therapy.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IV therapy is an invasive therapy in which complications may occur.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Patient's may have had prior experience with the procedure or received information from friends or family members.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BE177-E9A3-425D-9B5B-472BDF4D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43E41-A34C-4B4A-813E-0D0BE4DF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14</a:t>
            </a:r>
          </a:p>
        </p:txBody>
      </p:sp>
    </p:spTree>
    <p:extLst>
      <p:ext uri="{BB962C8B-B14F-4D97-AF65-F5344CB8AC3E}">
        <p14:creationId xmlns:p14="http://schemas.microsoft.com/office/powerpoint/2010/main" val="12747278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D74EE-B24F-46B7-B027-EBF3B660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84940-D246-4F1A-BD27-A11E17CF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Scope of IV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D0C3C-ADFD-48EC-8496-D2A86B34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04F8A-58E7-49E9-B522-B2775A57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CAFD2-AE49-4D07-8FE7-FB752D3E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Their level of understanding must be assessed.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Some aspects that the patient may fear are: *Pain *Disfigurement *Bruising *Bleeding *Altered Body 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3F049-C138-4B51-9E70-8BFAEA68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70E69-EB7F-4AD3-9FEE-92F8DFD8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14</a:t>
            </a:r>
          </a:p>
        </p:txBody>
      </p:sp>
    </p:spTree>
    <p:extLst>
      <p:ext uri="{BB962C8B-B14F-4D97-AF65-F5344CB8AC3E}">
        <p14:creationId xmlns:p14="http://schemas.microsoft.com/office/powerpoint/2010/main" val="8526840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445BF-DBF2-4B00-A7A2-3C56E0BB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134DC-C80C-4066-A7EE-ABAE5BAA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Centered Care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00285-2A2D-4D2A-BB4E-3362EEF1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0116A-EAE6-42DA-A3BE-B4B8B7F3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8D0CE-F752-4675-924B-071B96D3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nurse caring for the patient receiving IV therapy must initially assess the patient's physical condition and emotional state prior to the administration of IV therapy.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RN is responsible for patient assessment and coordinating the delegation of information to the LPN.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assessment includes: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*Patient's attitude *Previous experience *Knowledge level * Ability to cope with painful procedures Observe the patient's body language and facial expressions for overt signs of anxiety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8DB5A-4FCF-4521-A707-63F88184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D3619-2B28-486C-B9D4-4C0256B2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15</a:t>
            </a:r>
          </a:p>
        </p:txBody>
      </p:sp>
    </p:spTree>
    <p:extLst>
      <p:ext uri="{BB962C8B-B14F-4D97-AF65-F5344CB8AC3E}">
        <p14:creationId xmlns:p14="http://schemas.microsoft.com/office/powerpoint/2010/main" val="1731012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042AA-21E0-4209-B75D-23E23E45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416CB-15F7-4E1C-B955-159D06F7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Centered Care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17CFC-C365-4728-A73C-D729EB43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4D711-966A-48FA-B104-3541107F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CBD7D-75A2-4449-A46D-E1E3E0F4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(talking more than usual, silence, crying, trembling, etc.).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Listen to the patient and allow the patient to verbalize their anxieties.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Acknowledgement of the painful nature of some IV procedures, most of which are only briefly painful, should be offered.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 calm approach to the patient is always appropriate when questioning the patient as to his or her level of understanding.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D415D-73F0-4EF1-AA42-AEB0744C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C9C61-9C11-447A-9BD2-60EEA4D8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15</a:t>
            </a:r>
          </a:p>
        </p:txBody>
      </p:sp>
    </p:spTree>
    <p:extLst>
      <p:ext uri="{BB962C8B-B14F-4D97-AF65-F5344CB8AC3E}">
        <p14:creationId xmlns:p14="http://schemas.microsoft.com/office/powerpoint/2010/main" val="8578002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31EEE-27C1-4649-8C28-E90C330B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22901-2F83-4578-A4B0-53677C9F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Centered Care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F9C36-BDD0-4CAE-AA50-64050D0B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21BC6-3CBD-4EA6-8068-287619D0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99E22-49DC-4089-9193-E063D4D1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Have the patient verbalize what he or she knows about the type of IV therapy ordered and what the patient's expectations are.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Factual answers to patient's questions about risks, and emphasizing careful technique to prevent complications are important.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nurse should give careful explanations of: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*Type of IV Therapy *Length of Therapy *Expected Effects *Any Patient Restrictions Specific instructions should be given the patient regarding what signs and symptoms should be reported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847EE-EA30-4756-8706-13EE2897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73EDE-C3A7-45F9-8E41-BE7E9251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15</a:t>
            </a:r>
          </a:p>
        </p:txBody>
      </p:sp>
    </p:spTree>
    <p:extLst>
      <p:ext uri="{BB962C8B-B14F-4D97-AF65-F5344CB8AC3E}">
        <p14:creationId xmlns:p14="http://schemas.microsoft.com/office/powerpoint/2010/main" val="17283849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1F94F-58A3-4456-8FF5-D93D09CF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61F51-DF52-4984-B0CA-CA858D06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Centered Care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E9BCF-A20D-466B-B4B8-522552F7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ECDB6-A4C7-468F-AF39-56C7093D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36041-4D3E-40B3-9223-04D8B509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to the nurse during the infusion therapy.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All explanations should be given, when possible, to family members or friends as well as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So they can reinforce information and provide support for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 cases in which the patient will be going home with some form if IV therapy, for example a Hickman catheter or an implanted infusion port, detailed information, verbal and written,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7143C-5F3B-4AEC-B851-7D7C035F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554DB-117B-4B3D-A461-D5C84177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15</a:t>
            </a:r>
          </a:p>
        </p:txBody>
      </p:sp>
    </p:spTree>
    <p:extLst>
      <p:ext uri="{BB962C8B-B14F-4D97-AF65-F5344CB8AC3E}">
        <p14:creationId xmlns:p14="http://schemas.microsoft.com/office/powerpoint/2010/main" val="12851651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CB7E0-116F-4F09-8FA0-8C33BC8A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43DB0-EB94-4DB3-A57D-9133491C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Centered Care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B9FF7-29AC-4AA8-9794-C148F505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E5735-41C7-4DEC-A3D4-BF1C75B5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9D27A-CA4D-4C13-B6E4-F415FC78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must be given for those procedures the patient and/or family will be performing.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Careful coordination with the home health care team is essential for smooth transition from inpatient to home setting.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meticulous technique necessary for the prevention of infection and other complications requires instruction and demonstration by the nurse and return demonstration by the patient or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caregivers.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05874-DD65-430E-B25C-7AC72DF5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ACA4F-3885-46C1-AFBA-B2093EEC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15</a:t>
            </a:r>
          </a:p>
        </p:txBody>
      </p:sp>
    </p:spTree>
    <p:extLst>
      <p:ext uri="{BB962C8B-B14F-4D97-AF65-F5344CB8AC3E}">
        <p14:creationId xmlns:p14="http://schemas.microsoft.com/office/powerpoint/2010/main" val="3168036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557BF-D47D-4151-A034-ED984981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91F7E-F7E9-40AE-8FBF-6F4E9C6F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Centered Care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56F29-DEC7-42D0-8DB2-8BD7EC4E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FF7F2-250B-4EA0-8E94-E775161D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4186E-DFF5-4D7D-AA5F-974FB615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Timely and complete documentation of all procedures and of those solutions and medications given, as well as any side effects or complications of therapy are necessary to provide a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clinical and legal record of the patient's care.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B77C3-54BB-41FE-8458-8729D949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7EA74-EF2F-476B-AB0F-F0A384C4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15</a:t>
            </a:r>
          </a:p>
        </p:txBody>
      </p:sp>
    </p:spTree>
    <p:extLst>
      <p:ext uri="{BB962C8B-B14F-4D97-AF65-F5344CB8AC3E}">
        <p14:creationId xmlns:p14="http://schemas.microsoft.com/office/powerpoint/2010/main" val="203269767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E6474-8C40-4399-8EDB-B71DF6DC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38B19-B5A9-4496-A1FF-66C8CCC3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Central Vein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8594C-A485-4C05-B88D-EDF632EE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DD243-DDD1-4FE2-8AE9-62EF7D4D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2E20E-C078-44C9-95F2-F30FE21C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Glossary Accountable Subject to giving an account: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answerable Deep vein inside chest or neck (not on surface) Policy Definite course or method of action...to guide and determine present and future action Procedure A particular way of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acting or accomplishing something Responsible Able to answer for one's conduct and obligations Rule Prescribed guide for conduct or action Standard Something established by authority,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custom, or general consent Scope of practice Extent of (nursing) practice Module Bibliography Florida Statute 464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C7D1C-ECC3-44F1-9B33-21C964B9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B9274-6F4A-471F-B456-74CD360D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16</a:t>
            </a:r>
          </a:p>
        </p:txBody>
      </p:sp>
    </p:spTree>
    <p:extLst>
      <p:ext uri="{BB962C8B-B14F-4D97-AF65-F5344CB8AC3E}">
        <p14:creationId xmlns:p14="http://schemas.microsoft.com/office/powerpoint/2010/main" val="21206167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37753-BA3F-4B07-8585-BAAE62E0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DA0B1-ACCE-4CBD-8440-1A1BC01A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Central Vein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631E2-FE03-4C47-8A43-D226869E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44761-2451-4632-8FC9-0E2F6207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75626-252C-4071-A5A2-196492F2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Nursing Florida Board of Nursing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Rules 64B9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Agency for Health Care Administration.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Pocket Guide to Intravenous Therapy, Third Edition, La Roca et al, Mosby, Baltimore, MD 1997.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D1278-E081-4217-BC16-02D2A8DE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680E6-D29E-4C95-A120-0A17C8AB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16</a:t>
            </a:r>
          </a:p>
        </p:txBody>
      </p:sp>
    </p:spTree>
    <p:extLst>
      <p:ext uri="{BB962C8B-B14F-4D97-AF65-F5344CB8AC3E}">
        <p14:creationId xmlns:p14="http://schemas.microsoft.com/office/powerpoint/2010/main" val="31959402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4D93D-7271-4372-A68E-24D6EB3E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60EFD-8892-4BB9-B395-5941CF62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Central Vein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B247D-925E-4882-9FF1-29D2D817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10D2A-A525-46CB-BEC8-A4539911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2B2A6-38FC-47CD-8DEF-B86D3BF6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Intravenous Therapy: Clinical Principal and Practice, Terry et al, W.B.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Saunders Company, Philadelphia, PA, 1995.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American Heritage Dictionary, Second College Edition, Houghton Mifflin Company, Boston, MA 1976.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D8BBF-AE3D-47BF-8C5A-7EB9AB7C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72EC3-1988-4418-8281-8E4FEEC1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16</a:t>
            </a:r>
          </a:p>
        </p:txBody>
      </p:sp>
    </p:spTree>
    <p:extLst>
      <p:ext uri="{BB962C8B-B14F-4D97-AF65-F5344CB8AC3E}">
        <p14:creationId xmlns:p14="http://schemas.microsoft.com/office/powerpoint/2010/main" val="33406950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7CE6A-F3B1-4D86-A467-59412C30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313A8-B870-42C1-8D46-6F471D16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23FDB-F50B-4392-A0FC-982E19FE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60F21-1621-44B8-95ED-552FF385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BACE5-1417-46D4-A6AD-27A531FD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teach-back for site protection and reportable symptoms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Adapt teaching for an older adult with hearing loss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Respond therapeutically to a patient who refuses insertion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11114-2116-4E86-9DEA-3E124FDD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assessment before the in-person laboratory.</a:t>
            </a:r>
          </a:p>
        </p:txBody>
      </p:sp>
    </p:spTree>
    <p:extLst>
      <p:ext uri="{BB962C8B-B14F-4D97-AF65-F5344CB8AC3E}">
        <p14:creationId xmlns:p14="http://schemas.microsoft.com/office/powerpoint/2010/main" val="31395357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FB8CF-E099-47AD-9B1D-88A3ED1F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12928-ECBE-43DC-9993-6338E3F9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Key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29180-5749-4F78-8ABD-4CF65947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60FEE-B550-457E-BD6E-489E308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199D7-56FE-4243-A6A7-4672FCDC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Assess physical condition, prior experience, and anxiety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the purpose, expected duration, likely sensations, activity limits, equipment, monitoring, and symptoms that require immediate reporting. Use qualified language assistance when needed.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Ask the patient to explain how they will protect the site and which symptoms they will report. Record topics taught, learning barriers, teaching method, demonstrated understanding, and follow-up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78AA4-A7A3-4FCC-B879-6A723C5A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Review the course lesson, complete the assessment, and bring questions to the live session.</a:t>
            </a:r>
          </a:p>
        </p:txBody>
      </p:sp>
    </p:spTree>
    <p:extLst>
      <p:ext uri="{BB962C8B-B14F-4D97-AF65-F5344CB8AC3E}">
        <p14:creationId xmlns:p14="http://schemas.microsoft.com/office/powerpoint/2010/main" val="1358163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2026-10-21T01:42:08.4960000Z</dcterms:created>
  <dcterms:modified xsi:type="dcterms:W3CDTF">2026-10-21T01:42:08.4960000Z</dcterms:modified>
</coreProperties>
</file>