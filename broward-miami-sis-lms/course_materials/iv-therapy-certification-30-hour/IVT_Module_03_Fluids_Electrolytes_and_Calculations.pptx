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242cd527e44221" /><Relationship Type="http://schemas.openxmlformats.org/officeDocument/2006/relationships/extended-properties" Target="/docProps/app.xml" Id="R320afea6af5b49d6" /><Relationship Type="http://schemas.openxmlformats.org/officeDocument/2006/relationships/officeDocument" Target="/ppt/presentation.xml" Id="Rd69be68bb83b46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ccebd4b4844157"/>
  </p:sldMasterIdLst>
  <p:notesMasterIdLst>
    <p:notesMasterId xmlns:r="http://schemas.openxmlformats.org/officeDocument/2006/relationships" r:id="Re8b9cb72d805455c"/>
  </p:notesMasterIdLst>
  <p:sldIdLst>
    <p:sldId xmlns:r="http://schemas.openxmlformats.org/officeDocument/2006/relationships" id="256" r:id="Rb94cb71466734e51"/>
    <p:sldId xmlns:r="http://schemas.openxmlformats.org/officeDocument/2006/relationships" id="257" r:id="R1035b5dec9aa47f4"/>
    <p:sldId xmlns:r="http://schemas.openxmlformats.org/officeDocument/2006/relationships" id="258" r:id="R3a58a5235bfd48ab"/>
    <p:sldId xmlns:r="http://schemas.openxmlformats.org/officeDocument/2006/relationships" id="259" r:id="Rceb2503e95bb4b0b"/>
    <p:sldId xmlns:r="http://schemas.openxmlformats.org/officeDocument/2006/relationships" id="260" r:id="R99633fabd31840ce"/>
    <p:sldId xmlns:r="http://schemas.openxmlformats.org/officeDocument/2006/relationships" id="261" r:id="R7a2bb993ef004a29"/>
    <p:sldId xmlns:r="http://schemas.openxmlformats.org/officeDocument/2006/relationships" id="262" r:id="Rcd71bbc246a14f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74f06e511e4c7d" /><Relationship Type="http://schemas.openxmlformats.org/officeDocument/2006/relationships/slideMaster" Target="/ppt/slideMasters/slideMaster1.xml" Id="Ra8ccebd4b4844157" /><Relationship Type="http://schemas.openxmlformats.org/officeDocument/2006/relationships/notesMaster" Target="/ppt/notesMasters/notesMaster1.xml" Id="Re8b9cb72d805455c" /><Relationship Type="http://schemas.openxmlformats.org/officeDocument/2006/relationships/presProps" Target="/ppt/presProps.xml" Id="R96aed09f20014975" /><Relationship Type="http://schemas.openxmlformats.org/officeDocument/2006/relationships/tableStyles" Target="/ppt/tableStyles.xml" Id="R2874f195bc4744c7" /><Relationship Type="http://schemas.openxmlformats.org/officeDocument/2006/relationships/slide" Target="/ppt/slides/slide1.xml" Id="Rb94cb71466734e51" /><Relationship Type="http://schemas.openxmlformats.org/officeDocument/2006/relationships/slide" Target="/ppt/slides/slide2.xml" Id="R1035b5dec9aa47f4" /><Relationship Type="http://schemas.openxmlformats.org/officeDocument/2006/relationships/slide" Target="/ppt/slides/slide3.xml" Id="R3a58a5235bfd48ab" /><Relationship Type="http://schemas.openxmlformats.org/officeDocument/2006/relationships/slide" Target="/ppt/slides/slide4.xml" Id="Rceb2503e95bb4b0b" /><Relationship Type="http://schemas.openxmlformats.org/officeDocument/2006/relationships/slide" Target="/ppt/slides/slide5.xml" Id="R99633fabd31840ce" /><Relationship Type="http://schemas.openxmlformats.org/officeDocument/2006/relationships/slide" Target="/ppt/slides/slide6.xml" Id="R7a2bb993ef004a29" /><Relationship Type="http://schemas.openxmlformats.org/officeDocument/2006/relationships/slide" Target="/ppt/slides/slide7.xml" Id="Rcd71bbc246a14f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29462486704d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8801b20ae949f4" /><Relationship Type="http://schemas.openxmlformats.org/officeDocument/2006/relationships/notesMaster" Target="/ppt/notesMasters/notesMaster1.xml" Id="R083bc4b8318744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41c8fd138a4125" /><Relationship Type="http://schemas.openxmlformats.org/officeDocument/2006/relationships/notesMaster" Target="/ppt/notesMasters/notesMaster1.xml" Id="R8af38a6ff71a42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d762df16984559" /><Relationship Type="http://schemas.openxmlformats.org/officeDocument/2006/relationships/notesMaster" Target="/ppt/notesMasters/notesMaster1.xml" Id="R6bba471033fb46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90396036c0431a" /><Relationship Type="http://schemas.openxmlformats.org/officeDocument/2006/relationships/notesMaster" Target="/ppt/notesMasters/notesMaster1.xml" Id="R4f83b3390a7845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c7170005c2436c" /><Relationship Type="http://schemas.openxmlformats.org/officeDocument/2006/relationships/notesMaster" Target="/ppt/notesMasters/notesMaster1.xml" Id="R6e8950878fe448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7382ed94b94df2" /><Relationship Type="http://schemas.openxmlformats.org/officeDocument/2006/relationships/notesMaster" Target="/ppt/notesMasters/notesMaster1.xml" Id="R29885ac707e348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4b731a106a4554" /><Relationship Type="http://schemas.openxmlformats.org/officeDocument/2006/relationships/notesMaster" Target="/ppt/notesMasters/notesMaster1.xml" Id="Rf9cc64710f4546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17-18.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17-19.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17-20.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17-21.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17.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7882a872346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fc93dade7c437e" /><Relationship Type="http://schemas.openxmlformats.org/officeDocument/2006/relationships/slideLayout" Target="/ppt/slideLayouts/slideLayout1.xml" Id="R0020678a2fd74f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20678a2fd74f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67b87ce2b4e40" /><Relationship Type="http://schemas.openxmlformats.org/officeDocument/2006/relationships/image" Target="/ppt/media/image.jpeg" Id="R7b2dbb2d93dc4f18" /><Relationship Type="http://schemas.openxmlformats.org/officeDocument/2006/relationships/notesSlide" Target="/ppt/notesSlides/notesSlide1.xml" Id="R2a1969595f434f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f851b16d745eb" /><Relationship Type="http://schemas.openxmlformats.org/officeDocument/2006/relationships/notesSlide" Target="/ppt/notesSlides/notesSlide2.xml" Id="R5d2ba72fd0f04b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d13a072aa406f" /><Relationship Type="http://schemas.openxmlformats.org/officeDocument/2006/relationships/image" Target="/ppt/media/image2.jpeg" Id="R6ac325a5d7c542b2" /><Relationship Type="http://schemas.openxmlformats.org/officeDocument/2006/relationships/notesSlide" Target="/ppt/notesSlides/notesSlide3.xml" Id="R2c86a9b5759d41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eb58eb4eb4ab4" /><Relationship Type="http://schemas.openxmlformats.org/officeDocument/2006/relationships/image" Target="/ppt/media/image3.jpeg" Id="R918066c6bb554c47" /><Relationship Type="http://schemas.openxmlformats.org/officeDocument/2006/relationships/notesSlide" Target="/ppt/notesSlides/notesSlide4.xml" Id="Raa288f24aa7a43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827be23334740" /><Relationship Type="http://schemas.openxmlformats.org/officeDocument/2006/relationships/image" Target="/ppt/media/image4.jpeg" Id="Rc6ae3eff5a3e47ec" /><Relationship Type="http://schemas.openxmlformats.org/officeDocument/2006/relationships/notesSlide" Target="/ppt/notesSlides/notesSlide5.xml" Id="R5600017a09b946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9b79682254acc" /><Relationship Type="http://schemas.openxmlformats.org/officeDocument/2006/relationships/image" Target="/ppt/media/image5.jpeg" Id="Rdebb622ab25444f3" /><Relationship Type="http://schemas.openxmlformats.org/officeDocument/2006/relationships/notesSlide" Target="/ppt/notesSlides/notesSlide6.xml" Id="Rec0960ecc09c41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850d0b58e4673" /><Relationship Type="http://schemas.openxmlformats.org/officeDocument/2006/relationships/notesSlide" Target="/ppt/notesSlides/notesSlide7.xml" Id="R829ac4618c8b45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36183-582D-46B0-9721-0A31E76D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E2A51-A4DF-4E41-811F-B9E9D09D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Fluids, Electrolytes, and Calculations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CDDFF-BAE8-4E3B-AE72-CC1945F0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30-Hour Basic Intravenous Therapy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dbb2d93dc4f18"/>
          <a:stretch xmlns:a="http://schemas.openxmlformats.org/drawingml/2006/main"/>
        </p:blipFill>
        <p:spPr>
          <a:xfrm xmlns:a="http://schemas.openxmlformats.org/drawingml/2006/main">
            <a:off x="8286750" y="1461080"/>
            <a:ext cx="3000375" cy="38786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27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146E5-5C19-4742-9C89-218F955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465AE-9AA3-434F-B231-E576B392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F5F42-8232-4D5E-82CC-A6528DF2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Relate fluid compartments to IV solution effects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Recognize common volume and electrolyte disturbances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Calculate pump and gravity infusion rates safely</a:t>
            </a:r>
          </a:p>
        </p:txBody>
      </p:sp>
    </p:spTree>
    <p:extLst>
      <p:ext uri="{BB962C8B-B14F-4D97-AF65-F5344CB8AC3E}">
        <p14:creationId xmlns:p14="http://schemas.microsoft.com/office/powerpoint/2010/main" val="1641605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3E91C-638F-49F6-AF89-0E406B61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Fluid compartments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C4708-60B3-4F40-8C54-8AD3E8F6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5B878-805E-4C76-9976-FD41B513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Intracellular fluid lies within cells. Extracellular fluid includes intravascular and interstitial spaces. Osmosis moves water across a semipermeable membrane, while diffusion moves solutes down a concentration gradient.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325a5d7c542b2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7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D2EE5-BE78-4DB4-98F3-A9769A0F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Tonicity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7661A-EDCC-4FBF-BEB1-D97166AF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FECAB-6361-4F43-B764-FA436B07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Isotonic solutions have an effective concentration similar to plasma. Hypotonic solutions promote movement of water into cells. Hypertonic solutions draw water out of cells and require close monitoring.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066c6bb554c47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399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E5F93-EC3D-45AB-AA3E-787B6DA9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ECFD1-1431-4D6B-89E2-5C11B07B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47004-FA6D-45FA-ADEF-E1FBB7F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Track intake and output, daily weight, vital signs, lung sounds, edema, mucous membranes, cognition, urine output, and relevant laboratory values. Escalate rapid changes or critical results.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e3eff5a3e47ec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1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1C6BB-D746-4838-96B3-A12F1A5E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Calculations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BF485-9441-4BC5-B10F-5A643074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25711-EFC4-48F3-AB60-76F7A864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mL/hour equals volume divided by hours. gtt/min equals volume times tubing drop factor divided by minutes. Label units, round only at the final step, and check whether the result is clinically reasonable.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b622ab25444f3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9875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24FA9-0B75-429F-866C-20EA4019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EAA17-36FA-40DF-9963-CD966BBD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0A212-D4B1-4174-91B4-4843A8F3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Calculate 1,000 mL over 8 hours on a pump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Calculate 250 mL over 90 minutes using 15 gtt/mL tubing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Choose monitoring priorities for fluid deficit and fluid excess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6F045-C419-4E1C-B53B-D4128865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quiz before attending the skills lab.</a:t>
            </a:r>
          </a:p>
        </p:txBody>
      </p:sp>
    </p:spTree>
    <p:extLst>
      <p:ext uri="{BB962C8B-B14F-4D97-AF65-F5344CB8AC3E}">
        <p14:creationId xmlns:p14="http://schemas.microsoft.com/office/powerpoint/2010/main" val="82719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2026-09-11T14:11:29.1620000Z</dcterms:created>
  <dcterms:modified xsi:type="dcterms:W3CDTF">2026-09-11T14:11:29.1620000Z</dcterms:modified>
</coreProperties>
</file>