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2d1bfec90d4a4a" /><Relationship Type="http://schemas.openxmlformats.org/officeDocument/2006/relationships/extended-properties" Target="/docProps/app.xml" Id="R8125c43f30704cb2" /><Relationship Type="http://schemas.openxmlformats.org/officeDocument/2006/relationships/officeDocument" Target="/ppt/presentation.xml" Id="R1ac87c61e6a64ac1" /></Relationships>
</file>

<file path=ppt/presentation.xml><?xml version="1.0" encoding="utf-8"?>
<p:presentation xmlns:p="http://schemas.openxmlformats.org/presentationml/2006/main">
  <p:sldMasterIdLst>
    <p:sldMasterId xmlns:r="http://schemas.openxmlformats.org/officeDocument/2006/relationships" id="2147483648" r:id="R1533acf7ee5b40f7"/>
  </p:sldMasterIdLst>
  <p:notesMasterIdLst>
    <p:notesMasterId xmlns:r="http://schemas.openxmlformats.org/officeDocument/2006/relationships" r:id="R7ff7e541a42c4d8a"/>
  </p:notesMasterIdLst>
  <p:sldIdLst>
    <p:sldId xmlns:r="http://schemas.openxmlformats.org/officeDocument/2006/relationships" id="256" r:id="R78c73674a41f4475"/>
    <p:sldId xmlns:r="http://schemas.openxmlformats.org/officeDocument/2006/relationships" id="257" r:id="Ra25797eddff747e8"/>
    <p:sldId xmlns:r="http://schemas.openxmlformats.org/officeDocument/2006/relationships" id="258" r:id="R03dcfc46b5f94d13"/>
    <p:sldId xmlns:r="http://schemas.openxmlformats.org/officeDocument/2006/relationships" id="259" r:id="R42b3bd0cc7f34b23"/>
    <p:sldId xmlns:r="http://schemas.openxmlformats.org/officeDocument/2006/relationships" id="260" r:id="R6a30d5580c1e4483"/>
    <p:sldId xmlns:r="http://schemas.openxmlformats.org/officeDocument/2006/relationships" id="261" r:id="R288bd32b1558440a"/>
    <p:sldId xmlns:r="http://schemas.openxmlformats.org/officeDocument/2006/relationships" id="262" r:id="Rf2fe3e79edd7449f"/>
    <p:sldId xmlns:r="http://schemas.openxmlformats.org/officeDocument/2006/relationships" id="263" r:id="R9bddefd7f7e44fba"/>
    <p:sldId xmlns:r="http://schemas.openxmlformats.org/officeDocument/2006/relationships" id="264" r:id="Rb1f9593d3bd44e71"/>
    <p:sldId xmlns:r="http://schemas.openxmlformats.org/officeDocument/2006/relationships" id="265" r:id="Rd52d4e446cb840e8"/>
    <p:sldId xmlns:r="http://schemas.openxmlformats.org/officeDocument/2006/relationships" id="266" r:id="R9f52fbc9fabc4597"/>
    <p:sldId xmlns:r="http://schemas.openxmlformats.org/officeDocument/2006/relationships" id="267" r:id="Rc1daee85cced47e2"/>
    <p:sldId xmlns:r="http://schemas.openxmlformats.org/officeDocument/2006/relationships" id="268" r:id="R4c14af4a9a3e4cd9"/>
    <p:sldId xmlns:r="http://schemas.openxmlformats.org/officeDocument/2006/relationships" id="269" r:id="R44e6739280b042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c43e7586084c0b" /><Relationship Type="http://schemas.openxmlformats.org/officeDocument/2006/relationships/slideMaster" Target="/ppt/slideMasters/slideMaster1.xml" Id="R1533acf7ee5b40f7" /><Relationship Type="http://schemas.openxmlformats.org/officeDocument/2006/relationships/notesMaster" Target="/ppt/notesMasters/notesMaster1.xml" Id="R7ff7e541a42c4d8a" /><Relationship Type="http://schemas.openxmlformats.org/officeDocument/2006/relationships/presProps" Target="/ppt/presProps.xml" Id="R4c63377b55d245aa" /><Relationship Type="http://schemas.openxmlformats.org/officeDocument/2006/relationships/tableStyles" Target="/ppt/tableStyles.xml" Id="R831e1433d0d94d28" /><Relationship Type="http://schemas.openxmlformats.org/officeDocument/2006/relationships/slide" Target="/ppt/slides/slide1.xml" Id="R78c73674a41f4475" /><Relationship Type="http://schemas.openxmlformats.org/officeDocument/2006/relationships/slide" Target="/ppt/slides/slide2.xml" Id="Ra25797eddff747e8" /><Relationship Type="http://schemas.openxmlformats.org/officeDocument/2006/relationships/slide" Target="/ppt/slides/slide3.xml" Id="R03dcfc46b5f94d13" /><Relationship Type="http://schemas.openxmlformats.org/officeDocument/2006/relationships/slide" Target="/ppt/slides/slide4.xml" Id="R42b3bd0cc7f34b23" /><Relationship Type="http://schemas.openxmlformats.org/officeDocument/2006/relationships/slide" Target="/ppt/slides/slide5.xml" Id="R6a30d5580c1e4483" /><Relationship Type="http://schemas.openxmlformats.org/officeDocument/2006/relationships/slide" Target="/ppt/slides/slide6.xml" Id="R288bd32b1558440a" /><Relationship Type="http://schemas.openxmlformats.org/officeDocument/2006/relationships/slide" Target="/ppt/slides/slide7.xml" Id="Rf2fe3e79edd7449f" /><Relationship Type="http://schemas.openxmlformats.org/officeDocument/2006/relationships/slide" Target="/ppt/slides/slide8.xml" Id="R9bddefd7f7e44fba" /><Relationship Type="http://schemas.openxmlformats.org/officeDocument/2006/relationships/slide" Target="/ppt/slides/slide9.xml" Id="Rb1f9593d3bd44e71" /><Relationship Type="http://schemas.openxmlformats.org/officeDocument/2006/relationships/slide" Target="/ppt/slides/slide10.xml" Id="Rd52d4e446cb840e8" /><Relationship Type="http://schemas.openxmlformats.org/officeDocument/2006/relationships/slide" Target="/ppt/slides/slide11.xml" Id="R9f52fbc9fabc4597" /><Relationship Type="http://schemas.openxmlformats.org/officeDocument/2006/relationships/slide" Target="/ppt/slides/slide12.xml" Id="Rc1daee85cced47e2" /><Relationship Type="http://schemas.openxmlformats.org/officeDocument/2006/relationships/slide" Target="/ppt/slides/slide13.xml" Id="R4c14af4a9a3e4cd9" /><Relationship Type="http://schemas.openxmlformats.org/officeDocument/2006/relationships/slide" Target="/ppt/slides/slide14.xml" Id="R44e6739280b042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06bad0007d43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2537dd19904f56" /><Relationship Type="http://schemas.openxmlformats.org/officeDocument/2006/relationships/notesMaster" Target="/ppt/notesMasters/notesMaster1.xml" Id="R99d671f972134d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5d2fc4e48e45a9" /><Relationship Type="http://schemas.openxmlformats.org/officeDocument/2006/relationships/notesMaster" Target="/ppt/notesMasters/notesMaster1.xml" Id="R5c101a10b07d4f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292d7b5d25432e" /><Relationship Type="http://schemas.openxmlformats.org/officeDocument/2006/relationships/notesMaster" Target="/ppt/notesMasters/notesMaster1.xml" Id="Ra0a3da2a7f6a4b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b5ce7a2aef4c12" /><Relationship Type="http://schemas.openxmlformats.org/officeDocument/2006/relationships/notesMaster" Target="/ppt/notesMasters/notesMaster1.xml" Id="R69a65970e6e447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cc63c3096341a5" /><Relationship Type="http://schemas.openxmlformats.org/officeDocument/2006/relationships/notesMaster" Target="/ppt/notesMasters/notesMaster1.xml" Id="R90f30ab3f0c542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bff4723b42409e" /><Relationship Type="http://schemas.openxmlformats.org/officeDocument/2006/relationships/notesMaster" Target="/ppt/notesMasters/notesMaster1.xml" Id="R83cdd6f9fe3e4c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c33e1469e84631" /><Relationship Type="http://schemas.openxmlformats.org/officeDocument/2006/relationships/notesMaster" Target="/ppt/notesMasters/notesMaster1.xml" Id="R717e3664a51f48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5669dadcb14442" /><Relationship Type="http://schemas.openxmlformats.org/officeDocument/2006/relationships/notesMaster" Target="/ppt/notesMasters/notesMaster1.xml" Id="R596e1749a4a541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d60d1dbaf74d5d" /><Relationship Type="http://schemas.openxmlformats.org/officeDocument/2006/relationships/notesMaster" Target="/ppt/notesMasters/notesMaster1.xml" Id="R2aeaca8d77514c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014ea99f464544" /><Relationship Type="http://schemas.openxmlformats.org/officeDocument/2006/relationships/notesMaster" Target="/ppt/notesMasters/notesMaster1.xml" Id="R44c71737dc9445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823d4945354942" /><Relationship Type="http://schemas.openxmlformats.org/officeDocument/2006/relationships/notesMaster" Target="/ppt/notesMasters/notesMaster1.xml" Id="Red29d4d0b2ef49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f8a8dadd6640aa" /><Relationship Type="http://schemas.openxmlformats.org/officeDocument/2006/relationships/notesMaster" Target="/ppt/notesMasters/notesMaster1.xml" Id="R68b261ec31ee4f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41dabe468b4910" /><Relationship Type="http://schemas.openxmlformats.org/officeDocument/2006/relationships/notesMaster" Target="/ppt/notesMasters/notesMaster1.xml" Id="R8c28fcec3e764e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e41e2524a947d8" /><Relationship Type="http://schemas.openxmlformats.org/officeDocument/2006/relationships/notesMaster" Target="/ppt/notesMasters/notesMaster1.xml" Id="Re47e8b4959f043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Cover media: Pexels photo by RDNE Stock project, https://www.pexels.com/photo/close-up-photo-of-an-infusion-pump-6129679/,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cc4bb98ac847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43da1d37b64e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5b12ef101b44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607e3c81b4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d22eeda9664d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bae338dbd146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D7E191-70FB-49AF-ACC7-EAA51055B3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E9ED91-E93A-490D-A830-739E85C9A0B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54C1A2-C518-4921-BC45-9E365DE31B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FB8211-0802-4CFB-A6A8-3EE53C025C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96B819-BC7C-4F70-A785-B7208F78A3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2D8393-8FFF-4E9F-A02D-5480842D00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D78EA6-898B-4EA1-B6C6-ADF877F3C1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A060518-9127-4A61-AC0A-F341053E40F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FBB75F-1C37-4814-9AC5-E4BE3E0BE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3166AD-455B-4B0A-9E7F-403659D909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1d5fc95dba437a" /><Relationship Type="http://schemas.openxmlformats.org/officeDocument/2006/relationships/slideLayout" Target="/ppt/slideLayouts/slideLayout1.xml" Id="R6329bb9f05a9456d" /><Relationship Type="http://schemas.openxmlformats.org/officeDocument/2006/relationships/slideLayout" Target="/ppt/slideLayouts/slideLayout2.xml" Id="Re85c629b5ef043f6" /><Relationship Type="http://schemas.openxmlformats.org/officeDocument/2006/relationships/slideLayout" Target="/ppt/slideLayouts/slideLayout3.xml" Id="R99bae0ec7b194503" /><Relationship Type="http://schemas.openxmlformats.org/officeDocument/2006/relationships/slideLayout" Target="/ppt/slideLayouts/slideLayout4.xml" Id="R90fae7e426444aee" /><Relationship Type="http://schemas.openxmlformats.org/officeDocument/2006/relationships/slideLayout" Target="/ppt/slideLayouts/slideLayout5.xml" Id="Rc4aa4e99796d474c" /><Relationship Type="http://schemas.openxmlformats.org/officeDocument/2006/relationships/slideLayout" Target="/ppt/slideLayouts/slideLayout6.xml" Id="R338df2b3d57f4d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29bb9f05a9456d"/>
    <p:sldLayoutId xmlns:r="http://schemas.openxmlformats.org/officeDocument/2006/relationships" id="2147483650" r:id="Re85c629b5ef043f6"/>
    <p:sldLayoutId xmlns:r="http://schemas.openxmlformats.org/officeDocument/2006/relationships" id="2147483651" r:id="R99bae0ec7b194503"/>
    <p:sldLayoutId xmlns:r="http://schemas.openxmlformats.org/officeDocument/2006/relationships" id="2147483652" r:id="R90fae7e426444aee"/>
    <p:sldLayoutId xmlns:r="http://schemas.openxmlformats.org/officeDocument/2006/relationships" id="2147483653" r:id="Rc4aa4e99796d474c"/>
    <p:sldLayoutId xmlns:r="http://schemas.openxmlformats.org/officeDocument/2006/relationships" id="2147483654" r:id="R338df2b3d57f4d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c8b224c65a47b4" /><Relationship Type="http://schemas.openxmlformats.org/officeDocument/2006/relationships/image" Target="/ppt/media/image.jpeg" Id="R14de0113b4ad4d27" /><Relationship Type="http://schemas.openxmlformats.org/officeDocument/2006/relationships/notesSlide" Target="/ppt/notesSlides/notesSlide1.xml" Id="Rb2ae3b26c17643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63e243cef94716" /><Relationship Type="http://schemas.openxmlformats.org/officeDocument/2006/relationships/notesSlide" Target="/ppt/notesSlides/notesSlide2.xml" Id="R9b6dd801dd2642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b06f7a144f4b05" /><Relationship Type="http://schemas.openxmlformats.org/officeDocument/2006/relationships/notesSlide" Target="/ppt/notesSlides/notesSlide3.xml" Id="Rc3ad9551492647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fda1ef7ee5479b" /><Relationship Type="http://schemas.openxmlformats.org/officeDocument/2006/relationships/notesSlide" Target="/ppt/notesSlides/notesSlide4.xml" Id="Rb8229c4f089f4e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e45315ddfa340f6" /><Relationship Type="http://schemas.openxmlformats.org/officeDocument/2006/relationships/notesSlide" Target="/ppt/notesSlides/notesSlide5.xml" Id="R10c0316935d54e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bd465a13ea4fd1" /><Relationship Type="http://schemas.openxmlformats.org/officeDocument/2006/relationships/notesSlide" Target="/ppt/notesSlides/notesSlide6.xml" Id="R9b6779ba4e4844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c7e3759a854b41" /><Relationship Type="http://schemas.openxmlformats.org/officeDocument/2006/relationships/notesSlide" Target="/ppt/notesSlides/notesSlide7.xml" Id="R981b9bf242684d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585a1c30cd4332" /><Relationship Type="http://schemas.openxmlformats.org/officeDocument/2006/relationships/notesSlide" Target="/ppt/notesSlides/notesSlide8.xml" Id="R340522cb80ad44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7743a4ae45743cf" /><Relationship Type="http://schemas.openxmlformats.org/officeDocument/2006/relationships/notesSlide" Target="/ppt/notesSlides/notesSlide9.xml" Id="R36e66e0e091742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ffa06f797d423c" /><Relationship Type="http://schemas.openxmlformats.org/officeDocument/2006/relationships/notesSlide" Target="/ppt/notesSlides/notesSlide10.xml" Id="R75310a4d62124b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2a03b4c88346a2" /><Relationship Type="http://schemas.openxmlformats.org/officeDocument/2006/relationships/notesSlide" Target="/ppt/notesSlides/notesSlide11.xml" Id="Rcf39827af30448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8b1906c36c54c74" /><Relationship Type="http://schemas.openxmlformats.org/officeDocument/2006/relationships/notesSlide" Target="/ppt/notesSlides/notesSlide12.xml" Id="R936cc120fc1a4c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0d604cdd4eb4076" /><Relationship Type="http://schemas.openxmlformats.org/officeDocument/2006/relationships/notesSlide" Target="/ppt/notesSlides/notesSlide13.xml" Id="R59b0f9acf4824be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0973952a7f24c3b" /><Relationship Type="http://schemas.openxmlformats.org/officeDocument/2006/relationships/notesSlide" Target="/ppt/notesSlides/notesSlide14.xml" Id="R0a64953354ff4337"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7DBE9C6-513E-478D-B976-0FA0DC365668}"/>
              </a:ext>
            </a:extLst>
          </p:cNvPr>
          <p:cNvPicPr>
            <a:picLocks xmlns:a="http://schemas.openxmlformats.org/drawingml/2006/main" noChangeAspect="1"/>
          </p:cNvPicPr>
          <p:nvPr/>
        </p:nvPicPr>
        <p:blipFill>
          <a:blip xmlns:r="http://schemas.openxmlformats.org/officeDocument/2006/relationships" xmlns:a="http://schemas.openxmlformats.org/drawingml/2006/main" r:embed="R14de0113b4ad4d27"/>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E31E56-DC20-4462-9E1A-CE307D6684F7}"/>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CB274EA-3C4D-40AF-8C7E-4618F55E9D25}"/>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BD2496EB-C6BE-40C6-9EAA-9BC22EC85F6D}"/>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7438E9D9-D9E9-46C7-AB01-C7634C811BE5}"/>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Fluids, Electrolytes, and Calculations</a:t>
            </a:r>
          </a:p>
        </p:txBody>
      </p:sp>
      <p:sp>
        <p:nvSpPr>
          <p:cNvPr id="6" name="">
            <a:extLst xmlns:a="http://schemas.openxmlformats.org/drawingml/2006/main">
              <a:ext uri="{FF2B5EF4-FFF2-40B4-BE49-F238E27FC236}">
                <a16:creationId xmlns:a16="http://schemas.microsoft.com/office/drawing/2014/main" id="{E3D03BFD-7CF3-4882-91FC-D886338D0D57}"/>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3  |  30-Hour Basic Intravenous Therapy</a:t>
            </a:r>
          </a:p>
        </p:txBody>
      </p:sp>
      <p:sp>
        <p:nvSpPr>
          <p:cNvPr id="7" name="">
            <a:extLst xmlns:a="http://schemas.openxmlformats.org/drawingml/2006/main">
              <a:ext uri="{FF2B5EF4-FFF2-40B4-BE49-F238E27FC236}">
                <a16:creationId xmlns:a16="http://schemas.microsoft.com/office/drawing/2014/main" id="{0A37488C-E6B4-45E9-9EA0-E9FEB0AF2E99}"/>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20272663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A9BB24-7D52-4FBC-9C92-7B3CE23BA2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A282F4-877A-4FA7-9B84-03DA848A6D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6FBE8FC1-9349-485F-A339-2D2F7C8335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5C58423-6DE4-4ADE-AAA7-24F85DA544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A7BD412-E24F-4668-B521-3FC68E59A7C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123702842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1D0D24-7268-4DC5-8870-E3E406AB92B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1DF303-EFAC-4319-BF0B-C4349F5A6C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51F7CBFA-A434-4D39-862F-790F7709BD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82B7652-D2F1-4FCD-AABF-73B5070174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49C3077-5546-4797-BB36-F28FC61B9D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143E0DF6-4F4D-448D-BD5F-46AB01FB0D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8491151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D54888-3F2B-41E0-9D03-B0798BCB1E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9C88FD-7B37-4C06-B523-FB21ACF42D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E3A15CA7-95F3-4833-B42B-24D660F22A4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ACCD060-7875-4B0E-8918-6DDF740EA6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51867F8-917E-4066-B9AB-78D6F92E33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AA961F47-AF7B-47D7-AD6A-6639964722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642178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9C42D1-4745-4457-A3DD-B3B6DFC0CB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059C98D-3C56-4BF6-896C-156BBF8D68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DF1D5C84-23C8-4C07-AF24-C530F8DD40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C095D99-D496-4608-A8E5-69C98AB7EE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E6227659-DD6E-4EC2-95EA-48FA21CA26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835A3DD2-FDF9-481C-844E-E3A0A56AA3F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81470517"/>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45D140-E409-4CC6-AF73-39B29A70A5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08B341E-0B82-4B64-A97C-F537C30B0A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CE37B39B-F57E-47F6-A480-03E990D7FF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1B06EFC-3FDD-4FA3-8F50-6DB48B5AE4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E8CAF9C6-EBA9-42AC-98EB-B21F33FA69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1BC0AB96-F171-42A3-94F0-F6D7589F48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9524494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56E03B2-BAFD-4BE2-B840-3372E767E0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AD4940-A6DC-43E3-87A1-D2F9D33609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3" name="">
            <a:extLst xmlns:a="http://schemas.openxmlformats.org/drawingml/2006/main">
              <a:ext uri="{FF2B5EF4-FFF2-40B4-BE49-F238E27FC236}">
                <a16:creationId xmlns:a16="http://schemas.microsoft.com/office/drawing/2014/main" id="{06989D93-877F-49A9-B8D6-BD69DAF79C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13D612-02E9-476A-91B0-18BF87AF99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A7A54F63-7870-4A11-839F-90ED59259205}"/>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767C093-9E4A-4A1A-9356-4E31578E1E6D}"/>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7" name="">
            <a:extLst xmlns:a="http://schemas.openxmlformats.org/drawingml/2006/main">
              <a:ext uri="{FF2B5EF4-FFF2-40B4-BE49-F238E27FC236}">
                <a16:creationId xmlns:a16="http://schemas.microsoft.com/office/drawing/2014/main" id="{8D9BF309-9DFA-41C9-9447-3B69361FD8E5}"/>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9F02DE7-8031-49DD-B735-DAE3BE696E98}"/>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9" name="">
            <a:extLst xmlns:a="http://schemas.openxmlformats.org/drawingml/2006/main">
              <a:ext uri="{FF2B5EF4-FFF2-40B4-BE49-F238E27FC236}">
                <a16:creationId xmlns:a16="http://schemas.microsoft.com/office/drawing/2014/main" id="{9FEDE64C-EADF-43D8-8A13-3B3685DA0860}"/>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EE2E176-1ECD-4CBA-945E-E726EC146F97}"/>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D65C2FC3-7388-427A-85D6-A7E37D5EEFED}"/>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7154797-B9C3-46B7-8A58-2E1277F28314}"/>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3" name="">
            <a:extLst xmlns:a="http://schemas.openxmlformats.org/drawingml/2006/main">
              <a:ext uri="{FF2B5EF4-FFF2-40B4-BE49-F238E27FC236}">
                <a16:creationId xmlns:a16="http://schemas.microsoft.com/office/drawing/2014/main" id="{0B1EED82-0B10-4A12-97BA-37B4935B8801}"/>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66931BD-4933-46DD-9FFD-139D76DFD455}"/>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5" name="">
            <a:extLst xmlns:a="http://schemas.openxmlformats.org/drawingml/2006/main">
              <a:ext uri="{FF2B5EF4-FFF2-40B4-BE49-F238E27FC236}">
                <a16:creationId xmlns:a16="http://schemas.microsoft.com/office/drawing/2014/main" id="{DE04BB63-ACA2-4B66-82F0-60869FC27335}"/>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786A87C-46E7-4ABF-8D6D-EE694FE87B1D}"/>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7" name="">
            <a:extLst xmlns:a="http://schemas.openxmlformats.org/drawingml/2006/main">
              <a:ext uri="{FF2B5EF4-FFF2-40B4-BE49-F238E27FC236}">
                <a16:creationId xmlns:a16="http://schemas.microsoft.com/office/drawing/2014/main" id="{B53747ED-1CF7-4008-9526-B3C0DDB2F78B}"/>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927067D-BDB2-47DC-A62A-D5D92600B3F5}"/>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19" name="">
            <a:extLst xmlns:a="http://schemas.openxmlformats.org/drawingml/2006/main">
              <a:ext uri="{FF2B5EF4-FFF2-40B4-BE49-F238E27FC236}">
                <a16:creationId xmlns:a16="http://schemas.microsoft.com/office/drawing/2014/main" id="{F1FDA733-4600-4958-B3D7-037184926DB1}"/>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AE273D3-8C88-4C33-8E86-9576FD26BFF1}"/>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1" name="">
            <a:extLst xmlns:a="http://schemas.openxmlformats.org/drawingml/2006/main">
              <a:ext uri="{FF2B5EF4-FFF2-40B4-BE49-F238E27FC236}">
                <a16:creationId xmlns:a16="http://schemas.microsoft.com/office/drawing/2014/main" id="{BBDCB68F-C4E3-409A-B6B1-2F9CE2B181D3}"/>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385D2CA-D6CE-48A0-B3AB-8AB60CCEA055}"/>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3" name="">
            <a:extLst xmlns:a="http://schemas.openxmlformats.org/drawingml/2006/main">
              <a:ext uri="{FF2B5EF4-FFF2-40B4-BE49-F238E27FC236}">
                <a16:creationId xmlns:a16="http://schemas.microsoft.com/office/drawing/2014/main" id="{E8661E53-F2BC-4311-A7BD-7EEE16256A02}"/>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E7A6176-9078-4521-93B5-C37B7B47739B}"/>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5" name="">
            <a:extLst xmlns:a="http://schemas.openxmlformats.org/drawingml/2006/main">
              <a:ext uri="{FF2B5EF4-FFF2-40B4-BE49-F238E27FC236}">
                <a16:creationId xmlns:a16="http://schemas.microsoft.com/office/drawing/2014/main" id="{CBBFB1B4-400E-45CB-B159-6979595B33D7}"/>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447A66E-0810-4313-A4B4-F3745202797B}"/>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7" name="">
            <a:extLst xmlns:a="http://schemas.openxmlformats.org/drawingml/2006/main">
              <a:ext uri="{FF2B5EF4-FFF2-40B4-BE49-F238E27FC236}">
                <a16:creationId xmlns:a16="http://schemas.microsoft.com/office/drawing/2014/main" id="{F00322C4-9C25-49AE-96ED-73692E6B724B}"/>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2B8F7EC-6D8D-4CDE-BE5A-BC532847017B}"/>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7035277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94F795C-25C3-4969-8212-FB72FB3238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2BA02D7-84BF-48A9-A9B2-4B2E054D2E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3" name="">
            <a:extLst xmlns:a="http://schemas.openxmlformats.org/drawingml/2006/main">
              <a:ext uri="{FF2B5EF4-FFF2-40B4-BE49-F238E27FC236}">
                <a16:creationId xmlns:a16="http://schemas.microsoft.com/office/drawing/2014/main" id="{1895B26E-022D-4A72-A78E-1DD22DF668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EF80AEA-12C8-4F7F-946E-7D80EC7CAA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51FA6F0-CB7E-4FF3-BE07-0804A5D0627F}"/>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3CDC5E9-03D0-43B3-B274-AA96BD07E00A}"/>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7" name="">
            <a:extLst xmlns:a="http://schemas.openxmlformats.org/drawingml/2006/main">
              <a:ext uri="{FF2B5EF4-FFF2-40B4-BE49-F238E27FC236}">
                <a16:creationId xmlns:a16="http://schemas.microsoft.com/office/drawing/2014/main" id="{5F3D6EBE-F161-48CD-8C1B-3415903CC006}"/>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D5E5B7C-FFDB-49D9-BFCE-14B76214506F}"/>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9" name="">
            <a:extLst xmlns:a="http://schemas.openxmlformats.org/drawingml/2006/main">
              <a:ext uri="{FF2B5EF4-FFF2-40B4-BE49-F238E27FC236}">
                <a16:creationId xmlns:a16="http://schemas.microsoft.com/office/drawing/2014/main" id="{022ED26B-6CBC-4F70-9D0E-0AB76EAFAF5E}"/>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B36ED49-7C35-4C41-B986-D16375BC9F71}"/>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1" name="">
            <a:extLst xmlns:a="http://schemas.openxmlformats.org/drawingml/2006/main">
              <a:ext uri="{FF2B5EF4-FFF2-40B4-BE49-F238E27FC236}">
                <a16:creationId xmlns:a16="http://schemas.microsoft.com/office/drawing/2014/main" id="{CF981329-1FBF-4FF8-9C8A-44CD3C9B005C}"/>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911D8AF-2F2F-4B0C-A77E-7CD6AA95AEBA}"/>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3" name="">
            <a:extLst xmlns:a="http://schemas.openxmlformats.org/drawingml/2006/main">
              <a:ext uri="{FF2B5EF4-FFF2-40B4-BE49-F238E27FC236}">
                <a16:creationId xmlns:a16="http://schemas.microsoft.com/office/drawing/2014/main" id="{37F5D502-5A89-4CDB-B971-232D7F1A191D}"/>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043AE3B-FC9E-4C75-9305-65E6056ECABC}"/>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5" name="">
            <a:extLst xmlns:a="http://schemas.openxmlformats.org/drawingml/2006/main">
              <a:ext uri="{FF2B5EF4-FFF2-40B4-BE49-F238E27FC236}">
                <a16:creationId xmlns:a16="http://schemas.microsoft.com/office/drawing/2014/main" id="{E65EF066-4C55-4172-935E-CC2393AA162F}"/>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EAD953C-B96C-4A9E-A5E0-FC13016EA1E8}"/>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7" name="">
            <a:extLst xmlns:a="http://schemas.openxmlformats.org/drawingml/2006/main">
              <a:ext uri="{FF2B5EF4-FFF2-40B4-BE49-F238E27FC236}">
                <a16:creationId xmlns:a16="http://schemas.microsoft.com/office/drawing/2014/main" id="{6F6857E8-7BDE-4BEE-A06A-BE9BE83995F7}"/>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5152880-8417-4A3A-92E5-27BB679585C5}"/>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19" name="">
            <a:extLst xmlns:a="http://schemas.openxmlformats.org/drawingml/2006/main">
              <a:ext uri="{FF2B5EF4-FFF2-40B4-BE49-F238E27FC236}">
                <a16:creationId xmlns:a16="http://schemas.microsoft.com/office/drawing/2014/main" id="{0FA7F647-5F5D-42F4-B636-EB4EC7821548}"/>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49B31C3-BC65-43CB-ABE0-8A422E536037}"/>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1" name="">
            <a:extLst xmlns:a="http://schemas.openxmlformats.org/drawingml/2006/main">
              <a:ext uri="{FF2B5EF4-FFF2-40B4-BE49-F238E27FC236}">
                <a16:creationId xmlns:a16="http://schemas.microsoft.com/office/drawing/2014/main" id="{3FFB7A23-393D-4659-B074-1317D75307F5}"/>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6AF81A9-B156-45B8-8178-FBB26DABB91C}"/>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3" name="">
            <a:extLst xmlns:a="http://schemas.openxmlformats.org/drawingml/2006/main">
              <a:ext uri="{FF2B5EF4-FFF2-40B4-BE49-F238E27FC236}">
                <a16:creationId xmlns:a16="http://schemas.microsoft.com/office/drawing/2014/main" id="{8A057BA0-A00A-4659-B5DC-449D4465714B}"/>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5B50761-83E3-4DFB-9720-4C269E54BCD3}"/>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5" name="">
            <a:extLst xmlns:a="http://schemas.openxmlformats.org/drawingml/2006/main">
              <a:ext uri="{FF2B5EF4-FFF2-40B4-BE49-F238E27FC236}">
                <a16:creationId xmlns:a16="http://schemas.microsoft.com/office/drawing/2014/main" id="{068C978D-CFA2-4ED1-A042-2EF8B8A4C0D0}"/>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BDA9CD8-8FF9-4957-9D07-1240D9E7012A}"/>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7" name="">
            <a:extLst xmlns:a="http://schemas.openxmlformats.org/drawingml/2006/main">
              <a:ext uri="{FF2B5EF4-FFF2-40B4-BE49-F238E27FC236}">
                <a16:creationId xmlns:a16="http://schemas.microsoft.com/office/drawing/2014/main" id="{B44AA55A-9C51-41A5-B5CB-300DCDFB7BE1}"/>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8B78C4D-8376-4E3C-826A-53F66A5D03AE}"/>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158913626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745D559-BB4B-4A88-86B9-96C835FC6C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85F895E-3906-4142-AAEA-A5FF2FA5EE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3" name="">
            <a:extLst xmlns:a="http://schemas.openxmlformats.org/drawingml/2006/main">
              <a:ext uri="{FF2B5EF4-FFF2-40B4-BE49-F238E27FC236}">
                <a16:creationId xmlns:a16="http://schemas.microsoft.com/office/drawing/2014/main" id="{CAC08A2A-BDD8-497B-B87C-2A649F893F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680BB7F-80EB-4F73-B7E3-06ABD414F8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81026C1F-09EA-4A74-A30D-A013638CB040}"/>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00420E4-DE8B-4281-9084-51ED2ED0EB65}"/>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7" name="">
            <a:extLst xmlns:a="http://schemas.openxmlformats.org/drawingml/2006/main">
              <a:ext uri="{FF2B5EF4-FFF2-40B4-BE49-F238E27FC236}">
                <a16:creationId xmlns:a16="http://schemas.microsoft.com/office/drawing/2014/main" id="{BF9A92EF-5423-44B3-BAB8-BA45B8AFCF53}"/>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970AE6D-F577-4BDE-95A3-4E661FA344D8}"/>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9" name="">
            <a:extLst xmlns:a="http://schemas.openxmlformats.org/drawingml/2006/main">
              <a:ext uri="{FF2B5EF4-FFF2-40B4-BE49-F238E27FC236}">
                <a16:creationId xmlns:a16="http://schemas.microsoft.com/office/drawing/2014/main" id="{DCEF91D4-4011-47F1-AD31-21765043A708}"/>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820BFB1-834F-49E9-9AF5-38038059F875}"/>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1" name="">
            <a:extLst xmlns:a="http://schemas.openxmlformats.org/drawingml/2006/main">
              <a:ext uri="{FF2B5EF4-FFF2-40B4-BE49-F238E27FC236}">
                <a16:creationId xmlns:a16="http://schemas.microsoft.com/office/drawing/2014/main" id="{DC5D871C-5A24-4A8E-A337-5EE2647EF5B6}"/>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569D3EF-1864-49C1-9360-C7A77FED7691}"/>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3" name="">
            <a:extLst xmlns:a="http://schemas.openxmlformats.org/drawingml/2006/main">
              <a:ext uri="{FF2B5EF4-FFF2-40B4-BE49-F238E27FC236}">
                <a16:creationId xmlns:a16="http://schemas.microsoft.com/office/drawing/2014/main" id="{01643D89-A3D0-4B58-9CB7-DA4479991107}"/>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08D06DA-F74E-495C-97CA-9998C51D4F93}"/>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5" name="">
            <a:extLst xmlns:a="http://schemas.openxmlformats.org/drawingml/2006/main">
              <a:ext uri="{FF2B5EF4-FFF2-40B4-BE49-F238E27FC236}">
                <a16:creationId xmlns:a16="http://schemas.microsoft.com/office/drawing/2014/main" id="{C0909133-C640-4078-AF69-61CDDFC36EB2}"/>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F9B17C0-FAE2-496E-A817-849F3C8CBAFA}"/>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7" name="">
            <a:extLst xmlns:a="http://schemas.openxmlformats.org/drawingml/2006/main">
              <a:ext uri="{FF2B5EF4-FFF2-40B4-BE49-F238E27FC236}">
                <a16:creationId xmlns:a16="http://schemas.microsoft.com/office/drawing/2014/main" id="{A4DABB86-5F34-47D9-B685-47EAAA6753DA}"/>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83A8A3A-D514-4EF7-B874-B8C0DA4A4DB4}"/>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19" name="">
            <a:extLst xmlns:a="http://schemas.openxmlformats.org/drawingml/2006/main">
              <a:ext uri="{FF2B5EF4-FFF2-40B4-BE49-F238E27FC236}">
                <a16:creationId xmlns:a16="http://schemas.microsoft.com/office/drawing/2014/main" id="{9191B6C7-AE55-471E-8FBD-CE432255CFCD}"/>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02F19A4-EB9B-4EBE-8BCC-C78E5993039B}"/>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1" name="">
            <a:extLst xmlns:a="http://schemas.openxmlformats.org/drawingml/2006/main">
              <a:ext uri="{FF2B5EF4-FFF2-40B4-BE49-F238E27FC236}">
                <a16:creationId xmlns:a16="http://schemas.microsoft.com/office/drawing/2014/main" id="{D7D2E94E-C8A1-4516-BA11-DD3451BD468F}"/>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A22D46C-FAD6-411B-9CF5-CF308D02B8A7}"/>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3" name="">
            <a:extLst xmlns:a="http://schemas.openxmlformats.org/drawingml/2006/main">
              <a:ext uri="{FF2B5EF4-FFF2-40B4-BE49-F238E27FC236}">
                <a16:creationId xmlns:a16="http://schemas.microsoft.com/office/drawing/2014/main" id="{CF6A232E-8C18-4359-BA73-23EE290B39E0}"/>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3F37214-809B-4932-BF8E-5BDE1C50E809}"/>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5" name="">
            <a:extLst xmlns:a="http://schemas.openxmlformats.org/drawingml/2006/main">
              <a:ext uri="{FF2B5EF4-FFF2-40B4-BE49-F238E27FC236}">
                <a16:creationId xmlns:a16="http://schemas.microsoft.com/office/drawing/2014/main" id="{5529685D-E1D8-4DD8-9A75-87996BD0E152}"/>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27ED448-8F40-40FE-BF43-34E94E1AC685}"/>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7" name="">
            <a:extLst xmlns:a="http://schemas.openxmlformats.org/drawingml/2006/main">
              <a:ext uri="{FF2B5EF4-FFF2-40B4-BE49-F238E27FC236}">
                <a16:creationId xmlns:a16="http://schemas.microsoft.com/office/drawing/2014/main" id="{8FF991C8-B477-405C-9F02-BA4C19BACD81}"/>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30863368-FB77-45DC-84CF-331300D74A2A}"/>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29" name="">
            <a:extLst xmlns:a="http://schemas.openxmlformats.org/drawingml/2006/main">
              <a:ext uri="{FF2B5EF4-FFF2-40B4-BE49-F238E27FC236}">
                <a16:creationId xmlns:a16="http://schemas.microsoft.com/office/drawing/2014/main" id="{412E84CB-06AE-4F6F-9389-470FD7811428}"/>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5AFE77D-AF20-4F73-9579-3F0BF6A6CF80}"/>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1" name="">
            <a:extLst xmlns:a="http://schemas.openxmlformats.org/drawingml/2006/main">
              <a:ext uri="{FF2B5EF4-FFF2-40B4-BE49-F238E27FC236}">
                <a16:creationId xmlns:a16="http://schemas.microsoft.com/office/drawing/2014/main" id="{79B20C35-D532-4F90-9161-68909E4A63DB}"/>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B63D648-F4E9-4B40-92DD-D42672E65360}"/>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3" name="">
            <a:extLst xmlns:a="http://schemas.openxmlformats.org/drawingml/2006/main">
              <a:ext uri="{FF2B5EF4-FFF2-40B4-BE49-F238E27FC236}">
                <a16:creationId xmlns:a16="http://schemas.microsoft.com/office/drawing/2014/main" id="{BFD89BC1-339F-43F0-965C-D37F9BC5640A}"/>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F6898C6-4A44-4D8B-986B-B553AF14EF0A}"/>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5" name="">
            <a:extLst xmlns:a="http://schemas.openxmlformats.org/drawingml/2006/main">
              <a:ext uri="{FF2B5EF4-FFF2-40B4-BE49-F238E27FC236}">
                <a16:creationId xmlns:a16="http://schemas.microsoft.com/office/drawing/2014/main" id="{E14952CF-DB0A-4285-9109-A27353010137}"/>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02F012CA-84E5-4A06-B85F-24AA58F4A0CD}"/>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7" name="">
            <a:extLst xmlns:a="http://schemas.openxmlformats.org/drawingml/2006/main">
              <a:ext uri="{FF2B5EF4-FFF2-40B4-BE49-F238E27FC236}">
                <a16:creationId xmlns:a16="http://schemas.microsoft.com/office/drawing/2014/main" id="{9BB0B402-2A48-4040-A979-3C0023BAA115}"/>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F35CECB0-B9BE-4F70-967F-4362F8A2F437}"/>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39" name="">
            <a:extLst xmlns:a="http://schemas.openxmlformats.org/drawingml/2006/main">
              <a:ext uri="{FF2B5EF4-FFF2-40B4-BE49-F238E27FC236}">
                <a16:creationId xmlns:a16="http://schemas.microsoft.com/office/drawing/2014/main" id="{4FB3A41C-3DC1-43C3-9211-241F96A10803}"/>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749DEFBF-D80A-483A-AB3D-2BE2AB511D5D}"/>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1" name="">
            <a:extLst xmlns:a="http://schemas.openxmlformats.org/drawingml/2006/main">
              <a:ext uri="{FF2B5EF4-FFF2-40B4-BE49-F238E27FC236}">
                <a16:creationId xmlns:a16="http://schemas.microsoft.com/office/drawing/2014/main" id="{D686A8A0-FEE2-4A60-8898-2870FBAE8727}"/>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141345999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4FF254-4523-44A7-93C1-05B955CCC8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FFB9DD-F80E-43A7-86C8-F6ED692E609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3" name="">
            <a:extLst xmlns:a="http://schemas.openxmlformats.org/drawingml/2006/main">
              <a:ext uri="{FF2B5EF4-FFF2-40B4-BE49-F238E27FC236}">
                <a16:creationId xmlns:a16="http://schemas.microsoft.com/office/drawing/2014/main" id="{219D867E-F167-4D99-B75D-28B18DAAFA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69B6F95-E994-443A-8F9C-8AEDB814A5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A49953EF-8465-44B0-AB4C-648B37BF92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6" name="">
            <a:extLst xmlns:a="http://schemas.openxmlformats.org/drawingml/2006/main">
              <a:ext uri="{FF2B5EF4-FFF2-40B4-BE49-F238E27FC236}">
                <a16:creationId xmlns:a16="http://schemas.microsoft.com/office/drawing/2014/main" id="{81EBDE9A-B4C6-4C18-8003-EC82A0191C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3698297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C06476-E569-44AD-A293-DA468DDE32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78B163-DC5A-4866-9225-9D1BD64056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3" name="">
            <a:extLst xmlns:a="http://schemas.openxmlformats.org/drawingml/2006/main">
              <a:ext uri="{FF2B5EF4-FFF2-40B4-BE49-F238E27FC236}">
                <a16:creationId xmlns:a16="http://schemas.microsoft.com/office/drawing/2014/main" id="{358E171B-9DC6-4A20-85F8-4F3DDBF3C6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BDFEE49-B9D5-42AC-9908-BEA93B4D71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419F563-4E81-4D4F-81B0-B3FDCCFF81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6" name="">
            <a:extLst xmlns:a="http://schemas.openxmlformats.org/drawingml/2006/main">
              <a:ext uri="{FF2B5EF4-FFF2-40B4-BE49-F238E27FC236}">
                <a16:creationId xmlns:a16="http://schemas.microsoft.com/office/drawing/2014/main" id="{5FB7C885-F709-4322-BEAE-B6C734A298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8547740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C1BC934-B29C-47E3-AD01-F424121B70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B3DF2F-AC23-4BDF-94BA-700EE10453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3" name="">
            <a:extLst xmlns:a="http://schemas.openxmlformats.org/drawingml/2006/main">
              <a:ext uri="{FF2B5EF4-FFF2-40B4-BE49-F238E27FC236}">
                <a16:creationId xmlns:a16="http://schemas.microsoft.com/office/drawing/2014/main" id="{0E9346AA-71AD-4812-9734-AA49A61AFE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CF507EC-B8BE-4886-A5EF-D170B72405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55995F64-6256-4DB4-9C7E-119F26CE0CD1}"/>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97CB620-FFFE-429E-AD79-0C54156C3CBB}"/>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2F883FAC-C8E6-49D1-BF51-D42F1AAADD5C}"/>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E1B9CED-E322-4B27-A6E8-CBCE54F2B47C}"/>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9" name="">
            <a:extLst xmlns:a="http://schemas.openxmlformats.org/drawingml/2006/main">
              <a:ext uri="{FF2B5EF4-FFF2-40B4-BE49-F238E27FC236}">
                <a16:creationId xmlns:a16="http://schemas.microsoft.com/office/drawing/2014/main" id="{DF0313B0-E6ED-49EF-B176-BDF719DA37A6}"/>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EFF68F0-9767-4896-A033-C905AB783756}"/>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1" name="">
            <a:extLst xmlns:a="http://schemas.openxmlformats.org/drawingml/2006/main">
              <a:ext uri="{FF2B5EF4-FFF2-40B4-BE49-F238E27FC236}">
                <a16:creationId xmlns:a16="http://schemas.microsoft.com/office/drawing/2014/main" id="{551A67E7-6CE9-4B62-AD09-564844659B63}"/>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30BC7FA-A59E-4EF2-BCAA-4DCEC6C929B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3" name="">
            <a:extLst xmlns:a="http://schemas.openxmlformats.org/drawingml/2006/main">
              <a:ext uri="{FF2B5EF4-FFF2-40B4-BE49-F238E27FC236}">
                <a16:creationId xmlns:a16="http://schemas.microsoft.com/office/drawing/2014/main" id="{26529690-3D4D-4BE1-823B-24E2FF77069D}"/>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B99A0E4-BF12-4BD6-8269-B2199D625DCF}"/>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5" name="">
            <a:extLst xmlns:a="http://schemas.openxmlformats.org/drawingml/2006/main">
              <a:ext uri="{FF2B5EF4-FFF2-40B4-BE49-F238E27FC236}">
                <a16:creationId xmlns:a16="http://schemas.microsoft.com/office/drawing/2014/main" id="{26589EA9-4A0B-4C6E-8D67-7833CA57C5E4}"/>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964D579-3834-43D3-A954-4E538B48E0B4}"/>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7" name="">
            <a:extLst xmlns:a="http://schemas.openxmlformats.org/drawingml/2006/main">
              <a:ext uri="{FF2B5EF4-FFF2-40B4-BE49-F238E27FC236}">
                <a16:creationId xmlns:a16="http://schemas.microsoft.com/office/drawing/2014/main" id="{145C1430-746B-4573-A9F1-12513463F65F}"/>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C275FC6-477B-4630-A0CE-8E4D6E67D997}"/>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19" name="">
            <a:extLst xmlns:a="http://schemas.openxmlformats.org/drawingml/2006/main">
              <a:ext uri="{FF2B5EF4-FFF2-40B4-BE49-F238E27FC236}">
                <a16:creationId xmlns:a16="http://schemas.microsoft.com/office/drawing/2014/main" id="{7065B7A1-D9DE-430F-B459-202ABE013CE5}"/>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9FA6873-D2B4-418C-901C-CF979A56B4B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1" name="">
            <a:extLst xmlns:a="http://schemas.openxmlformats.org/drawingml/2006/main">
              <a:ext uri="{FF2B5EF4-FFF2-40B4-BE49-F238E27FC236}">
                <a16:creationId xmlns:a16="http://schemas.microsoft.com/office/drawing/2014/main" id="{A5C55130-B1AD-4B4B-96AE-35199D7F4F59}"/>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A0BEEE0-7071-4C26-B871-AC5F19C9794A}"/>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3" name="">
            <a:extLst xmlns:a="http://schemas.openxmlformats.org/drawingml/2006/main">
              <a:ext uri="{FF2B5EF4-FFF2-40B4-BE49-F238E27FC236}">
                <a16:creationId xmlns:a16="http://schemas.microsoft.com/office/drawing/2014/main" id="{68619E49-C1F1-49D6-9216-7255D61112AA}"/>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009CD40-ADD5-4408-9163-E1BA1D2437E6}"/>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160709048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51B58A-0860-4FE5-AFB5-BE883EB07A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9C3006-1C86-4352-AD8E-A76006A30D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8F84D5F0-3E50-46D3-817E-ABBCAC49AC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C69F4BD-7649-4C29-BA19-60AD19EA71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8A8FDEF7-5600-4D3D-823C-4C1B5AADD9F4}"/>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E5BC6AAD-B677-4154-8E29-FEBCFD7D6803}"/>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48427934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4E1129-E18E-4C23-93A5-20362157EB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854B5C-1DA2-4881-8F59-310E49D7CC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0248698-FE3A-4D25-9561-BCA90F65DC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BACCA15-42AA-4970-8AD2-BA0FA28E51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B073061D-027F-4634-A033-79242D33391D}"/>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8084E6D9-DBFD-4885-AE81-14A7F6C5E6D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089750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2026-10-23T09:24:24.0160000Z</dcterms:created>
  <dcterms:modified xsi:type="dcterms:W3CDTF">2026-10-23T09:24:24.0160000Z</dcterms:modified>
</coreProperties>
</file>