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07e83d2e244b3d" /><Relationship Type="http://schemas.openxmlformats.org/officeDocument/2006/relationships/extended-properties" Target="/docProps/app.xml" Id="R33c569fea0f5468a" /><Relationship Type="http://schemas.openxmlformats.org/officeDocument/2006/relationships/officeDocument" Target="/ppt/presentation.xml" Id="R9c3eac976c0a4c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7e2380159747c3"/>
  </p:sldMasterIdLst>
  <p:notesMasterIdLst>
    <p:notesMasterId xmlns:r="http://schemas.openxmlformats.org/officeDocument/2006/relationships" r:id="Rf3ae6159e4134f59"/>
  </p:notesMasterIdLst>
  <p:sldIdLst>
    <p:sldId xmlns:r="http://schemas.openxmlformats.org/officeDocument/2006/relationships" id="256" r:id="Ra314ff6609ee469f"/>
    <p:sldId xmlns:r="http://schemas.openxmlformats.org/officeDocument/2006/relationships" id="257" r:id="R808ecddf6ff248fa"/>
    <p:sldId xmlns:r="http://schemas.openxmlformats.org/officeDocument/2006/relationships" id="258" r:id="R3202e5a5775b4c24"/>
    <p:sldId xmlns:r="http://schemas.openxmlformats.org/officeDocument/2006/relationships" id="259" r:id="R7f72f661610440a7"/>
    <p:sldId xmlns:r="http://schemas.openxmlformats.org/officeDocument/2006/relationships" id="260" r:id="R1bb823459c674e00"/>
    <p:sldId xmlns:r="http://schemas.openxmlformats.org/officeDocument/2006/relationships" id="261" r:id="Rcaf1e31d9c6e421a"/>
    <p:sldId xmlns:r="http://schemas.openxmlformats.org/officeDocument/2006/relationships" id="262" r:id="R86085876b2a04e78"/>
    <p:sldId xmlns:r="http://schemas.openxmlformats.org/officeDocument/2006/relationships" id="263" r:id="R2bbe7ff2575f4052"/>
    <p:sldId xmlns:r="http://schemas.openxmlformats.org/officeDocument/2006/relationships" id="264" r:id="R0b4650d8a2e7482b"/>
    <p:sldId xmlns:r="http://schemas.openxmlformats.org/officeDocument/2006/relationships" id="265" r:id="R2aaac2cf27594738"/>
    <p:sldId xmlns:r="http://schemas.openxmlformats.org/officeDocument/2006/relationships" id="266" r:id="R4da450f378b44a9a"/>
    <p:sldId xmlns:r="http://schemas.openxmlformats.org/officeDocument/2006/relationships" id="267" r:id="Rac6bb997f98347fa"/>
    <p:sldId xmlns:r="http://schemas.openxmlformats.org/officeDocument/2006/relationships" id="268" r:id="R3265818faac248d7"/>
    <p:sldId xmlns:r="http://schemas.openxmlformats.org/officeDocument/2006/relationships" id="269" r:id="R1a403ff33b474da4"/>
    <p:sldId xmlns:r="http://schemas.openxmlformats.org/officeDocument/2006/relationships" id="270" r:id="R29c927ba51ca45ce"/>
    <p:sldId xmlns:r="http://schemas.openxmlformats.org/officeDocument/2006/relationships" id="271" r:id="R86a52be525484b9c"/>
    <p:sldId xmlns:r="http://schemas.openxmlformats.org/officeDocument/2006/relationships" id="272" r:id="Raf19bd3a37644153"/>
    <p:sldId xmlns:r="http://schemas.openxmlformats.org/officeDocument/2006/relationships" id="273" r:id="Rca2e4cc0a7c9494e"/>
    <p:sldId xmlns:r="http://schemas.openxmlformats.org/officeDocument/2006/relationships" id="274" r:id="R022136eb37044630"/>
    <p:sldId xmlns:r="http://schemas.openxmlformats.org/officeDocument/2006/relationships" id="275" r:id="Re64e88dba5144d27"/>
    <p:sldId xmlns:r="http://schemas.openxmlformats.org/officeDocument/2006/relationships" id="276" r:id="R2b14a9bb67b14aca"/>
    <p:sldId xmlns:r="http://schemas.openxmlformats.org/officeDocument/2006/relationships" id="277" r:id="Rd79eb2f9db8845f5"/>
    <p:sldId xmlns:r="http://schemas.openxmlformats.org/officeDocument/2006/relationships" id="278" r:id="R0502196ac3914d3d"/>
    <p:sldId xmlns:r="http://schemas.openxmlformats.org/officeDocument/2006/relationships" id="279" r:id="Rb779bd5c483d4772"/>
    <p:sldId xmlns:r="http://schemas.openxmlformats.org/officeDocument/2006/relationships" id="280" r:id="R0d36afd00f8f447b"/>
    <p:sldId xmlns:r="http://schemas.openxmlformats.org/officeDocument/2006/relationships" id="281" r:id="R623b8b4d72bc4fa3"/>
    <p:sldId xmlns:r="http://schemas.openxmlformats.org/officeDocument/2006/relationships" id="282" r:id="R51d0910ebda846d6"/>
    <p:sldId xmlns:r="http://schemas.openxmlformats.org/officeDocument/2006/relationships" id="283" r:id="R3386203cb5dd480b"/>
    <p:sldId xmlns:r="http://schemas.openxmlformats.org/officeDocument/2006/relationships" id="284" r:id="Reee5c767088246ce"/>
    <p:sldId xmlns:r="http://schemas.openxmlformats.org/officeDocument/2006/relationships" id="285" r:id="Rc229d87987db416f"/>
    <p:sldId xmlns:r="http://schemas.openxmlformats.org/officeDocument/2006/relationships" id="286" r:id="R8dd6c5a560fc4e1e"/>
    <p:sldId xmlns:r="http://schemas.openxmlformats.org/officeDocument/2006/relationships" id="287" r:id="R4ca03d3d744c4c7a"/>
    <p:sldId xmlns:r="http://schemas.openxmlformats.org/officeDocument/2006/relationships" id="288" r:id="R31ca675793ee425e"/>
    <p:sldId xmlns:r="http://schemas.openxmlformats.org/officeDocument/2006/relationships" id="289" r:id="R9696cfab1d9c4f26"/>
    <p:sldId xmlns:r="http://schemas.openxmlformats.org/officeDocument/2006/relationships" id="290" r:id="Rd7dc93e9b5b941a3"/>
    <p:sldId xmlns:r="http://schemas.openxmlformats.org/officeDocument/2006/relationships" id="291" r:id="Rb09f2bf966974d70"/>
    <p:sldId xmlns:r="http://schemas.openxmlformats.org/officeDocument/2006/relationships" id="292" r:id="Rbd805e95997149f1"/>
    <p:sldId xmlns:r="http://schemas.openxmlformats.org/officeDocument/2006/relationships" id="293" r:id="R39f031974585427f"/>
    <p:sldId xmlns:r="http://schemas.openxmlformats.org/officeDocument/2006/relationships" id="294" r:id="Rd60a12b6c874408a"/>
    <p:sldId xmlns:r="http://schemas.openxmlformats.org/officeDocument/2006/relationships" id="295" r:id="Rdcdd17ebc2ae433f"/>
    <p:sldId xmlns:r="http://schemas.openxmlformats.org/officeDocument/2006/relationships" id="296" r:id="Rffa6b68040234efa"/>
    <p:sldId xmlns:r="http://schemas.openxmlformats.org/officeDocument/2006/relationships" id="297" r:id="R80df9c7d3581490e"/>
    <p:sldId xmlns:r="http://schemas.openxmlformats.org/officeDocument/2006/relationships" id="298" r:id="R0d91b44f170241e7"/>
    <p:sldId xmlns:r="http://schemas.openxmlformats.org/officeDocument/2006/relationships" id="299" r:id="R4d7a9924f3674a7c"/>
    <p:sldId xmlns:r="http://schemas.openxmlformats.org/officeDocument/2006/relationships" id="300" r:id="R1e1ff6397a7c4731"/>
    <p:sldId xmlns:r="http://schemas.openxmlformats.org/officeDocument/2006/relationships" id="301" r:id="R3ce0d0c2ace74f64"/>
    <p:sldId xmlns:r="http://schemas.openxmlformats.org/officeDocument/2006/relationships" id="302" r:id="R429e85cdff5a40f5"/>
    <p:sldId xmlns:r="http://schemas.openxmlformats.org/officeDocument/2006/relationships" id="303" r:id="R6ec834789fa9421d"/>
    <p:sldId xmlns:r="http://schemas.openxmlformats.org/officeDocument/2006/relationships" id="304" r:id="R1e5cb1620c0f476c"/>
    <p:sldId xmlns:r="http://schemas.openxmlformats.org/officeDocument/2006/relationships" id="305" r:id="R569eef1aaf0843ed"/>
    <p:sldId xmlns:r="http://schemas.openxmlformats.org/officeDocument/2006/relationships" id="306" r:id="R3ddc90d6fcf74eaa"/>
    <p:sldId xmlns:r="http://schemas.openxmlformats.org/officeDocument/2006/relationships" id="307" r:id="R7e4a559e98bc451a"/>
    <p:sldId xmlns:r="http://schemas.openxmlformats.org/officeDocument/2006/relationships" id="308" r:id="R276dd875c2b4495e"/>
    <p:sldId xmlns:r="http://schemas.openxmlformats.org/officeDocument/2006/relationships" id="309" r:id="R0608e6fa5a114e72"/>
    <p:sldId xmlns:r="http://schemas.openxmlformats.org/officeDocument/2006/relationships" id="310" r:id="Rb1881f6c95d547c8"/>
    <p:sldId xmlns:r="http://schemas.openxmlformats.org/officeDocument/2006/relationships" id="311" r:id="R97ecb93c56624554"/>
    <p:sldId xmlns:r="http://schemas.openxmlformats.org/officeDocument/2006/relationships" id="312" r:id="R5aba56633cc24ab8"/>
    <p:sldId xmlns:r="http://schemas.openxmlformats.org/officeDocument/2006/relationships" id="313" r:id="R746b842541cb4fa1"/>
    <p:sldId xmlns:r="http://schemas.openxmlformats.org/officeDocument/2006/relationships" id="314" r:id="R8bffd23e5f97423f"/>
    <p:sldId xmlns:r="http://schemas.openxmlformats.org/officeDocument/2006/relationships" id="315" r:id="Rf4331ba16673482b"/>
    <p:sldId xmlns:r="http://schemas.openxmlformats.org/officeDocument/2006/relationships" id="316" r:id="Ra1c045327a4646bf"/>
    <p:sldId xmlns:r="http://schemas.openxmlformats.org/officeDocument/2006/relationships" id="317" r:id="Re9494019a6984354"/>
    <p:sldId xmlns:r="http://schemas.openxmlformats.org/officeDocument/2006/relationships" id="318" r:id="R9b343a4e8ca14b1a"/>
    <p:sldId xmlns:r="http://schemas.openxmlformats.org/officeDocument/2006/relationships" id="319" r:id="Rb0a62152734140ea"/>
    <p:sldId xmlns:r="http://schemas.openxmlformats.org/officeDocument/2006/relationships" id="320" r:id="Rf58fad4fddf24290"/>
    <p:sldId xmlns:r="http://schemas.openxmlformats.org/officeDocument/2006/relationships" id="321" r:id="R8ec568bc5ee649fc"/>
    <p:sldId xmlns:r="http://schemas.openxmlformats.org/officeDocument/2006/relationships" id="322" r:id="R33238278aa7c4ab5"/>
    <p:sldId xmlns:r="http://schemas.openxmlformats.org/officeDocument/2006/relationships" id="323" r:id="R8128aff5d1ff46ff"/>
    <p:sldId xmlns:r="http://schemas.openxmlformats.org/officeDocument/2006/relationships" id="324" r:id="Rd1115991cf184a93"/>
    <p:sldId xmlns:r="http://schemas.openxmlformats.org/officeDocument/2006/relationships" id="325" r:id="Rd7dc2eb9af1e4a5a"/>
    <p:sldId xmlns:r="http://schemas.openxmlformats.org/officeDocument/2006/relationships" id="326" r:id="R3ec9be15db994e00"/>
    <p:sldId xmlns:r="http://schemas.openxmlformats.org/officeDocument/2006/relationships" id="327" r:id="R7571df9134e042fe"/>
    <p:sldId xmlns:r="http://schemas.openxmlformats.org/officeDocument/2006/relationships" id="328" r:id="R761d26a462004390"/>
    <p:sldId xmlns:r="http://schemas.openxmlformats.org/officeDocument/2006/relationships" id="329" r:id="R44f15dbbe3ee4f07"/>
    <p:sldId xmlns:r="http://schemas.openxmlformats.org/officeDocument/2006/relationships" id="330" r:id="R26b1aa8e86ab42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49925a724f445b" /><Relationship Type="http://schemas.openxmlformats.org/officeDocument/2006/relationships/slideMaster" Target="/ppt/slideMasters/slideMaster1.xml" Id="R707e2380159747c3" /><Relationship Type="http://schemas.openxmlformats.org/officeDocument/2006/relationships/notesMaster" Target="/ppt/notesMasters/notesMaster1.xml" Id="Rf3ae6159e4134f59" /><Relationship Type="http://schemas.openxmlformats.org/officeDocument/2006/relationships/presProps" Target="/ppt/presProps.xml" Id="Rc72f96c3b5914e15" /><Relationship Type="http://schemas.openxmlformats.org/officeDocument/2006/relationships/tableStyles" Target="/ppt/tableStyles.xml" Id="R9fd6da51da0c44a9" /><Relationship Type="http://schemas.openxmlformats.org/officeDocument/2006/relationships/slide" Target="/ppt/slides/slide1.xml" Id="Ra314ff6609ee469f" /><Relationship Type="http://schemas.openxmlformats.org/officeDocument/2006/relationships/slide" Target="/ppt/slides/slide2.xml" Id="R808ecddf6ff248fa" /><Relationship Type="http://schemas.openxmlformats.org/officeDocument/2006/relationships/slide" Target="/ppt/slides/slide3.xml" Id="R3202e5a5775b4c24" /><Relationship Type="http://schemas.openxmlformats.org/officeDocument/2006/relationships/slide" Target="/ppt/slides/slide4.xml" Id="R7f72f661610440a7" /><Relationship Type="http://schemas.openxmlformats.org/officeDocument/2006/relationships/slide" Target="/ppt/slides/slide5.xml" Id="R1bb823459c674e00" /><Relationship Type="http://schemas.openxmlformats.org/officeDocument/2006/relationships/slide" Target="/ppt/slides/slide6.xml" Id="Rcaf1e31d9c6e421a" /><Relationship Type="http://schemas.openxmlformats.org/officeDocument/2006/relationships/slide" Target="/ppt/slides/slide7.xml" Id="R86085876b2a04e78" /><Relationship Type="http://schemas.openxmlformats.org/officeDocument/2006/relationships/slide" Target="/ppt/slides/slide8.xml" Id="R2bbe7ff2575f4052" /><Relationship Type="http://schemas.openxmlformats.org/officeDocument/2006/relationships/slide" Target="/ppt/slides/slide9.xml" Id="R0b4650d8a2e7482b" /><Relationship Type="http://schemas.openxmlformats.org/officeDocument/2006/relationships/slide" Target="/ppt/slides/slide10.xml" Id="R2aaac2cf27594738" /><Relationship Type="http://schemas.openxmlformats.org/officeDocument/2006/relationships/slide" Target="/ppt/slides/slide11.xml" Id="R4da450f378b44a9a" /><Relationship Type="http://schemas.openxmlformats.org/officeDocument/2006/relationships/slide" Target="/ppt/slides/slide12.xml" Id="Rac6bb997f98347fa" /><Relationship Type="http://schemas.openxmlformats.org/officeDocument/2006/relationships/slide" Target="/ppt/slides/slide13.xml" Id="R3265818faac248d7" /><Relationship Type="http://schemas.openxmlformats.org/officeDocument/2006/relationships/slide" Target="/ppt/slides/slide14.xml" Id="R1a403ff33b474da4" /><Relationship Type="http://schemas.openxmlformats.org/officeDocument/2006/relationships/slide" Target="/ppt/slides/slide15.xml" Id="R29c927ba51ca45ce" /><Relationship Type="http://schemas.openxmlformats.org/officeDocument/2006/relationships/slide" Target="/ppt/slides/slide16.xml" Id="R86a52be525484b9c" /><Relationship Type="http://schemas.openxmlformats.org/officeDocument/2006/relationships/slide" Target="/ppt/slides/slide17.xml" Id="Raf19bd3a37644153" /><Relationship Type="http://schemas.openxmlformats.org/officeDocument/2006/relationships/slide" Target="/ppt/slides/slide18.xml" Id="Rca2e4cc0a7c9494e" /><Relationship Type="http://schemas.openxmlformats.org/officeDocument/2006/relationships/slide" Target="/ppt/slides/slide19.xml" Id="R022136eb37044630" /><Relationship Type="http://schemas.openxmlformats.org/officeDocument/2006/relationships/slide" Target="/ppt/slides/slide20.xml" Id="Re64e88dba5144d27" /><Relationship Type="http://schemas.openxmlformats.org/officeDocument/2006/relationships/slide" Target="/ppt/slides/slide21.xml" Id="R2b14a9bb67b14aca" /><Relationship Type="http://schemas.openxmlformats.org/officeDocument/2006/relationships/slide" Target="/ppt/slides/slide22.xml" Id="Rd79eb2f9db8845f5" /><Relationship Type="http://schemas.openxmlformats.org/officeDocument/2006/relationships/slide" Target="/ppt/slides/slide23.xml" Id="R0502196ac3914d3d" /><Relationship Type="http://schemas.openxmlformats.org/officeDocument/2006/relationships/slide" Target="/ppt/slides/slide24.xml" Id="Rb779bd5c483d4772" /><Relationship Type="http://schemas.openxmlformats.org/officeDocument/2006/relationships/slide" Target="/ppt/slides/slide25.xml" Id="R0d36afd00f8f447b" /><Relationship Type="http://schemas.openxmlformats.org/officeDocument/2006/relationships/slide" Target="/ppt/slides/slide26.xml" Id="R623b8b4d72bc4fa3" /><Relationship Type="http://schemas.openxmlformats.org/officeDocument/2006/relationships/slide" Target="/ppt/slides/slide27.xml" Id="R51d0910ebda846d6" /><Relationship Type="http://schemas.openxmlformats.org/officeDocument/2006/relationships/slide" Target="/ppt/slides/slide28.xml" Id="R3386203cb5dd480b" /><Relationship Type="http://schemas.openxmlformats.org/officeDocument/2006/relationships/slide" Target="/ppt/slides/slide29.xml" Id="Reee5c767088246ce" /><Relationship Type="http://schemas.openxmlformats.org/officeDocument/2006/relationships/slide" Target="/ppt/slides/slide30.xml" Id="Rc229d87987db416f" /><Relationship Type="http://schemas.openxmlformats.org/officeDocument/2006/relationships/slide" Target="/ppt/slides/slide31.xml" Id="R8dd6c5a560fc4e1e" /><Relationship Type="http://schemas.openxmlformats.org/officeDocument/2006/relationships/slide" Target="/ppt/slides/slide32.xml" Id="R4ca03d3d744c4c7a" /><Relationship Type="http://schemas.openxmlformats.org/officeDocument/2006/relationships/slide" Target="/ppt/slides/slide33.xml" Id="R31ca675793ee425e" /><Relationship Type="http://schemas.openxmlformats.org/officeDocument/2006/relationships/slide" Target="/ppt/slides/slide34.xml" Id="R9696cfab1d9c4f26" /><Relationship Type="http://schemas.openxmlformats.org/officeDocument/2006/relationships/slide" Target="/ppt/slides/slide35.xml" Id="Rd7dc93e9b5b941a3" /><Relationship Type="http://schemas.openxmlformats.org/officeDocument/2006/relationships/slide" Target="/ppt/slides/slide36.xml" Id="Rb09f2bf966974d70" /><Relationship Type="http://schemas.openxmlformats.org/officeDocument/2006/relationships/slide" Target="/ppt/slides/slide37.xml" Id="Rbd805e95997149f1" /><Relationship Type="http://schemas.openxmlformats.org/officeDocument/2006/relationships/slide" Target="/ppt/slides/slide38.xml" Id="R39f031974585427f" /><Relationship Type="http://schemas.openxmlformats.org/officeDocument/2006/relationships/slide" Target="/ppt/slides/slide39.xml" Id="Rd60a12b6c874408a" /><Relationship Type="http://schemas.openxmlformats.org/officeDocument/2006/relationships/slide" Target="/ppt/slides/slide40.xml" Id="Rdcdd17ebc2ae433f" /><Relationship Type="http://schemas.openxmlformats.org/officeDocument/2006/relationships/slide" Target="/ppt/slides/slide41.xml" Id="Rffa6b68040234efa" /><Relationship Type="http://schemas.openxmlformats.org/officeDocument/2006/relationships/slide" Target="/ppt/slides/slide42.xml" Id="R80df9c7d3581490e" /><Relationship Type="http://schemas.openxmlformats.org/officeDocument/2006/relationships/slide" Target="/ppt/slides/slide43.xml" Id="R0d91b44f170241e7" /><Relationship Type="http://schemas.openxmlformats.org/officeDocument/2006/relationships/slide" Target="/ppt/slides/slide44.xml" Id="R4d7a9924f3674a7c" /><Relationship Type="http://schemas.openxmlformats.org/officeDocument/2006/relationships/slide" Target="/ppt/slides/slide45.xml" Id="R1e1ff6397a7c4731" /><Relationship Type="http://schemas.openxmlformats.org/officeDocument/2006/relationships/slide" Target="/ppt/slides/slide46.xml" Id="R3ce0d0c2ace74f64" /><Relationship Type="http://schemas.openxmlformats.org/officeDocument/2006/relationships/slide" Target="/ppt/slides/slide47.xml" Id="R429e85cdff5a40f5" /><Relationship Type="http://schemas.openxmlformats.org/officeDocument/2006/relationships/slide" Target="/ppt/slides/slide48.xml" Id="R6ec834789fa9421d" /><Relationship Type="http://schemas.openxmlformats.org/officeDocument/2006/relationships/slide" Target="/ppt/slides/slide49.xml" Id="R1e5cb1620c0f476c" /><Relationship Type="http://schemas.openxmlformats.org/officeDocument/2006/relationships/slide" Target="/ppt/slides/slide50.xml" Id="R569eef1aaf0843ed" /><Relationship Type="http://schemas.openxmlformats.org/officeDocument/2006/relationships/slide" Target="/ppt/slides/slide51.xml" Id="R3ddc90d6fcf74eaa" /><Relationship Type="http://schemas.openxmlformats.org/officeDocument/2006/relationships/slide" Target="/ppt/slides/slide52.xml" Id="R7e4a559e98bc451a" /><Relationship Type="http://schemas.openxmlformats.org/officeDocument/2006/relationships/slide" Target="/ppt/slides/slide53.xml" Id="R276dd875c2b4495e" /><Relationship Type="http://schemas.openxmlformats.org/officeDocument/2006/relationships/slide" Target="/ppt/slides/slide54.xml" Id="R0608e6fa5a114e72" /><Relationship Type="http://schemas.openxmlformats.org/officeDocument/2006/relationships/slide" Target="/ppt/slides/slide55.xml" Id="Rb1881f6c95d547c8" /><Relationship Type="http://schemas.openxmlformats.org/officeDocument/2006/relationships/slide" Target="/ppt/slides/slide56.xml" Id="R97ecb93c56624554" /><Relationship Type="http://schemas.openxmlformats.org/officeDocument/2006/relationships/slide" Target="/ppt/slides/slide57.xml" Id="R5aba56633cc24ab8" /><Relationship Type="http://schemas.openxmlformats.org/officeDocument/2006/relationships/slide" Target="/ppt/slides/slide58.xml" Id="R746b842541cb4fa1" /><Relationship Type="http://schemas.openxmlformats.org/officeDocument/2006/relationships/slide" Target="/ppt/slides/slide59.xml" Id="R8bffd23e5f97423f" /><Relationship Type="http://schemas.openxmlformats.org/officeDocument/2006/relationships/slide" Target="/ppt/slides/slide60.xml" Id="Rf4331ba16673482b" /><Relationship Type="http://schemas.openxmlformats.org/officeDocument/2006/relationships/slide" Target="/ppt/slides/slide61.xml" Id="Ra1c045327a4646bf" /><Relationship Type="http://schemas.openxmlformats.org/officeDocument/2006/relationships/slide" Target="/ppt/slides/slide62.xml" Id="Re9494019a6984354" /><Relationship Type="http://schemas.openxmlformats.org/officeDocument/2006/relationships/slide" Target="/ppt/slides/slide63.xml" Id="R9b343a4e8ca14b1a" /><Relationship Type="http://schemas.openxmlformats.org/officeDocument/2006/relationships/slide" Target="/ppt/slides/slide64.xml" Id="Rb0a62152734140ea" /><Relationship Type="http://schemas.openxmlformats.org/officeDocument/2006/relationships/slide" Target="/ppt/slides/slide65.xml" Id="Rf58fad4fddf24290" /><Relationship Type="http://schemas.openxmlformats.org/officeDocument/2006/relationships/slide" Target="/ppt/slides/slide66.xml" Id="R8ec568bc5ee649fc" /><Relationship Type="http://schemas.openxmlformats.org/officeDocument/2006/relationships/slide" Target="/ppt/slides/slide67.xml" Id="R33238278aa7c4ab5" /><Relationship Type="http://schemas.openxmlformats.org/officeDocument/2006/relationships/slide" Target="/ppt/slides/slide68.xml" Id="R8128aff5d1ff46ff" /><Relationship Type="http://schemas.openxmlformats.org/officeDocument/2006/relationships/slide" Target="/ppt/slides/slide69.xml" Id="Rd1115991cf184a93" /><Relationship Type="http://schemas.openxmlformats.org/officeDocument/2006/relationships/slide" Target="/ppt/slides/slide70.xml" Id="Rd7dc2eb9af1e4a5a" /><Relationship Type="http://schemas.openxmlformats.org/officeDocument/2006/relationships/slide" Target="/ppt/slides/slide71.xml" Id="R3ec9be15db994e00" /><Relationship Type="http://schemas.openxmlformats.org/officeDocument/2006/relationships/slide" Target="/ppt/slides/slide72.xml" Id="R7571df9134e042fe" /><Relationship Type="http://schemas.openxmlformats.org/officeDocument/2006/relationships/slide" Target="/ppt/slides/slide73.xml" Id="R761d26a462004390" /><Relationship Type="http://schemas.openxmlformats.org/officeDocument/2006/relationships/slide" Target="/ppt/slides/slide74.xml" Id="R44f15dbbe3ee4f07" /><Relationship Type="http://schemas.openxmlformats.org/officeDocument/2006/relationships/slide" Target="/ppt/slides/slide75.xml" Id="R26b1aa8e86ab42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e3251b92bd48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55c62420d84e13" /><Relationship Type="http://schemas.openxmlformats.org/officeDocument/2006/relationships/notesMaster" Target="/ppt/notesMasters/notesMaster1.xml" Id="R464b39984a9a43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aebca9b227400f" /><Relationship Type="http://schemas.openxmlformats.org/officeDocument/2006/relationships/notesMaster" Target="/ppt/notesMasters/notesMaster1.xml" Id="R67fd40efe8ee4b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07a27eb713453c" /><Relationship Type="http://schemas.openxmlformats.org/officeDocument/2006/relationships/notesMaster" Target="/ppt/notesMasters/notesMaster1.xml" Id="Ref7ea37dfa5f44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13fce55cf94498" /><Relationship Type="http://schemas.openxmlformats.org/officeDocument/2006/relationships/notesMaster" Target="/ppt/notesMasters/notesMaster1.xml" Id="R9cd6e75de82942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36c19607a54c9c" /><Relationship Type="http://schemas.openxmlformats.org/officeDocument/2006/relationships/notesMaster" Target="/ppt/notesMasters/notesMaster1.xml" Id="R973812528b3047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ae7c14463c491f" /><Relationship Type="http://schemas.openxmlformats.org/officeDocument/2006/relationships/notesMaster" Target="/ppt/notesMasters/notesMaster1.xml" Id="R58976c9998d347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201c07170b4955" /><Relationship Type="http://schemas.openxmlformats.org/officeDocument/2006/relationships/notesMaster" Target="/ppt/notesMasters/notesMaster1.xml" Id="R6d09e30739f04b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6bca7e1f2e4166" /><Relationship Type="http://schemas.openxmlformats.org/officeDocument/2006/relationships/notesMaster" Target="/ppt/notesMasters/notesMaster1.xml" Id="Rd0bd9c32abea4e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50d33f7e3746f4" /><Relationship Type="http://schemas.openxmlformats.org/officeDocument/2006/relationships/notesMaster" Target="/ppt/notesMasters/notesMaster1.xml" Id="R51bcc765c8a14b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1450568bdd403e" /><Relationship Type="http://schemas.openxmlformats.org/officeDocument/2006/relationships/notesMaster" Target="/ppt/notesMasters/notesMaster1.xml" Id="Rb0894f393f0f42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7a6767acc248f6" /><Relationship Type="http://schemas.openxmlformats.org/officeDocument/2006/relationships/notesMaster" Target="/ppt/notesMasters/notesMaster1.xml" Id="R6ec89bdf4e9f4b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d35b19553f4b3d" /><Relationship Type="http://schemas.openxmlformats.org/officeDocument/2006/relationships/notesMaster" Target="/ppt/notesMasters/notesMaster1.xml" Id="Rc697173a351647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f5bf0dc7f74154" /><Relationship Type="http://schemas.openxmlformats.org/officeDocument/2006/relationships/notesMaster" Target="/ppt/notesMasters/notesMaster1.xml" Id="Rb9fd35fe22f144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6a683143c047a4" /><Relationship Type="http://schemas.openxmlformats.org/officeDocument/2006/relationships/notesMaster" Target="/ppt/notesMasters/notesMaster1.xml" Id="R3dce65fd3cc741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d2b487b6f54700" /><Relationship Type="http://schemas.openxmlformats.org/officeDocument/2006/relationships/notesMaster" Target="/ppt/notesMasters/notesMaster1.xml" Id="Rc6ea15690a7c4e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53081a72854451" /><Relationship Type="http://schemas.openxmlformats.org/officeDocument/2006/relationships/notesMaster" Target="/ppt/notesMasters/notesMaster1.xml" Id="Rb69f84f0eb294e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5d47f7829847f0" /><Relationship Type="http://schemas.openxmlformats.org/officeDocument/2006/relationships/notesMaster" Target="/ppt/notesMasters/notesMaster1.xml" Id="Rb059274fb33e466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a3f50bd14d4ea2" /><Relationship Type="http://schemas.openxmlformats.org/officeDocument/2006/relationships/notesMaster" Target="/ppt/notesMasters/notesMaster1.xml" Id="Rbfbb1a6bf2844d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3fbfaf9037489c" /><Relationship Type="http://schemas.openxmlformats.org/officeDocument/2006/relationships/notesMaster" Target="/ppt/notesMasters/notesMaster1.xml" Id="Re0007aae20b44e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61883342f564183" /><Relationship Type="http://schemas.openxmlformats.org/officeDocument/2006/relationships/notesMaster" Target="/ppt/notesMasters/notesMaster1.xml" Id="Rd186e393e39d45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241d3d999f44b1" /><Relationship Type="http://schemas.openxmlformats.org/officeDocument/2006/relationships/notesMaster" Target="/ppt/notesMasters/notesMaster1.xml" Id="R93fe4484f940491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24510487f842f2" /><Relationship Type="http://schemas.openxmlformats.org/officeDocument/2006/relationships/notesMaster" Target="/ppt/notesMasters/notesMaster1.xml" Id="R0879a79ba2a3407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89406bf470b4553" /><Relationship Type="http://schemas.openxmlformats.org/officeDocument/2006/relationships/notesMaster" Target="/ppt/notesMasters/notesMaster1.xml" Id="R35a4740c014e455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2ddf0ce62664923" /><Relationship Type="http://schemas.openxmlformats.org/officeDocument/2006/relationships/notesMaster" Target="/ppt/notesMasters/notesMaster1.xml" Id="R727cbf9517db42a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9cf5bf5e33f4227" /><Relationship Type="http://schemas.openxmlformats.org/officeDocument/2006/relationships/notesMaster" Target="/ppt/notesMasters/notesMaster1.xml" Id="R415e818c1ca848d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3822ee2f4bf4e73" /><Relationship Type="http://schemas.openxmlformats.org/officeDocument/2006/relationships/notesMaster" Target="/ppt/notesMasters/notesMaster1.xml" Id="Rc28d918e1fa841a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a154f652f9445e9" /><Relationship Type="http://schemas.openxmlformats.org/officeDocument/2006/relationships/notesMaster" Target="/ppt/notesMasters/notesMaster1.xml" Id="R4034b247fb614b3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fba7a4c234342bd" /><Relationship Type="http://schemas.openxmlformats.org/officeDocument/2006/relationships/notesMaster" Target="/ppt/notesMasters/notesMaster1.xml" Id="Rfc627ed9e4784a5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96086d522ad43a1" /><Relationship Type="http://schemas.openxmlformats.org/officeDocument/2006/relationships/notesMaster" Target="/ppt/notesMasters/notesMaster1.xml" Id="Rbda190fed4a94bf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6f1d5b4c8dc4a43" /><Relationship Type="http://schemas.openxmlformats.org/officeDocument/2006/relationships/notesMaster" Target="/ppt/notesMasters/notesMaster1.xml" Id="Rf2dcc34a509643b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a6ff230ba184686" /><Relationship Type="http://schemas.openxmlformats.org/officeDocument/2006/relationships/notesMaster" Target="/ppt/notesMasters/notesMaster1.xml" Id="Rfbf65e710ee04ee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ae2fe5a63074f23" /><Relationship Type="http://schemas.openxmlformats.org/officeDocument/2006/relationships/notesMaster" Target="/ppt/notesMasters/notesMaster1.xml" Id="Rff80d241040048e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3c852805ead4852" /><Relationship Type="http://schemas.openxmlformats.org/officeDocument/2006/relationships/notesMaster" Target="/ppt/notesMasters/notesMaster1.xml" Id="Rd0b8db2fe9d34de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b17619ede1f4598" /><Relationship Type="http://schemas.openxmlformats.org/officeDocument/2006/relationships/notesMaster" Target="/ppt/notesMasters/notesMaster1.xml" Id="R7a704e056d72467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6e1444d345b4d82" /><Relationship Type="http://schemas.openxmlformats.org/officeDocument/2006/relationships/notesMaster" Target="/ppt/notesMasters/notesMaster1.xml" Id="R9f1d4e4dc1cc4ac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efbd135eb154c58" /><Relationship Type="http://schemas.openxmlformats.org/officeDocument/2006/relationships/notesMaster" Target="/ppt/notesMasters/notesMaster1.xml" Id="Rd484fd54861a406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b50f9ce49944635" /><Relationship Type="http://schemas.openxmlformats.org/officeDocument/2006/relationships/notesMaster" Target="/ppt/notesMasters/notesMaster1.xml" Id="R872497ace38b463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2f88ec639a04874" /><Relationship Type="http://schemas.openxmlformats.org/officeDocument/2006/relationships/notesMaster" Target="/ppt/notesMasters/notesMaster1.xml" Id="Rbe10348c0c8c4c0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35e0bbbefaf4ef6" /><Relationship Type="http://schemas.openxmlformats.org/officeDocument/2006/relationships/notesMaster" Target="/ppt/notesMasters/notesMaster1.xml" Id="Ra6cec11ed6ef40b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94e584468e84dbb" /><Relationship Type="http://schemas.openxmlformats.org/officeDocument/2006/relationships/notesMaster" Target="/ppt/notesMasters/notesMaster1.xml" Id="R5ba42aa88ab5493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08ff45f32044507" /><Relationship Type="http://schemas.openxmlformats.org/officeDocument/2006/relationships/notesMaster" Target="/ppt/notesMasters/notesMaster1.xml" Id="Rb587e03757d9497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0a0a176b6ff490e" /><Relationship Type="http://schemas.openxmlformats.org/officeDocument/2006/relationships/notesMaster" Target="/ppt/notesMasters/notesMaster1.xml" Id="R4bde481f8a134a8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7d62f39b81a4eb8" /><Relationship Type="http://schemas.openxmlformats.org/officeDocument/2006/relationships/notesMaster" Target="/ppt/notesMasters/notesMaster1.xml" Id="Rf69cc6dfacce454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0d77ec2678e472a" /><Relationship Type="http://schemas.openxmlformats.org/officeDocument/2006/relationships/notesMaster" Target="/ppt/notesMasters/notesMaster1.xml" Id="Rb1d79d2cd685433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ea3ef252e4b406a" /><Relationship Type="http://schemas.openxmlformats.org/officeDocument/2006/relationships/notesMaster" Target="/ppt/notesMasters/notesMaster1.xml" Id="R34959e5695c44b2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533cb33fc9344b8" /><Relationship Type="http://schemas.openxmlformats.org/officeDocument/2006/relationships/notesMaster" Target="/ppt/notesMasters/notesMaster1.xml" Id="R5dcb11d0822f4f7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0127afe42f7483a" /><Relationship Type="http://schemas.openxmlformats.org/officeDocument/2006/relationships/notesMaster" Target="/ppt/notesMasters/notesMaster1.xml" Id="Rce28ba60b64b466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b27d8cce4e04b21" /><Relationship Type="http://schemas.openxmlformats.org/officeDocument/2006/relationships/notesMaster" Target="/ppt/notesMasters/notesMaster1.xml" Id="R99f76f02b916428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60cef88f9084da0" /><Relationship Type="http://schemas.openxmlformats.org/officeDocument/2006/relationships/notesMaster" Target="/ppt/notesMasters/notesMaster1.xml" Id="R0ac699039fa7496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10a8a3f97d34e78" /><Relationship Type="http://schemas.openxmlformats.org/officeDocument/2006/relationships/notesMaster" Target="/ppt/notesMasters/notesMaster1.xml" Id="R02f41626a7d840a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435f426b0134968" /><Relationship Type="http://schemas.openxmlformats.org/officeDocument/2006/relationships/notesMaster" Target="/ppt/notesMasters/notesMaster1.xml" Id="Rb2bb4c6d8e1049b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7b2a40bdf4a4200" /><Relationship Type="http://schemas.openxmlformats.org/officeDocument/2006/relationships/notesMaster" Target="/ppt/notesMasters/notesMaster1.xml" Id="Rdf6253a584314a6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4ea0446946e4828" /><Relationship Type="http://schemas.openxmlformats.org/officeDocument/2006/relationships/notesMaster" Target="/ppt/notesMasters/notesMaster1.xml" Id="Rac32baa3676a4e0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e09fb431ee947ef" /><Relationship Type="http://schemas.openxmlformats.org/officeDocument/2006/relationships/notesMaster" Target="/ppt/notesMasters/notesMaster1.xml" Id="R340a6e0c46f24f4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5058daa8b3d4a50" /><Relationship Type="http://schemas.openxmlformats.org/officeDocument/2006/relationships/notesMaster" Target="/ppt/notesMasters/notesMaster1.xml" Id="R9831e2d7f18c417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e1f0823825a4b13" /><Relationship Type="http://schemas.openxmlformats.org/officeDocument/2006/relationships/notesMaster" Target="/ppt/notesMasters/notesMaster1.xml" Id="Raf7e93f8479848a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2c0c22121814b88" /><Relationship Type="http://schemas.openxmlformats.org/officeDocument/2006/relationships/notesMaster" Target="/ppt/notesMasters/notesMaster1.xml" Id="R10ee89509f33403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bd316c94d61440c" /><Relationship Type="http://schemas.openxmlformats.org/officeDocument/2006/relationships/notesMaster" Target="/ppt/notesMasters/notesMaster1.xml" Id="Rf211e0379ded460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10eff5e556f45d6" /><Relationship Type="http://schemas.openxmlformats.org/officeDocument/2006/relationships/notesMaster" Target="/ppt/notesMasters/notesMaster1.xml" Id="Rfee299eb3f4d42aa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ac72e893ff14eb8" /><Relationship Type="http://schemas.openxmlformats.org/officeDocument/2006/relationships/notesMaster" Target="/ppt/notesMasters/notesMaster1.xml" Id="R573ecfd584f6469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11e67c3fa3940fd" /><Relationship Type="http://schemas.openxmlformats.org/officeDocument/2006/relationships/notesMaster" Target="/ppt/notesMasters/notesMaster1.xml" Id="R445ad26177b345da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40163969d9246fa" /><Relationship Type="http://schemas.openxmlformats.org/officeDocument/2006/relationships/notesMaster" Target="/ppt/notesMasters/notesMaster1.xml" Id="R177114b291904837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a1957578f8a497b" /><Relationship Type="http://schemas.openxmlformats.org/officeDocument/2006/relationships/notesMaster" Target="/ppt/notesMasters/notesMaster1.xml" Id="Rb0a51d6015334aba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5d7ad6747734b5f" /><Relationship Type="http://schemas.openxmlformats.org/officeDocument/2006/relationships/notesMaster" Target="/ppt/notesMasters/notesMaster1.xml" Id="R1f5c9259cd1b4196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110dfa314cb9477a" /><Relationship Type="http://schemas.openxmlformats.org/officeDocument/2006/relationships/notesMaster" Target="/ppt/notesMasters/notesMaster1.xml" Id="R207208562c83448b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4a5612f515a4b0d" /><Relationship Type="http://schemas.openxmlformats.org/officeDocument/2006/relationships/notesMaster" Target="/ppt/notesMasters/notesMaster1.xml" Id="R105da5dd04434d96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b10eb19b55f4945" /><Relationship Type="http://schemas.openxmlformats.org/officeDocument/2006/relationships/notesMaster" Target="/ppt/notesMasters/notesMaster1.xml" Id="R1099cb75aad14b8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02892de499d64ae6" /><Relationship Type="http://schemas.openxmlformats.org/officeDocument/2006/relationships/notesMaster" Target="/ppt/notesMasters/notesMaster1.xml" Id="R6824a9bf39334e0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bab6ae1bb1d84473" /><Relationship Type="http://schemas.openxmlformats.org/officeDocument/2006/relationships/notesMaster" Target="/ppt/notesMasters/notesMaster1.xml" Id="Re5eb90972d3a411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71495d15fc4481e" /><Relationship Type="http://schemas.openxmlformats.org/officeDocument/2006/relationships/notesMaster" Target="/ppt/notesMasters/notesMaster1.xml" Id="Rc03e91a6b1ca4c63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a425c448ae044d87" /><Relationship Type="http://schemas.openxmlformats.org/officeDocument/2006/relationships/notesMaster" Target="/ppt/notesMasters/notesMaster1.xml" Id="R28c83948ff004be2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383d4c5e23d1425e" /><Relationship Type="http://schemas.openxmlformats.org/officeDocument/2006/relationships/notesMaster" Target="/ppt/notesMasters/notesMaster1.xml" Id="R95a4b8a1b6c848c6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d126fd589ca842ab" /><Relationship Type="http://schemas.openxmlformats.org/officeDocument/2006/relationships/notesMaster" Target="/ppt/notesMasters/notesMaster1.xml" Id="R377f2d0da43b45e5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efbb9247f46c4b66" /><Relationship Type="http://schemas.openxmlformats.org/officeDocument/2006/relationships/notesMaster" Target="/ppt/notesMasters/notesMaster1.xml" Id="R1bdbd2aab32a432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cc2158f5f6e94993" /><Relationship Type="http://schemas.openxmlformats.org/officeDocument/2006/relationships/notesMaster" Target="/ppt/notesMasters/notesMaster1.xml" Id="Rc2aa10c8078541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60;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60;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60;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60;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60;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72bb9ef7b4f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f29653ca14b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2a654372243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7c41aae384c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861b8b95240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30f80259741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DB43FB-65F9-45F5-9EEF-B0EA11D89D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366430-FD81-47F8-9D92-C2A59F1137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14382F-F125-4FA0-A6CF-1C208D4428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20F522-2B37-4076-95D8-0EAABA8E9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9738CD-0AA8-4575-900D-B86D2A3799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90C9CD-CAEE-437D-80A5-AE6C629BC0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AA264F-4450-45BB-A62D-5E47C19AC5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BB33E6-BA1C-4672-B035-9DF3516553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DFA58B-2273-470D-8A97-D3818E0294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1BC8A6-2266-4333-8805-3FA094FBE2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62376de32e410c" /><Relationship Type="http://schemas.openxmlformats.org/officeDocument/2006/relationships/slideLayout" Target="/ppt/slideLayouts/slideLayout1.xml" Id="R6d706814d82447a8" /><Relationship Type="http://schemas.openxmlformats.org/officeDocument/2006/relationships/slideLayout" Target="/ppt/slideLayouts/slideLayout2.xml" Id="R0875526784954e3a" /><Relationship Type="http://schemas.openxmlformats.org/officeDocument/2006/relationships/slideLayout" Target="/ppt/slideLayouts/slideLayout3.xml" Id="Rc9172001e0394df3" /><Relationship Type="http://schemas.openxmlformats.org/officeDocument/2006/relationships/slideLayout" Target="/ppt/slideLayouts/slideLayout4.xml" Id="Rb9ba0301d6a84cc5" /><Relationship Type="http://schemas.openxmlformats.org/officeDocument/2006/relationships/slideLayout" Target="/ppt/slideLayouts/slideLayout5.xml" Id="R9c565d6b82e44cca" /><Relationship Type="http://schemas.openxmlformats.org/officeDocument/2006/relationships/slideLayout" Target="/ppt/slideLayouts/slideLayout6.xml" Id="Rda018088a2d94d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706814d82447a8"/>
    <p:sldLayoutId xmlns:r="http://schemas.openxmlformats.org/officeDocument/2006/relationships" id="2147483650" r:id="R0875526784954e3a"/>
    <p:sldLayoutId xmlns:r="http://schemas.openxmlformats.org/officeDocument/2006/relationships" id="2147483651" r:id="Rc9172001e0394df3"/>
    <p:sldLayoutId xmlns:r="http://schemas.openxmlformats.org/officeDocument/2006/relationships" id="2147483652" r:id="Rb9ba0301d6a84cc5"/>
    <p:sldLayoutId xmlns:r="http://schemas.openxmlformats.org/officeDocument/2006/relationships" id="2147483653" r:id="R9c565d6b82e44cca"/>
    <p:sldLayoutId xmlns:r="http://schemas.openxmlformats.org/officeDocument/2006/relationships" id="2147483654" r:id="Rda018088a2d94d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3bbf935d34287" /><Relationship Type="http://schemas.openxmlformats.org/officeDocument/2006/relationships/notesSlide" Target="/ppt/notesSlides/notesSlide1.xml" Id="Ra9aaddf8ec5746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5f04c55abf478a" /><Relationship Type="http://schemas.openxmlformats.org/officeDocument/2006/relationships/notesSlide" Target="/ppt/notesSlides/notesSlide2.xml" Id="R69508d31da8f41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67feed7624ce4" /><Relationship Type="http://schemas.openxmlformats.org/officeDocument/2006/relationships/notesSlide" Target="/ppt/notesSlides/notesSlide3.xml" Id="R1dfd0d3fb93e41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e9bc2be1f42de" /><Relationship Type="http://schemas.openxmlformats.org/officeDocument/2006/relationships/notesSlide" Target="/ppt/notesSlides/notesSlide4.xml" Id="Rd49e6234e33a4d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5cbfaf12544fc" /><Relationship Type="http://schemas.openxmlformats.org/officeDocument/2006/relationships/notesSlide" Target="/ppt/notesSlides/notesSlide5.xml" Id="R5de8d7e4930f48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da1b1b78394ff1" /><Relationship Type="http://schemas.openxmlformats.org/officeDocument/2006/relationships/notesSlide" Target="/ppt/notesSlides/notesSlide6.xml" Id="R8452015872e940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7cd341ad584491" /><Relationship Type="http://schemas.openxmlformats.org/officeDocument/2006/relationships/notesSlide" Target="/ppt/notesSlides/notesSlide7.xml" Id="Redf6138205a644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6b126247f450e" /><Relationship Type="http://schemas.openxmlformats.org/officeDocument/2006/relationships/notesSlide" Target="/ppt/notesSlides/notesSlide8.xml" Id="R29c09561565848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6c5455d8f9464f" /><Relationship Type="http://schemas.openxmlformats.org/officeDocument/2006/relationships/notesSlide" Target="/ppt/notesSlides/notesSlide9.xml" Id="R33f80606410d42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9af95cc9e49e7" /><Relationship Type="http://schemas.openxmlformats.org/officeDocument/2006/relationships/notesSlide" Target="/ppt/notesSlides/notesSlide10.xml" Id="Rdf3442ef999344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b889bddf746f2" /><Relationship Type="http://schemas.openxmlformats.org/officeDocument/2006/relationships/notesSlide" Target="/ppt/notesSlides/notesSlide11.xml" Id="Rf664f4c9789844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30702407c6449e" /><Relationship Type="http://schemas.openxmlformats.org/officeDocument/2006/relationships/notesSlide" Target="/ppt/notesSlides/notesSlide12.xml" Id="R56aca1ec7af048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40ad4109664dd2" /><Relationship Type="http://schemas.openxmlformats.org/officeDocument/2006/relationships/notesSlide" Target="/ppt/notesSlides/notesSlide13.xml" Id="Rce2cf4a2814648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7433835bb4025" /><Relationship Type="http://schemas.openxmlformats.org/officeDocument/2006/relationships/notesSlide" Target="/ppt/notesSlides/notesSlide14.xml" Id="R5ffb2a05422f48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28b2416bf40fd" /><Relationship Type="http://schemas.openxmlformats.org/officeDocument/2006/relationships/notesSlide" Target="/ppt/notesSlides/notesSlide15.xml" Id="R93a7412f8a4846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85d59cbe84006" /><Relationship Type="http://schemas.openxmlformats.org/officeDocument/2006/relationships/notesSlide" Target="/ppt/notesSlides/notesSlide16.xml" Id="R5ece200de87141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8bf8d2e1c45c5" /><Relationship Type="http://schemas.openxmlformats.org/officeDocument/2006/relationships/notesSlide" Target="/ppt/notesSlides/notesSlide17.xml" Id="R03882f38f6ab4a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826d58b0e4ccc" /><Relationship Type="http://schemas.openxmlformats.org/officeDocument/2006/relationships/notesSlide" Target="/ppt/notesSlides/notesSlide18.xml" Id="R594538f7356c4a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fea2dd7c142b5" /><Relationship Type="http://schemas.openxmlformats.org/officeDocument/2006/relationships/notesSlide" Target="/ppt/notesSlides/notesSlide19.xml" Id="R3a3b42874fe34a2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cc35aaecf4c3f" /><Relationship Type="http://schemas.openxmlformats.org/officeDocument/2006/relationships/notesSlide" Target="/ppt/notesSlides/notesSlide20.xml" Id="R67f3cc7dee9148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5a8742835444d" /><Relationship Type="http://schemas.openxmlformats.org/officeDocument/2006/relationships/notesSlide" Target="/ppt/notesSlides/notesSlide21.xml" Id="R5e15d0be3f734bc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fcb1a68f64df6" /><Relationship Type="http://schemas.openxmlformats.org/officeDocument/2006/relationships/notesSlide" Target="/ppt/notesSlides/notesSlide22.xml" Id="R6b51d0e00705475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82a05fa01450e" /><Relationship Type="http://schemas.openxmlformats.org/officeDocument/2006/relationships/notesSlide" Target="/ppt/notesSlides/notesSlide23.xml" Id="R50e0023535b946d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947806e534384" /><Relationship Type="http://schemas.openxmlformats.org/officeDocument/2006/relationships/notesSlide" Target="/ppt/notesSlides/notesSlide24.xml" Id="R6ba0aba7787d4c2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5dd840a2d45fe" /><Relationship Type="http://schemas.openxmlformats.org/officeDocument/2006/relationships/notesSlide" Target="/ppt/notesSlides/notesSlide25.xml" Id="R767c3004a4db45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e3e8350c449d9" /><Relationship Type="http://schemas.openxmlformats.org/officeDocument/2006/relationships/notesSlide" Target="/ppt/notesSlides/notesSlide26.xml" Id="R299e9433a5ed42b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7d251e82f4207" /><Relationship Type="http://schemas.openxmlformats.org/officeDocument/2006/relationships/notesSlide" Target="/ppt/notesSlides/notesSlide27.xml" Id="R741053d03e59410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e3e69be0364aa1" /><Relationship Type="http://schemas.openxmlformats.org/officeDocument/2006/relationships/notesSlide" Target="/ppt/notesSlides/notesSlide28.xml" Id="R335e00ee7914408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9aad4091a4c26" /><Relationship Type="http://schemas.openxmlformats.org/officeDocument/2006/relationships/notesSlide" Target="/ppt/notesSlides/notesSlide29.xml" Id="R7d4f49ba45c94e9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2a6dac61d04eac" /><Relationship Type="http://schemas.openxmlformats.org/officeDocument/2006/relationships/notesSlide" Target="/ppt/notesSlides/notesSlide30.xml" Id="R378fb5d358dc45e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087092d524d6f" /><Relationship Type="http://schemas.openxmlformats.org/officeDocument/2006/relationships/notesSlide" Target="/ppt/notesSlides/notesSlide31.xml" Id="R4cf6ab27b23b4a8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7b8a06aeb4f2e" /><Relationship Type="http://schemas.openxmlformats.org/officeDocument/2006/relationships/notesSlide" Target="/ppt/notesSlides/notesSlide32.xml" Id="R138e16d0af4e445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fd34f404148f9" /><Relationship Type="http://schemas.openxmlformats.org/officeDocument/2006/relationships/notesSlide" Target="/ppt/notesSlides/notesSlide33.xml" Id="Raca72999bbbf44f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a0c0dcfd541bb" /><Relationship Type="http://schemas.openxmlformats.org/officeDocument/2006/relationships/notesSlide" Target="/ppt/notesSlides/notesSlide34.xml" Id="R7d7f65476fd7463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c15725d8c495f" /><Relationship Type="http://schemas.openxmlformats.org/officeDocument/2006/relationships/notesSlide" Target="/ppt/notesSlides/notesSlide35.xml" Id="Rd53c33e1f0484da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5b070a3a74d7d" /><Relationship Type="http://schemas.openxmlformats.org/officeDocument/2006/relationships/notesSlide" Target="/ppt/notesSlides/notesSlide36.xml" Id="R3fa9022c5cb24a2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ff13b0293a4eb4" /><Relationship Type="http://schemas.openxmlformats.org/officeDocument/2006/relationships/notesSlide" Target="/ppt/notesSlides/notesSlide37.xml" Id="R959003367696402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6b8e397235485b" /><Relationship Type="http://schemas.openxmlformats.org/officeDocument/2006/relationships/notesSlide" Target="/ppt/notesSlides/notesSlide38.xml" Id="R35af0893c61d480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a0f01e146487b" /><Relationship Type="http://schemas.openxmlformats.org/officeDocument/2006/relationships/notesSlide" Target="/ppt/notesSlides/notesSlide39.xml" Id="R5076ab689bbb4c1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dd13d594e4988" /><Relationship Type="http://schemas.openxmlformats.org/officeDocument/2006/relationships/notesSlide" Target="/ppt/notesSlides/notesSlide40.xml" Id="R1179c6bc623a4d0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9c15f8a864555" /><Relationship Type="http://schemas.openxmlformats.org/officeDocument/2006/relationships/notesSlide" Target="/ppt/notesSlides/notesSlide41.xml" Id="R43c46bce8bd0458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a3122244a455f" /><Relationship Type="http://schemas.openxmlformats.org/officeDocument/2006/relationships/notesSlide" Target="/ppt/notesSlides/notesSlide42.xml" Id="Rf9663199169446e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c507b08ad7491c" /><Relationship Type="http://schemas.openxmlformats.org/officeDocument/2006/relationships/notesSlide" Target="/ppt/notesSlides/notesSlide43.xml" Id="R34900f53383242e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a2d45224a4209" /><Relationship Type="http://schemas.openxmlformats.org/officeDocument/2006/relationships/notesSlide" Target="/ppt/notesSlides/notesSlide44.xml" Id="R69849a3086084a8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79898d1074324" /><Relationship Type="http://schemas.openxmlformats.org/officeDocument/2006/relationships/notesSlide" Target="/ppt/notesSlides/notesSlide45.xml" Id="R16be7aa83b8744a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07fb10f22c4c14" /><Relationship Type="http://schemas.openxmlformats.org/officeDocument/2006/relationships/notesSlide" Target="/ppt/notesSlides/notesSlide46.xml" Id="R32b60d02749844c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01948e475419c" /><Relationship Type="http://schemas.openxmlformats.org/officeDocument/2006/relationships/notesSlide" Target="/ppt/notesSlides/notesSlide47.xml" Id="R2e92613c80564d3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587a239be4ebb" /><Relationship Type="http://schemas.openxmlformats.org/officeDocument/2006/relationships/notesSlide" Target="/ppt/notesSlides/notesSlide48.xml" Id="R2d893ad9282544b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c1d10218a94559" /><Relationship Type="http://schemas.openxmlformats.org/officeDocument/2006/relationships/notesSlide" Target="/ppt/notesSlides/notesSlide49.xml" Id="Rfa6ffe491ac34f0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fdd613fb0b41cf" /><Relationship Type="http://schemas.openxmlformats.org/officeDocument/2006/relationships/notesSlide" Target="/ppt/notesSlides/notesSlide50.xml" Id="Rcb3d9be97782468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5a989f12d49c3" /><Relationship Type="http://schemas.openxmlformats.org/officeDocument/2006/relationships/notesSlide" Target="/ppt/notesSlides/notesSlide51.xml" Id="Re89f8e78b6a1455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c45a6faaa495b" /><Relationship Type="http://schemas.openxmlformats.org/officeDocument/2006/relationships/notesSlide" Target="/ppt/notesSlides/notesSlide52.xml" Id="R1af795ce75a144d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91e772c0c9434b" /><Relationship Type="http://schemas.openxmlformats.org/officeDocument/2006/relationships/notesSlide" Target="/ppt/notesSlides/notesSlide53.xml" Id="Ra614e7ef867e411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7197da61434b4a" /><Relationship Type="http://schemas.openxmlformats.org/officeDocument/2006/relationships/notesSlide" Target="/ppt/notesSlides/notesSlide54.xml" Id="R334a77a1f6934aea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1e37662d74282" /><Relationship Type="http://schemas.openxmlformats.org/officeDocument/2006/relationships/notesSlide" Target="/ppt/notesSlides/notesSlide55.xml" Id="R3a98149c89aa464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2b5a18ed64605" /><Relationship Type="http://schemas.openxmlformats.org/officeDocument/2006/relationships/notesSlide" Target="/ppt/notesSlides/notesSlide56.xml" Id="R0c004476894e465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c7e5f1bb84425" /><Relationship Type="http://schemas.openxmlformats.org/officeDocument/2006/relationships/notesSlide" Target="/ppt/notesSlides/notesSlide57.xml" Id="R60ede2cc381f421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c2357eaafd4050" /><Relationship Type="http://schemas.openxmlformats.org/officeDocument/2006/relationships/notesSlide" Target="/ppt/notesSlides/notesSlide58.xml" Id="R18fcc87be28b436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4ece5cca374658" /><Relationship Type="http://schemas.openxmlformats.org/officeDocument/2006/relationships/notesSlide" Target="/ppt/notesSlides/notesSlide59.xml" Id="Rc1643348f2444abf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461e843b14180" /><Relationship Type="http://schemas.openxmlformats.org/officeDocument/2006/relationships/notesSlide" Target="/ppt/notesSlides/notesSlide60.xml" Id="Rfaf1d3628cd8431f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a032f5f5e4e96" /><Relationship Type="http://schemas.openxmlformats.org/officeDocument/2006/relationships/notesSlide" Target="/ppt/notesSlides/notesSlide61.xml" Id="R3461f1e6b7ab4e5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87486689044c8" /><Relationship Type="http://schemas.openxmlformats.org/officeDocument/2006/relationships/notesSlide" Target="/ppt/notesSlides/notesSlide62.xml" Id="R1042f5e35a084712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21eff49f74dff" /><Relationship Type="http://schemas.openxmlformats.org/officeDocument/2006/relationships/notesSlide" Target="/ppt/notesSlides/notesSlide63.xml" Id="R5307189477bf40ea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8f13c795e456f" /><Relationship Type="http://schemas.openxmlformats.org/officeDocument/2006/relationships/notesSlide" Target="/ppt/notesSlides/notesSlide64.xml" Id="R0e7bef1d700b4a4b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64495635c409e" /><Relationship Type="http://schemas.openxmlformats.org/officeDocument/2006/relationships/notesSlide" Target="/ppt/notesSlides/notesSlide65.xml" Id="R34f3cef4e0114b79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3ceb16d3d4af5" /><Relationship Type="http://schemas.openxmlformats.org/officeDocument/2006/relationships/notesSlide" Target="/ppt/notesSlides/notesSlide66.xml" Id="R6c26bf4e687d467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4a572f1474886" /><Relationship Type="http://schemas.openxmlformats.org/officeDocument/2006/relationships/notesSlide" Target="/ppt/notesSlides/notesSlide67.xml" Id="R00323a41380d4da1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771ae3364b406c" /><Relationship Type="http://schemas.openxmlformats.org/officeDocument/2006/relationships/notesSlide" Target="/ppt/notesSlides/notesSlide68.xml" Id="Rf08dac65bb4a4285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c3c9ea89a49ca" /><Relationship Type="http://schemas.openxmlformats.org/officeDocument/2006/relationships/notesSlide" Target="/ppt/notesSlides/notesSlide69.xml" Id="R7dbfc64d39904470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b0b284e6246a2" /><Relationship Type="http://schemas.openxmlformats.org/officeDocument/2006/relationships/notesSlide" Target="/ppt/notesSlides/notesSlide70.xml" Id="Ra546b1a36e4a4676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21f841f2a444ec" /><Relationship Type="http://schemas.openxmlformats.org/officeDocument/2006/relationships/notesSlide" Target="/ppt/notesSlides/notesSlide71.xml" Id="R2c2b991a9d7e47a7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b262e16e2d4ee1" /><Relationship Type="http://schemas.openxmlformats.org/officeDocument/2006/relationships/notesSlide" Target="/ppt/notesSlides/notesSlide72.xml" Id="Rd89c0a4f17ee4951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40d88f2534d9f" /><Relationship Type="http://schemas.openxmlformats.org/officeDocument/2006/relationships/notesSlide" Target="/ppt/notesSlides/notesSlide73.xml" Id="Rf2c8110851c3460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b9d73578114f10" /><Relationship Type="http://schemas.openxmlformats.org/officeDocument/2006/relationships/notesSlide" Target="/ppt/notesSlides/notesSlide74.xml" Id="R7d43804a557b43af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d4cc5b1c24ffe" /><Relationship Type="http://schemas.openxmlformats.org/officeDocument/2006/relationships/notesSlide" Target="/ppt/notesSlides/notesSlide75.xml" Id="R45b28788412946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3D43E-CB45-4031-8D51-CC49A969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8FBF2-7AAC-4517-A394-DEDFA5D7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AD8C7-841D-4C8E-BE48-737D9A08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Transfusion Therapy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4E84B-4C6C-468A-A07F-15D330D4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  |  30-Hour Basic Intravenous Therapy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889C5-3605-4334-8132-7BBB0E2F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Comprehensive instructor presentation • full manual coverage</a:t>
            </a:r>
          </a:p>
        </p:txBody>
      </p:sp>
    </p:spTree>
    <p:extLst>
      <p:ext uri="{BB962C8B-B14F-4D97-AF65-F5344CB8AC3E}">
        <p14:creationId xmlns:p14="http://schemas.microsoft.com/office/powerpoint/2010/main" val="1995960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5B16C-25B8-428C-A544-B0376E76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0D2D2-83B5-4295-AEFF-C5B80239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9C64A-3732-4158-BE01-BCF73B37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17D73-27E3-4F4B-A770-EB0336F9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6BC76-7C53-4666-998B-7CC32476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Identify common blood components and indications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Apply patient and product verification safeguards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Recognize transfusion reactions and initiate the correct response</a:t>
            </a:r>
          </a:p>
        </p:txBody>
      </p:sp>
    </p:spTree>
    <p:extLst>
      <p:ext uri="{BB962C8B-B14F-4D97-AF65-F5344CB8AC3E}">
        <p14:creationId xmlns:p14="http://schemas.microsoft.com/office/powerpoint/2010/main" val="1971931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3F116-B46E-4A0F-BD04-65D48079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D5248-0A37-4479-9841-F3B4223A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Therapeutic goals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D64EB-EA3A-44B5-ACF4-F5D31FBE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BAC07-AA5D-47F9-A942-17E4A1E1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5E77B-655C-42A5-9313-CD95E755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components may restore oxygen-carrying capacity, circulating volume, platelets, or coagulation factors.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current indication and prescriber order for the specific component.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68321-B450-4BA1-AD4D-DE2E4AE5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4938985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D3B84-8058-4616-984D-CF1786AB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26D2B-180A-469E-B249-C9F0034D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04E08-5100-4D0E-930B-736C4268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84904-BD13-4762-97A6-5ADE2939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EC9D2-F804-4A7F-9535-77AB0C3B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the institution's approved two-person or electronic verification process.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Match the patient, order, compatibility record, unit identifiers, expiration, and product appearance before connection.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A6384-39E0-45EE-A827-9C58CB46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664090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F3605-4B1E-49CE-B08D-6E17E1A1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A34F9-2A53-4ED1-AAE0-0B853414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2AA42-DCB2-44A3-895E-16002361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20E4D-F3F0-4B63-BD52-D48AE3A1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6C771-4D7C-458F-95CC-E68F8803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Obtain baseline assessment, use approved blood tubing and compatible solution, begin within the required time, remain available during the early period, and monitor at policy-defined intervals.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6DA00-C368-4DBA-A4B7-0EF5F1ED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31273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19151-F8E3-4354-8F2A-FA4FF666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382F8-12F1-4FA2-BDCF-410C551E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Suspected reaction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03F5F-B8C2-486D-88DE-83EC570E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23F4F-F4F3-400F-9EB9-10A5971C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90DAC-9FDA-40F7-9AFE-7C2081E5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Stop the transfusion immediately.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Maintain access as policy directs, assess airway and circulation, obtain vital signs, notify the RN and prescriber, recheck identification, and complete required specimens and 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BC9D6-3BA0-4735-9A35-E8602B46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0956217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44519-0CA6-4703-B547-A63906FB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D3FDD-F043-4BE9-B4EE-7AB580D9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17F3D-1EE1-44ED-AD11-7028AD2F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AF099-4090-4A3E-9D20-DA332B7C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2DBBF-2C03-481A-86D7-09BC25E2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administration requires specific authorization, patient identification, consent verification, baseline assessment, product verification by qualified staff, dedicated compatible tubing/solution, close early monitoring, and prompt response to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a reaction is suspected, stop the transfusion, maintain access as policy directs with compatible solution/new tubing, assess and support the patient, notify required personnel, recheck identification, and complete ordered specimens/documentation.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9DE70-EE2C-471F-8297-21AAC83A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801336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55626-8CED-4E4D-AEC2-4BCA96C4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73611-C279-438E-B655-89D6C25E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B89CD-FB24-496C-A793-FCF90CEB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D0EBB-2DAF-40A1-B759-BD7BE193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0BE8E-649B-4F0F-B7EA-9C6DA37F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nutrition contains concentrated nutrients and carries metabolic, infection, and line risks.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formulation and rate, use the required central or peripheral route, dedicated lumen and filter when ordered, strict asepsis, glucose/electrolyte monitoring, and never abruptly change therapy without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ECA98-8A5D-4137-92CD-51C4697D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09718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FBAD9-BDBB-4A79-87BF-8BCF406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EB49E-19C1-4A71-B4F2-39C4ACE7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50FD5-681D-48BD-BABA-B23B7958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D699B-3DA1-442E-B3FB-6434F1E2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195DB-8061-4524-BE84-A91D6711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High-alert and vesicant medications require current drug-specific guidance, appropriate access, blood return/patency checks when indicated, close monitoring, and immediate use of the facility extravasation or emergency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DAD4E-CB4A-4627-A573-506D6C5F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077875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6EB32-63E2-4FFF-A310-99CBD708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A0DAC-79DE-4CE8-8DBD-75537256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Live Review: Infection Control, Access Devices, Blood, and Nutrition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6F430-DCCE-443D-B75D-D65DAE93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4959D-88B7-44AF-A3EE-85F66670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A9A35-1D42-4D57-9D9B-FCC82788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Instructor demonstrations and guided discussion cover hand hygiene, PPE, aseptic non-touch technique, skin preparation, connector disinfection, dressing assessment, peripheral versus central access, device restrictions, blood components and reactions, parenteral nutrition, high-alert therapy, and emergency readiness.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A22F3-BE82-4635-849C-0FB8E17E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627629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7A14C-5A53-4407-B1C9-7CA55AC1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388D0-FB54-45F2-AD0D-D026DAC8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Live Review: Infection Control, Access Devices, Blood, and Nutrition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45326-FB5E-4070-A03E-C12D62DB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7553C-3E7B-49E5-861D-1A7B7433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79139-FAB9-45E1-84C3-C56708B6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Students complete verbal teach-back for suspected infection, transfusion reaction, and central-line complication scenarios.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instructor documents attendance and provides remediation before lab participation when a learner cannot state the immediate safety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6E2E0-9BE5-4DC4-9E93-4D221E1B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92618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35100-2077-4F00-8E13-855BC079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F7FFC-4AEC-40F1-ACD5-52EC0F46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Transfusion Therapy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BCB4C-FDBD-43EB-9FA8-9D1DFD57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B73DF-A355-4E8B-A8E2-1F671AEC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99380-6F7C-46DF-A096-AC349B9E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Module Four Module Objectives At the conclusion of this self-learning module, the learner will be able to: 1.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List indications for the transfusion of blood or blood products.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State the procedure for the proper identification of the patient requiring transfusion of blood or blood products.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List the different blood components indications for use, and equipment required for administration.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17B7A-383E-4602-A825-AC725BAD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8DB72-4023-4EAE-B7BB-1320870C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51</a:t>
            </a:r>
          </a:p>
        </p:txBody>
      </p:sp>
    </p:spTree>
    <p:extLst>
      <p:ext uri="{BB962C8B-B14F-4D97-AF65-F5344CB8AC3E}">
        <p14:creationId xmlns:p14="http://schemas.microsoft.com/office/powerpoint/2010/main" val="9311389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7393A-A0DE-424A-9C1C-51284C53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2753C-EC56-4836-8FAB-D406E40F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D4AF5-FC2A-45FC-8715-CB68C9B8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547F6-6BDF-4EDD-97D1-9EAACE35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DA98F-46B8-4166-A999-FA56C517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Describe transfusion reactions and appropriate nursing interventions.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Unit Outline Transfusion Therapy Indications for blood or blood products Safety measures in the administration of infusion products Blood Grouping Blood typing and cross matching The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ABO blood grouping system Compatibility and incompatibility Objectives of Transfusion Therapy Increase circulating blood volume Increase oxygen carrying capacity Replace specific blood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components Contraindications for Transfusion Therapy Need must be documented Need must be immediate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81E6B-21C0-4031-AE9E-63E41156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F3902-275E-4C6E-A0C8-E957F510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51</a:t>
            </a:r>
          </a:p>
        </p:txBody>
      </p:sp>
    </p:spTree>
    <p:extLst>
      <p:ext uri="{BB962C8B-B14F-4D97-AF65-F5344CB8AC3E}">
        <p14:creationId xmlns:p14="http://schemas.microsoft.com/office/powerpoint/2010/main" val="9481121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24B47-368E-4FD0-A9E4-3E1A978E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A5DB2-2998-4EF9-BEEC-1901FFD6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533D0-B1C6-49C9-8E15-71A5F454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00293-E4C3-4149-BFB5-DA09CD7C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AC657-D557-4978-8854-F736746E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Whole Blood Packed Red Blood Cells Frozen Red Cells - Leukocyte Depleted Packed Red Cells Plasma components Plasma Cryoprecipitate Platelets Granulocytes Human Serum Albumin Transfusion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Initiation Procedure Obtaining blood from the blood bank Blood slips/compatibility check Patient identification Blood filters Venipuncture Standards of administration Documentation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Transfusion Reactions Nursing interventions Hemolytic reaction Allergic reaction Febrile reaction Circulatory overload Air embolism Transfusion Therapy The ultimate responsibility of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safe administration of blood and blood products is that of the nurse.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65AAB-0482-4065-92A3-070BF9CA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3E6F3-B000-4DC5-9824-53908A8C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52</a:t>
            </a:r>
          </a:p>
        </p:txBody>
      </p:sp>
    </p:spTree>
    <p:extLst>
      <p:ext uri="{BB962C8B-B14F-4D97-AF65-F5344CB8AC3E}">
        <p14:creationId xmlns:p14="http://schemas.microsoft.com/office/powerpoint/2010/main" val="9994914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A1233-6E01-4D5D-A0A1-BEA196F1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AF6B3-E5F2-48FF-BBC0-F2D324D0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58F05-FEE5-419C-A18D-2A35DCF5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3B060-1A0C-4714-8732-A8824426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B1C12-0B51-4713-914B-2DC6727A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From the comparison of donor and recipient blood type to the proper identification of the patient, safe transfusion of blood requires a basic knowledge of the various blood components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available, indications for their use, and recognition of complications.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administration of blood and blood products has become a vital part of patient care.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Transfusion therapy demands a qualified and competent staff with the experience to safely administer these products without untoward effects.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9D0D7-8A54-4C83-B5AD-864EB840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1C411-A175-459C-B45C-080B96C3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52</a:t>
            </a:r>
          </a:p>
        </p:txBody>
      </p:sp>
    </p:spTree>
    <p:extLst>
      <p:ext uri="{BB962C8B-B14F-4D97-AF65-F5344CB8AC3E}">
        <p14:creationId xmlns:p14="http://schemas.microsoft.com/office/powerpoint/2010/main" val="1393379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CF5E0-9B5B-41D3-8F07-A4CAD956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0E8B1-17FC-4B0F-8114-4BFC3E74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Objectives of Transfusion Therapy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4674C-CBF6-45FD-BD6C-24A1463D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0DA3B-58CF-45AC-8100-C55F16D4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C7761-B17C-4C29-936B-EB8A8445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Replacement of Blood Components (platelets, coagulation factors) The occurrence of a bleeding disorder warrants the administration of a plasma concentrate.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all the factors need replacement, fresh frozen plasma is given.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Replacement of Oxygen Carrying Capacity The erythrocyte (RBC) is the only blood component capable of carrying oxygen in the body.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there is depletion in the number of circulating RBCs, either by loss or excessive destruction, replacement is necessary to maintain an adequate oxygen supply to the tissues of the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E2CB9-703F-4BCD-BB4B-D32A609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9C5B8-4904-4DF9-AFA0-88EF97BF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53</a:t>
            </a:r>
          </a:p>
        </p:txBody>
      </p:sp>
    </p:spTree>
    <p:extLst>
      <p:ext uri="{BB962C8B-B14F-4D97-AF65-F5344CB8AC3E}">
        <p14:creationId xmlns:p14="http://schemas.microsoft.com/office/powerpoint/2010/main" val="19150574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823C4-3F5E-41EA-98A8-38D14F14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E759D-F9AF-4EEB-8DDA-F8F927EC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Objectives of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73574-6014-46F7-81EE-1BB3E142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37C71-F550-4ED2-B733-5FD479C9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474DE-6BDE-42F6-BDC7-EE0B0BE1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body.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Replacement of Circulating Blood Volume To maintain adequate tissue oxygenation an adequate volume of circulating blood is necessary.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Should volume decrease due to a loss of blood, the body can compensate by constricting the vessels of the venous system.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the loss is rapid or excessive, the venous system may be unable to compensate effectively.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B9E40-F89B-453B-A20D-8DE1FE48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7AA7D-238F-4726-B87F-7CE5ACB6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53</a:t>
            </a:r>
          </a:p>
        </p:txBody>
      </p:sp>
    </p:spTree>
    <p:extLst>
      <p:ext uri="{BB962C8B-B14F-4D97-AF65-F5344CB8AC3E}">
        <p14:creationId xmlns:p14="http://schemas.microsoft.com/office/powerpoint/2010/main" val="7171476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F8D04-D724-441D-B706-7D34C024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28963-D702-459A-ADB8-14465961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Objectives of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7910C-8C8D-44ED-BAE6-729F2C40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026E9-128C-4617-AC6F-2F38FFF1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62F2A-F578-4119-BB50-C5B45CED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the hematocrit is below normal, tissue oxygenation is not adequate.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Requirements There must be a documented need for the transfusion of blood or blood products The patient must have clinical symptoms warranting the need for the transfusion.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rapid volume depletion cannot be corrected by the administration of crystalloid replacement solutions.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Groups The best known blood grouping system is the ABO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5014E-3874-4E6C-A8F8-0E98C850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C6693-B902-42FD-B832-1C550BE1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53</a:t>
            </a:r>
          </a:p>
        </p:txBody>
      </p:sp>
    </p:spTree>
    <p:extLst>
      <p:ext uri="{BB962C8B-B14F-4D97-AF65-F5344CB8AC3E}">
        <p14:creationId xmlns:p14="http://schemas.microsoft.com/office/powerpoint/2010/main" val="20507346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D1486-62D2-45D3-9447-F79F1D6B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4BC5B-B3B0-4131-9B07-869A77E0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Objectives of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2678F-DF87-4563-96D9-58E7057E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39181-0F12-45E6-B872-DC404EAC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8E5FC-C821-4644-8674-4DE53A0F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A antigen and B antigen are the most important antigens.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They are located on the surface of the RBC.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RBC is tested to determine what specific blood group it belongs to.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Those patients who test positive for the A antigen are classified as group A, B antigen as group B, and AB as group AB.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F07DA-8F43-4807-B5F6-FDE27A99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793CE-9A13-4B1F-9E98-ACD1219F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53</a:t>
            </a:r>
          </a:p>
        </p:txBody>
      </p:sp>
    </p:spTree>
    <p:extLst>
      <p:ext uri="{BB962C8B-B14F-4D97-AF65-F5344CB8AC3E}">
        <p14:creationId xmlns:p14="http://schemas.microsoft.com/office/powerpoint/2010/main" val="7902187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21FDE-69CC-449D-B9C0-64613669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5906E-18F7-4293-8A14-F29DBE4B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Objectives of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85391-BF1F-4955-BF31-D7771BAD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63E81-3862-4ADF-938F-1D48F35D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962B5-EAD4-4560-921A-54DA4D31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absence of an antigen is classified as group O.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typing also checks for the D antigen also known as the Rh factor.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presence of the D antigen designated Rh positive blood and the absence designates Rh negative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Accurate blood typing should include both the group and the Rh factor.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4FE30-46E0-4C50-B6E4-1D44353D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5167C-07ED-42F2-A9FF-15854A6D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53</a:t>
            </a:r>
          </a:p>
        </p:txBody>
      </p:sp>
    </p:spTree>
    <p:extLst>
      <p:ext uri="{BB962C8B-B14F-4D97-AF65-F5344CB8AC3E}">
        <p14:creationId xmlns:p14="http://schemas.microsoft.com/office/powerpoint/2010/main" val="10831752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81F9A-1A77-4BF3-ABAE-C2EF8C1F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33E55-D191-43A4-8B3D-42D8AF48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Objectives of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0AA84-A1C9-497E-94F7-BBDB8EF5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402A1-FE45-4613-B6D2-0DFED515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80CF9-29F1-43B4-ACA4-1719018C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compatibility of the ABO blood group and the Rh factor between the donor and the recipient is of major importance to avoid complications associated with transfusion reactions.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ABE06-D99D-4D26-B986-6F9E53B8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D93E9-506A-4B03-BA97-0AB4F1F1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53</a:t>
            </a:r>
          </a:p>
        </p:txBody>
      </p:sp>
    </p:spTree>
    <p:extLst>
      <p:ext uri="{BB962C8B-B14F-4D97-AF65-F5344CB8AC3E}">
        <p14:creationId xmlns:p14="http://schemas.microsoft.com/office/powerpoint/2010/main" val="18789747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35BC6-7E15-4A25-9737-354B7679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EEB7E-7A38-4749-8684-A03A1FF0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B11DE-E10B-46FF-AF30-FBDE2A94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1393D-6B77-40EC-8F67-1695ADCE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0F005-809B-490F-8DB7-F74D5A56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following is an overview of the various replacement therapies available and indications for use: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Whole Blood - Whole blood restores circulating blood volume and increases oxygen carrying capacity.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Indications for whole blood administration include; massive blood loss, hypovolemic shock(necessitating multiple units of blood), and cardiac surgery.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Multiple transfusions of whole blood may cause a need for platelet and clotting factor replacement, due to the loss of these constituents during the storage period.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C5977-9E32-4E6A-B35A-479D9F5F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1EF6E-47A7-45B6-91BE-7A385DDC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54</a:t>
            </a:r>
          </a:p>
        </p:txBody>
      </p:sp>
    </p:spTree>
    <p:extLst>
      <p:ext uri="{BB962C8B-B14F-4D97-AF65-F5344CB8AC3E}">
        <p14:creationId xmlns:p14="http://schemas.microsoft.com/office/powerpoint/2010/main" val="17442405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741E5-954C-493F-AFC2-0E43EF21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8AE67-ACD5-461D-9580-59241DFC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BFDCD-4623-4015-B807-BDEEED13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789FA-DE64-4C50-B8F8-88FEC8F4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DF4C0-EA6D-4462-8F94-ECB8C83E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incidence of transfusion reactions is higher in the administration of whole blood because of the many substances constituting the plasma portion of whole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Packed Red Blood Cells - This product is preferred when the oxygen carrying capacity of the patient needs improvement without extensive volume restoration.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 unit of packed cells has a hematocrit (percent red blood cells) of 80%, and provides the necessary replacement of oxygen carrying red cells without the risk of circulatory overload.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There is less citrate in packed cells than whole blood therefore, the risk of toxicity is reduced.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C0799-C5C8-47B3-8F32-0F34620F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90DFD-F230-4609-A10A-EF518F23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54</a:t>
            </a:r>
          </a:p>
        </p:txBody>
      </p:sp>
    </p:spTree>
    <p:extLst>
      <p:ext uri="{BB962C8B-B14F-4D97-AF65-F5344CB8AC3E}">
        <p14:creationId xmlns:p14="http://schemas.microsoft.com/office/powerpoint/2010/main" val="9711366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37F2A-B5E4-4BF3-A628-D68A650E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15C00-A312-4CFB-8CED-5BF389A3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C9384-1FE8-46FC-AD97-CCEBBBE5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E26E5-1942-417A-A96D-96B1D3CD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438DA-9825-49FA-A01C-E1A317D3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Frozen Red Cells - The technique of long-term preservation of red blood cells is accomplished through freezing the cells in glycerol.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process has enabled blood banks to store frozen blood for as long as three years.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technique is extremely valuable in the preservation of rare and atypical blood types.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Aside from the latter advantage, it has been found that hepatitis transmission is decreased when frozen cells are administered.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37D9F-493B-46BE-BD05-BC1EF5F7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EF542-B203-4153-87A8-697B905C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54</a:t>
            </a:r>
          </a:p>
        </p:txBody>
      </p:sp>
    </p:spTree>
    <p:extLst>
      <p:ext uri="{BB962C8B-B14F-4D97-AF65-F5344CB8AC3E}">
        <p14:creationId xmlns:p14="http://schemas.microsoft.com/office/powerpoint/2010/main" val="16908627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0FC14-43E3-410D-A935-93293F30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73C6F-C1FB-407E-8249-F224EF4A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599B2-8204-4EB4-9D26-B4203F6B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49345-D612-461A-9AA2-CAADC42E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14444-2AC0-4267-AB4D-CDE28FE8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process involves removing the red blood cells from a unit of whole blood, coating them with glycerol to prevent damage from freezing, and freezing them at 85 degrees centigrade.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cells are then prepared for administration by thawing for 30 minutes in a water bath at 40 degrees centigrade.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cells are then washed to remove the glycerol.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process of washing the cells markedly decreased the number of leukocytes and plasma in the donor unit, thus decreasing the incidence of transfusion reaction.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2E8F6-ECE9-49B2-A8D3-1525BA68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54FAE-405F-4FA4-9650-1319A48E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54</a:t>
            </a:r>
          </a:p>
        </p:txBody>
      </p:sp>
    </p:spTree>
    <p:extLst>
      <p:ext uri="{BB962C8B-B14F-4D97-AF65-F5344CB8AC3E}">
        <p14:creationId xmlns:p14="http://schemas.microsoft.com/office/powerpoint/2010/main" val="6321881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09692-1DAC-476C-BD17-FC2085E3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B81A4-CC02-4020-BED9-F2CF658C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EE219-B64A-4A3B-9548-CF8F51A9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CBC4E-F555-4B11-A810-4BCE76FA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8A1C6-C9CD-4DDE-AB4A-13CC7596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is significant for the patient who has been sensitized from previous transfusions.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Leukocyte (poor) depleted washed cells - packed cells that are mostly free of white blood cells, are indicated for the patient who has had previous severe transfusions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unit is prepared in one of three ways.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blood can be centrifuged, saline washed, or administered through a special nylon filter to remove the white cell constituents of the blood.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A28DE-E8E2-45A3-BB86-341EC36F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0148F-0160-46BD-A8E3-7EAF6949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54</a:t>
            </a:r>
          </a:p>
        </p:txBody>
      </p:sp>
    </p:spTree>
    <p:extLst>
      <p:ext uri="{BB962C8B-B14F-4D97-AF65-F5344CB8AC3E}">
        <p14:creationId xmlns:p14="http://schemas.microsoft.com/office/powerpoint/2010/main" val="8518105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907F5-229E-4CF6-8402-9389685D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997A5-8E85-4AAC-8C15-5F9F354B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B5166-B29C-4349-8B2D-9944741F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EE876-317F-4ECB-97A5-781A90D3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E058B-2D35-41C8-B68C-35D6CD50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 order to be considered leukocyte poor at least 75% of the leukocytes have to be removed.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There are also special filters available to remove leukocytes form a unit of packed cells during administration.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Plasma Components One objective of transfusion therapy is replacement of coagulation properties in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is accomplished through the transfusion of clotting factors found in plasma.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88A7E-8CF4-4EAD-89FF-7316C934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8A34C-ED72-4D11-A536-336AD749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54</a:t>
            </a:r>
          </a:p>
        </p:txBody>
      </p:sp>
    </p:spTree>
    <p:extLst>
      <p:ext uri="{BB962C8B-B14F-4D97-AF65-F5344CB8AC3E}">
        <p14:creationId xmlns:p14="http://schemas.microsoft.com/office/powerpoint/2010/main" val="201024710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27E78-C031-43A4-8F0E-0B93E3A5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F40F8-9EF6-4692-A2C2-730C414C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F47AE-FDE7-4224-A9B7-EB276380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463E9-3611-43C7-A50E-891F8AF0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10C46-5657-4ADD-84A8-4F108B73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Plasma - The liquid portion of the whole blood that remains after the removal of red blood cells is plasma.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Plasma is separated from whole blood utilizing a closed system, culture and visual inspection is performed to assure sterility.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Liquid stored plasma provides the patient with plasma proteins, important in the treatment of burn patients, it prevents shock while not overloading the circulation volumetrically.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Plasma can transmit the Hepatitis virus, therefore, single donor plasma is preferred.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49059-0338-498E-BD83-FBC637AE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AF565-F83F-4BF5-8E90-A1B9CAD0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1294839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BF7BB-3BAE-462B-8C69-9B69ACA8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1A2A5-7914-49F4-A4DA-FF4086C1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0332C-F750-4382-B196-FAB2AA87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E7319-38F8-4511-B501-BF6DF31A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18A21-2BD7-4DF5-8083-45EE94B0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acquired coagulation disorders.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plasma is separated from the red cells and frozen, preserving the clotting factors.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Fresh frozen plasma must be stored at -18 degrees to -30 degrees centigrade and kept frozen until it is needed.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After thawing the plasma, it must be administered within six (6) hours to avoid the loss of Factor VIII (anti-hemophiliac factor).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75084-2212-4181-8AE2-891270FD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86295-0084-4B71-8BAC-67D19975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19608266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662CE-09EF-45D6-82DB-792E30DB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D7FF1-7A73-47D9-8E29-06EA0796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D95EC-53A6-4F87-9690-571703E6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C084A-0FAB-43AA-A835-335A1652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AD11B-D78A-4A55-9319-222DDB7E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Donor plasma should be compatible with the recipient's red cells.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patient with blood group AB positive is the universal recipient.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 negative may give plasma to other groups.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 plasma may be used for all ABO blood groups.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67488-D27B-4115-BCBB-E238E4E8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A836C-C99D-4D65-88F6-054ABB8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37292769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577AB-9FF2-49FC-90A1-8ABD60BF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9BF1D-CD9E-4CA8-BBE9-45AB9F86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1BA1B-2519-45A4-9EDD-25146A1E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8CDB6-CE3D-4F96-9395-B8DC9531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B9DD7-C695-4EBF-9412-DFAD08A5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the blood group is unknown, as in an emergency, O negative plasma is given.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Cryoprecipitate - This concentrate contains factor VIII the hemophiliac factor.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is extracted from quick frozen plasma that is thawed over a 24-hour period.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cryoprecipitate is then removed from the frozen plasma.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2FE07-7724-49BA-8806-54A0CA94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51AB7-E582-4752-8F50-4EDE4266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7981078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37EB3-AB42-45D3-8854-73C2CCC8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373BD-EBB2-4D49-B692-5246A3B8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1E26D-4BBB-4F4B-B708-9C66DE24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462CD-8615-48C0-8E32-8571DCB6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487CB-DEF0-40AC-B779-21E0BC34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small amount collected form this process contains 75% of the hemophiliac factor.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only use for this factor is in the treatment of hemophilia, a coagulation deficiency.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remains frozen until use.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Once thawed it must be given with six (6) hours.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6373B-C307-4FFC-BB9F-5784BC3C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65124-807D-471A-A50D-BE220383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17327131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AD692-3B41-4390-BA38-E4544288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327A0-EE00-4D93-BBF2-EB795FD8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42AB4-881B-4D3C-983D-8A6D8277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3AA68-E094-492E-BDCF-CBB9A650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9021E-DF37-4564-8DF9-1D9A94A8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Platelets - Platelets are a constituent of the plasma portion of the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Normal adult platelet counts range form 150,000 to 350,000 per cubic millimeter.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Replacement of this plasma component is therapeutically indicated for counts under 10,000.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They are generally stored at room temperature and infused within six (6) hours of donation.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73265-98F6-49E3-BBE8-6B19000D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7353F-2DBA-4F2B-A2BF-8AA94A1C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124674867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69C22-2AB7-4963-8F4D-6015811E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0D200-D7D9-449A-A82E-26D23E0A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C6320-826C-47D1-ACFB-3FE67648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1A754-87AF-4877-9BAB-4AE56DD3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DD24D-BCC6-4FC0-8EC7-70F5E32A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Platelets are bolused through a standard blood Y administration set or a small filter set.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is preferable for the donor plasma and the recipient's red cells to be ABO compatible and Rh match as well, to prevent Rh sensitization.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Granulocytes - White blood corpuscles or leukocytes, consist of 60% granulocytes.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They are administered in the presence of a serious bacterial infection in a patient who is immuno-compromised either form chemotherapy, leukemia, or toxic drugs, and are only used 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D8B87-A1F7-4E3B-951D-D80B1773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E7109-0DCE-484C-B39C-91AFE85C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12424109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215EB-56E8-454A-9355-67320434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A73AC-14B4-43BE-94FB-4B6F5BAA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EC8EF-F7C2-4619-BE0D-1FB900C0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639DD-9E43-4CDD-87C3-720045B6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FC2AC-E221-41C2-8265-C08B5505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all other treatments have failed.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treatment consists of a daily transfusion of granulocytes for three to five days, or until the granulocyte count increases, the infection decreased, or the patient cannot tolerate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transfusion.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 cross-match (usually for four units) is obtained to ensure that the donor and the recipient have compatible blood types since these cells are contaminated with donor red cells.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C6FBA-652C-4E6B-A4EC-E7B2F0C9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29B32-859F-4890-9F6D-3CC2437F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12623507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66607-8569-4337-8885-C9A6D9FA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573FC-A08E-4F40-AD52-E7ED7409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F7C60-FBB3-4699-848B-E1DAEC2A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7160C-4208-4226-B516-0CD4E54F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9AA82-A1A9-4E52-A088-DB0CC91A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 standard blood filter (17 microns) is used and the transfusion is given over a four-hour period.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AC15B-98A1-49C8-ABDF-3E159C82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1C68F-4211-4F8E-A2A8-8E57616F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196036452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18F67-C203-4786-BBCA-48E0211C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B0BDB-904A-42B1-8636-B68EAC19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A9427-F174-47E7-9CDF-93B77277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EB08D-13BE-4976-9F8F-42827B6E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41323-2733-46FD-8E5A-F08D6D7A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Human Serum Albumin - The primary therapeutic use for the administration of albumin is to replace protein in the seriously depleted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Infusion is a T A rate of 2-3 cc/min.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depending on the circulatory status of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Circulatory overload can occur if infused too rapidly.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EA9DA-F27F-4B0B-AE82-5FC569D4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84620-14D4-41D9-820A-3B0F09E2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31411081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528F1-A2CD-4F00-9F94-72E6E2DC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9D081-66B6-468F-9F40-C282D543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14EB8-DDE6-4DD4-9D9E-7C4507D3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A33D9-ED53-4C8A-81DB-7E166718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3CAE5-DB46-4A25-9FC0-7DC973D2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5% albumin is equivalent to an equal amount of plasma and may b substituted.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Albumin is also used in the treatment of shock and burns.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There is no risk of transmitting the hepatitis virus as the heating process used in the preparation destroys the virus.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Initiating Transfusion Therapy Obtaining blood that has been prepared for the patient is governed by individual hospital policy.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C63E2-AAFB-45BD-8749-233D0900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B2AA9-6B03-498E-9278-3EABD36F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137355812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65317-F683-446E-8176-1DDDAC69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FA3FB-A2AF-4541-B474-F627C5E8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25A4E-CF6E-4B5F-AE56-CCAD5CB0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638BA-838A-4D8E-A75B-BB39DF77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AF90E-C375-4100-8E9E-B083B321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nurse should be aware of the specific policy.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administration should begin within 30 minutes from the time the blood is signed out of the blood bank to prevent excessive warming.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Red cells begin to deteriorate, and bacterial growth begins as the unit warms to room temperature.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should be within this time frame.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3B8EA-F526-4550-8059-19E5F57E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F9A46-CC09-4B3A-97B0-CFB4E770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4658016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B7EE2-DC56-4D1C-85BC-F304C6AA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17B42-C859-42D5-9A22-F7A47C8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833AA-0D87-4CBC-AE7E-DE7447C0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88D26-41B3-431A-A482-479CF3C7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3FD2A-696C-4E1B-8CE7-1E6C2E45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cannot be placed in the refrigerator on the nursing unit because the temperature control is not as precise as blood bank refrigerators.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 Identification - Proper identification, labeling, and testing of blood is essential in the prevention of transfusion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Failure to properly perform the donor client identification is the cause of 90% of transfusion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nurse makes the final determination whether to administer the unit of blood or question the compatibility.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D7596-BC73-452F-935F-AD79C5AA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62A9C-62CE-40FA-8F95-DAA6F23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27286238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C236B-D0B9-4DCA-B615-56267954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2B467-3F8A-4D56-BA05-FD9201D2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CCFDC-1D17-4000-8261-47FEA3D0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FD788-E9A6-4411-825F-8BF2AF59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D3C82-FC9F-48F7-9AFE-6EBCB985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Two nurses should verify the following information: 1.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Check the patient's ABO and Rh factor with the donor ABO and Rh on the blood compatibility tag.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blood identification number on the unit of blood with the blood tag.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Check the name and unit number on the blood tag with the patient's chart.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CDD4A-68DF-4AE9-98DF-CCD77E8F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6EB2E-18B1-4EDD-81CD-6A142F40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103869706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374EC-9D61-43CF-BA8D-CBCB3635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A939C-9922-4625-8A4F-C1AF38E9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D353A-0807-45A8-A36E-E820FDC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CFB5A-8265-4CF4-A38B-5612FD74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16918-FC7C-4E89-9DA3-4C269F98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unit of blood is then brought to the patient's bedside.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patient is asked to identify himself by stating his full name.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hospital number on the unit of blood tag must match the hospital numbers on the patient's identification bracelet.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Some institutions use crossmatch bracelets to identify type and Rh of patients prepared to receive blood.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83F46-06BE-4147-829F-C93774B1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480BD-3577-4D1C-96C0-B9C2DDD4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57916803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EBA8F-FF4A-4A4B-AE5A-1C6A177D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27866-290B-4B34-9C9C-6A16B0B5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909FF-89D2-4E5B-BB50-FD2E3C15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900B1-D513-4EE2-BFA9-373ABB6E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BD9AD-743E-4C37-B539-7A8167B1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there is any discrepancy, it must be investigated and corrected prior to administration.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Filters - Stored blood contain particles of fibrin, degenerated platelets, and leukocytes.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These particles begin to collect as early as 2 to 24 hours after collection.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For this reason blood is administered through a filter.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70F06-38DF-40D4-954D-0F90679D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DA5AB-3D48-44BE-BD72-250E5719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138646393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FEB72-5AB2-4D71-BDE6-B1380D2D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C9934-BDCE-42B5-B04B-674E1EDA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2A8AD-BB4C-4D93-BA16-D74A0E85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210EB-0B4B-4205-9830-6B04B617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52F32-3F49-4FBA-B146-672D8611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Transfusion filters provide a mesh like screen with a surface area large enough to efficiently remove particles.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Most filters can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D0507-D417-4C24-8869-9B1E63E1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C11F7-1F11-4839-B3B5-85571409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15544122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2BE9D-41CF-4642-AB08-F756243F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59B96-0E7B-4CC1-A7C0-919690BA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F497C-30F2-4E2E-9378-7FB9670F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D0445-672E-47BF-BD2A-04F5A6D2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95860-6171-4AE0-982D-9C471E6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be used for up to 4 units of blood depending on the type of anticoagulant used in the blood container and the age of the unit of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Average pore size of the filter ranges Platelets and cryoprecipitate are infused through a filter similar to the blood filter, but.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with a smaller drip chamber.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requires less volume to prime and also contains no rubber in the tubing that would cause platelet aggregation.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9FB09-6437-4B0A-897D-F6D66A23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0F8C7-DDF5-4D94-B9C3-1E55B0A1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213192480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6B1F0-3A85-4546-AA77-60699D66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1CF2C-46A2-46BF-9D31-DFEA0CA8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F00FE-2D5E-4AEC-9FE4-F1193147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230CA-F9AB-40F4-9E15-6AFBF7C7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3D4B6-3A68-486F-8F7C-E9542F04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Micro aggregate filters are often preferred for patients with compromised pulmonary function or those with a history of febrile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These filters range in size from 20 to 40 microns.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They have proven to be the most effective in the removal of leukocytes during transfusion thus reducing transfusion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"Y" type infusion set allows for normal saline to be attached to one side of the blood administration 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E65BB-E11D-4723-9C57-5C0149CB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9C7A0-F18A-4E8B-B44D-376E137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170316189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FF5FA-F128-4B2D-A16E-31369985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AA96C-49EE-4B7F-95E9-DE6BA294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31098-5A05-4C65-BD95-24A5D9FA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3A4B0-E043-4C54-ABFB-36FEA0C9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AC7ED-C8EA-49C5-B137-C25E0B54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the blood is too thick to pass through the filter, a sterile transfer of normal saline can be done (50 to 75 cc).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maintenance of a closed system prevents contamination while allowing a steady stream of blood to flow.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Venipuncture - An IV access must be established prior to blood administration.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Red blood cells and whole blood should be administered through an 18 to 20 gauge needle in the adult, and a 23 gauge needle is sufficient in the pediatric patient.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D9CB6-18ED-495B-82F5-7BAF3F2C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07009-B068-4EA6-B16F-7FFEE90A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64263154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4C330-E7FB-4507-85C0-26F8472F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CC12B-0018-4C2D-A01B-CBB2AFA4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93320-779E-4385-9B77-E29C7630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8E1CD-5C90-4309-8BDE-C9D8EA5D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7D1E8-F13A-4F9E-B61E-52832F5D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Infusion Rate - The clinical condition of the patient will determine the physician's order for rate of administration.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recommended infusion rate for the first 15 minutes is generally 10 to 25 cc.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 the pediatric patient, the rate is 5 to 10 percent of the total red blood cell volume to be infused.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Again, this is ordered by the physician.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C7675-9E3C-4135-8BD1-2749EA71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F267F-6F97-46DC-BB4C-8AF96402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67216482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3A7BF-E2AF-420A-A0D3-C657139D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98C79-BDF8-486C-B6D9-085B4014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1FB2A-7E62-47AC-B8BB-10A2AB91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90D89-D769-4566-95C5-1B4B5372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B2D13-3BBE-40BA-B746-5451FBAA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is to avoid a large quantity of blood being infused in case of a reaction.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 infusion time of 11/2 to 2 hours is tolerated by most patients for one unit of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should be administered within a four (4) hour time frame.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it is to be infused over a longer period of time, the unit can be divided into two parts by the blood bank technician.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17A4C-3EE0-4B29-8F2F-107E000E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79ACD-21E4-470F-ADB5-C9297AB9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101176637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BAF87-36AE-4946-A11A-EC88EAA1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F56CF-E477-442B-99AF-4D31E032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0E1B9-11B7-4223-93C1-C19CE2A3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06B48-9E4A-4C68-A632-84F70CBD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4BD03-A803-48AE-AF4F-80ABB85A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One part will be kept refrigerated in the blood bank during the infusion of the other half.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Transfusion Reactions Over the years, improvements in the techniques of blood collection, storage, and testing, have greatly reduced the risks associated with the administration of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blood, however, the risk of reactions still remain.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nurse administering blood must be aware and alert for the symptomatology of reactions and how to treat them.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A4DBE-4299-4DB9-A8A8-0556DD68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1C1B4-865D-44E0-9E94-77DDB723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76309131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59FEA-AB0C-4E69-A73D-BEF4F00F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4D729-922B-4347-832A-E5CB7DD8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C74BE-1055-4B76-AC4B-CDDACBE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77600-C6F2-4CA1-AFCD-5A6C0D41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52523-A0C8-4011-8C72-E0A69A24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primary causes of transfusion reactions are incompatibility, contaminated blood, or to rapid infusion rate.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a transfusion reaction should occur, the following steps should be taken to safeguard the patient: 1.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Stop the transfusion.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(Turn off flow control on blood side of the administration set.)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FA5A7-EDBF-44B8-B321-F350046C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30E5C-6AD8-4417-986A-9EBDDF42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101459874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FC557-56B1-45CC-9D20-20BEED5D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AD4DE-EAB8-44B5-92B2-D3D8CD0D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15640-D946-4BEA-ADBA-1C43ACE5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8DAA4-3583-46F7-BD80-0A1FF3E3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99555-2B2B-4F01-9665-45CBECBC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Maintain a patient IV line with normal saline solution.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(Turn on the flow control on the 3.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Immediately notify the physician for orders.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Notify the blood bank.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E7E86-B4D7-4F4D-9C57-D7A8B49A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DF155-0FEC-45A6-B8A3-AC0DE8C1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117297168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E661B-C9E8-474C-A0D3-3689FFF7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3E8E9-B171-4812-90B5-01EC991D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A5A2C-699C-4AAB-AA5C-3EFE48D8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79F26-CFD4-4913-8CE9-0605426E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98A1D-5E76-4B33-9140-3962D1B9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Save the blood bag and tubing and send them to the blood bank for examination.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Fill out a transfusion reaction form.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Follow hospital or institutional policy for collection of blood and urine specimens.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Monitor the patient paying close attention to the urinary output and the vital signs.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64D84-F4BE-41BA-BFD1-117D11B4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476B6-8E86-4C78-8F99-10F7E7CB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188854529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3DBF9-7566-48CC-95CC-879E7165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56B9D-B8B3-4B4F-AEDC-C6B84C0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B63D5-E839-4B40-BAE3-7D152738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CB8F8-1878-4697-9449-6CFE10C4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EF733-C870-408F-8BAB-384DF14E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following is a list of transfusion reactions and immediate nursing interventions.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nurse administering blood and blood components should be familiar with the most common types of reactions signs and symptoms, and nursing interventions to provide safe patient care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during transfusion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Hemolytic Reactions Cause - ABO or Rh incompatibility.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751A1-3563-4DB6-AEBD-04A441F7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A7CE7-2126-4DF4-BAA8-3D1F450A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136256224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B7515-9358-417D-A0D7-BBEFB0FA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262F4-A245-4319-A27E-F6DC0A12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96E26-69DB-4BF6-8403-D594AFD7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FA429-FC60-415C-A54B-46D9F09F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C9E2A-19DB-449F-A9B2-99E9B004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Mislabeled blood or blood administered to the wrong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is the most serious of all blood transfusion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Symptoms - Usually immediate onset.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Chills, fever, low back pain, chest pain, nausea, vomiting, hypotension, bleeding abnormalities.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01F0E-428A-4C1A-98AF-42944FC9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14BAE-A492-49A8-8785-BD573406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85911709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44EBD-DDC7-4A56-A963-9308E949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5B546-9557-4DF3-B98F-F0B1E9A3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E91CE-F1A8-49CF-8341-AF5D7EC2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55A90-F706-445C-8368-E7CD9DC4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6EA9E-6097-4B02-AF77-4DCFE04F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Treatment - Stop transfusion immediately.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Keep vein open with normal saline.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Administer oxygen, fluids, and medications per physician order.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Record the intake and output carefully.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D0449-96E4-448E-8BBE-323315C3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BF2A9-42D2-4A6B-AA1D-ABBBC6DD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16340936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47378-FD3A-4572-BE1D-BDEF5EC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E2B60-6973-46CF-A582-B355AD57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94BEC-92B0-4C32-B2FD-18CCFDE2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54FCE-1D9F-47B4-B3BA-C9D321D2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A61B0-CDDB-4416-A77F-F81F0C63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Follow hospital or institutional policy and physician orders for lab and urine specimens.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Prevention - Double checking the patient's identification and blood type to make sure the blood is compatible.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Beginning the transfusion slowly, remaining with the patient for the first 15 minutes of the transfusion.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Allergic Reactions Cause - Sensitivity of the recipient to a substance in the donor's blood.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F3D41-D677-4BC3-9281-DBA43F0F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F81BB-B0BF-4DF5-872B-C8B575E3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98346598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195A7-E301-4D98-A45C-E8F4A66C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87555-023A-4F92-A57D-D66A3888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37632-CA3A-462F-A4B3-451F0C27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24B82-9F66-4B88-8448-3506A73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C5533-9B76-4336-A457-6000DA98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Symptoms - Urticaria (hives), itching, chills, fever, nausea, vomiting, rare facial or throat edema.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0675B-9D3C-483C-90D3-3576A38B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392D8-FD85-41EC-A9EB-969B83C6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146640659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D2A57-8919-45AE-A103-D3BE2F0D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DD952-0AA0-4FD8-95DB-E243879C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Treatment - Stop transfusion immediately and keep the vein open with normal saline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ECC47-63B8-4C57-B9BC-B440ECB2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013ED-7FAB-4942-A514-36D3F469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3AD26-9475-483D-80F8-572D5D46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Notify the physician.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Administer epinephrine or steroids per physician's order.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Prevention - Minimize patient's risk by ascertaining a previous history of blood allergic reactions.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84E3B-76DD-487D-A90D-2C88886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66AC7-9E73-43EE-856F-E5C8224E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59</a:t>
            </a:r>
          </a:p>
        </p:txBody>
      </p:sp>
    </p:spTree>
    <p:extLst>
      <p:ext uri="{BB962C8B-B14F-4D97-AF65-F5344CB8AC3E}">
        <p14:creationId xmlns:p14="http://schemas.microsoft.com/office/powerpoint/2010/main" val="91109752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EBDC5-65D7-4890-B2A0-ECD9BF33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F622A-1405-462B-8AF5-3A5C47E6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Treatment - Stop transfusion immediately and keep the vein open with normal saline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E00D4-3C00-4265-B4D9-70A5C808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458A3-1527-4E74-91A0-60EF078D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C518A-CAFF-4518-8EF5-1D21DCBC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His chances of experiencing this again are two in three; inform the physician.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Febrile Reactions Cause - Most commonly caused by the presence of leukocyte or thrombocyte incompatibility from previous transfusions.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Patients may also have febrile reactions from sensitization to platelet or plasma proteins from numerous transfusions.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Symptoms - Tightness in the chest, breathing difficulty, engorged neck veins, rapid pounding pulse, moist rales at lung bases, flushed feeling, or a dry cough.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52E50-D4B6-4A14-9FE5-1E38C75C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E74DE-9122-41C1-A7FC-42C6151D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59</a:t>
            </a:r>
          </a:p>
        </p:txBody>
      </p:sp>
    </p:spTree>
    <p:extLst>
      <p:ext uri="{BB962C8B-B14F-4D97-AF65-F5344CB8AC3E}">
        <p14:creationId xmlns:p14="http://schemas.microsoft.com/office/powerpoint/2010/main" val="62292647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A59CE-A674-43D1-B8A8-4F1CFA6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CA518-5912-4836-B7BB-AD8894BE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Treatment - Stop transfusion immediately and keep the vein open with normal saline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BF785-355A-43BA-B806-1ED1B6F2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8C0E2-43DC-4686-8B1A-1A3BEEE6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132BD-23C1-42E9-B441-DC8B8BE9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Treatment - stop the transfusion.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Monitor vital signs and patient's condition.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Follow physician's orders.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Prevention - To minimize risk of overload in patients with cardiac or renal insufficiency, packed cells should be given instead of whole blood.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45751-D3A3-4F63-938D-8D2335C9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9111E-FD96-450A-9E19-CA19202A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59</a:t>
            </a:r>
          </a:p>
        </p:txBody>
      </p:sp>
    </p:spTree>
    <p:extLst>
      <p:ext uri="{BB962C8B-B14F-4D97-AF65-F5344CB8AC3E}">
        <p14:creationId xmlns:p14="http://schemas.microsoft.com/office/powerpoint/2010/main" val="85750227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36E8C-66FD-441B-9EEA-F123DC2D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4F30B-00EB-49A2-B6F2-236929F9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Treatment - Stop transfusion immediately and keep the vein open with normal saline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D558C-B3CF-4672-A4C2-B2C93818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5039F-F2EE-4AD4-948A-86E34252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2627E-BCCB-4B36-8C92-CDD47172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Infusing the cells at a slower rate and giving diuretics as ordered at the onset of the transfusion will also decrease the risk of overload.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Air Embolism Cause - Air introduced into the bloodstream by way of tubing.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Symptoms - Cyanosis, dyspnea, shock, cardiac arrest, anxiety, drop in blood pressure, chest pain.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Treatment - Lower patient's head and turn patient onto his left side.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8D964-2F6D-494C-859D-6A80257E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4A5C0-013B-41F9-B871-2C8B011B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59</a:t>
            </a:r>
          </a:p>
        </p:txBody>
      </p:sp>
    </p:spTree>
    <p:extLst>
      <p:ext uri="{BB962C8B-B14F-4D97-AF65-F5344CB8AC3E}">
        <p14:creationId xmlns:p14="http://schemas.microsoft.com/office/powerpoint/2010/main" val="148775900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2FC19-9804-4EC4-93AD-BE04B150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ACD74-C6EB-476E-B5D9-C9FA7BAB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Treatment - Stop transfusion immediately and keep the vein open with normal saline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02488-0E67-44D5-A8FA-15665FA9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30762-B136-4D28-B9DD-D823CC8E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A76DB-7606-45C3-B6B3-2E910419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Slow or stop the infusion depending on the patient's condition.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Notify the physician.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Treat for shock or cardiac arrest if they occur.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Prevention - Minimize the risk of air embolism to the patient by expelling all the air from the tubing before beginning transfusions.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02114-8FB5-42EE-B906-2A0DDBDC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79187-A50C-4642-958E-60598359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59</a:t>
            </a:r>
          </a:p>
        </p:txBody>
      </p:sp>
    </p:spTree>
    <p:extLst>
      <p:ext uri="{BB962C8B-B14F-4D97-AF65-F5344CB8AC3E}">
        <p14:creationId xmlns:p14="http://schemas.microsoft.com/office/powerpoint/2010/main" val="65444751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3567C-BC7F-4CD0-88B1-8A3EDBF9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EDBB6-469F-40EF-9536-AE51D8BA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Treatment - Stop transfusion immediately and keep the vein open with normal saline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5ADC0-3235-41AF-B47F-4B039094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E8F95-C5E0-42B4-9B80-C830B281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9740F-2BE0-48D6-ABF5-9D0726B9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Check the patient and the infusion at regular intervals during the transfusion and do not allow the bag to run dry.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06B1A-FF8B-4F0F-BA26-4AC1ED49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4E2C2-C35F-4B9E-B877-B6236067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59</a:t>
            </a:r>
          </a:p>
        </p:txBody>
      </p:sp>
    </p:spTree>
    <p:extLst>
      <p:ext uri="{BB962C8B-B14F-4D97-AF65-F5344CB8AC3E}">
        <p14:creationId xmlns:p14="http://schemas.microsoft.com/office/powerpoint/2010/main" val="15971377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0740E-6B83-497F-9B7E-477685A4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7154E-6825-4290-957C-0EC6285A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754D8-6D32-4114-80B4-C5F9F54E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817A5-873D-4FF0-9622-76D37EAB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840E4-7DCE-4A19-8A8C-C1F9BAA6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Antibody A protein substance developed in response to and interacting with an antigen.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Antigen A substance that induces the formation of antibodies that interact specifically with it.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antigen-antibody reaction forms the basis for immunity.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Groups A genetically determined system of antigens located on the surface of the erythrocyte.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C138B-FFA3-4FC8-B194-D870B9B0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6DD41-C14E-40FC-87F6-DFF3DDF4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60</a:t>
            </a:r>
          </a:p>
        </p:txBody>
      </p:sp>
    </p:spTree>
    <p:extLst>
      <p:ext uri="{BB962C8B-B14F-4D97-AF65-F5344CB8AC3E}">
        <p14:creationId xmlns:p14="http://schemas.microsoft.com/office/powerpoint/2010/main" val="185766310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CE2DC-679B-4C94-BA4C-52C76DDE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A6357-323D-4123-9B6D-2B6BA967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21F7F-7AC8-47B1-A1C6-26FCEE82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F997C-18FD-4AD7-AE66-0C1090C7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9E603-7020-41A2-94AA-F930FD5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ABO blood group system is determined by a series of genes and is of prime importance in blood transfusions.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Centrifugation A device that spins test tubes at high speeds.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force causes the heavy particles in the liquid to settle at the bottom of the container (I.E.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red cells).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DA785-1567-44BF-918A-05EE3EF3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C37D1-91D0-43CF-BFD3-C8044B24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60</a:t>
            </a:r>
          </a:p>
        </p:txBody>
      </p:sp>
    </p:spTree>
    <p:extLst>
      <p:ext uri="{BB962C8B-B14F-4D97-AF65-F5344CB8AC3E}">
        <p14:creationId xmlns:p14="http://schemas.microsoft.com/office/powerpoint/2010/main" val="165945140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F28C7-75E6-4A3E-AFDB-07AF4CB0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7B89A-F364-4BE9-91EF-E9D021E2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634B8-6BF6-4929-AE66-19E76DF6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E4B3E-68C3-4BB6-B021-01928266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9A1FE-786C-4174-9EA5-5783351E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Citrate Solution used to prevent clotting of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permits whole blood to be stored until needed for transfusion.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Crystalloid A substance capable of crystallization which in a solution can be diffused through animal membranes.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Glycerol A thick syrupy colorless liquid soluble in all proportions in water and alcohol.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DDE3D-9594-4416-9852-611AB159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DA3AD-55B4-47C6-BF84-358083DC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60</a:t>
            </a:r>
          </a:p>
        </p:txBody>
      </p:sp>
    </p:spTree>
    <p:extLst>
      <p:ext uri="{BB962C8B-B14F-4D97-AF65-F5344CB8AC3E}">
        <p14:creationId xmlns:p14="http://schemas.microsoft.com/office/powerpoint/2010/main" val="52841066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DC442-7039-4D21-B720-76A20236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445BD-125B-4E44-BBDE-B5AA3D05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21D45-2D4F-4EB7-ABDC-4976E007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6CA1C-E263-4627-B096-0EA03127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13A2C-80AF-488D-9A50-6C8EB51D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Leukocyte A white blood corpuscle.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Microaggregates Microscopic particles of fibrin, platelets, and Rh Blood Group A blood group discovered on the surface of erythrocytes of the rhesus monkey.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is present to a variable degree in human populations.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present the individual is designated as Rh positive.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AAEE9-4826-4DBB-AD30-22CBC8E0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30D4C-82FB-40BE-A002-F7679F97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60</a:t>
            </a:r>
          </a:p>
        </p:txBody>
      </p:sp>
    </p:spTree>
    <p:extLst>
      <p:ext uri="{BB962C8B-B14F-4D97-AF65-F5344CB8AC3E}">
        <p14:creationId xmlns:p14="http://schemas.microsoft.com/office/powerpoint/2010/main" val="192872429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560A1-219D-4CB1-9ADB-C3B19451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B7ED5-6CA8-454C-9902-28BE43A6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DE324-E261-4361-8D63-78237D85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59E20-54BF-4E4D-9A77-772CDE1D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80C1A-8B5F-4FD4-A82E-BF97DD13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absent, Rh negative.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is important in typing and crossmatching blood to prevent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Thrombocyte Term for a blood platelet.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Transfusion The injection of blood or a blood product into the bloodstream.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878D7-DBA7-4A0C-B9E7-E2409999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4C50E-4D4E-47FF-BB87-619DA9ED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60</a:t>
            </a:r>
          </a:p>
        </p:txBody>
      </p:sp>
    </p:spTree>
    <p:extLst>
      <p:ext uri="{BB962C8B-B14F-4D97-AF65-F5344CB8AC3E}">
        <p14:creationId xmlns:p14="http://schemas.microsoft.com/office/powerpoint/2010/main" val="183246232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D28D4-8E22-400C-9BAD-BD8656BF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81BE9-B7AF-47B5-A856-5CBFD420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Bibliography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F76AD-B318-4097-AA54-2CB539DE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26D67-82DA-4131-A042-AEE40A2C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AD2BA-0C9C-4A9C-945A-5E2155DB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Kurdi, W.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(1985).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and Collier, C.I.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(1987).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BEBFA-5096-4966-B0C4-9411F1D4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310C9-0385-436A-8E51-E0D11BC6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61</a:t>
            </a:r>
          </a:p>
        </p:txBody>
      </p:sp>
    </p:spTree>
    <p:extLst>
      <p:ext uri="{BB962C8B-B14F-4D97-AF65-F5344CB8AC3E}">
        <p14:creationId xmlns:p14="http://schemas.microsoft.com/office/powerpoint/2010/main" val="191344157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0C815-4673-410E-B38F-E10130E0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376CA-1143-42B1-8888-D1B53CC3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Bibliography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6C197-FEA6-4F9E-B965-32402FA8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CB2F5-05A6-4911-9912-67A58C57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BFEE6-5866-4A9D-81EC-091D9ADA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Medical-Surgical Nursing Assessment and management of Clinical Problems(2nd Ed.) New York: McGraw Hill book Company.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696-701.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Plumer, A.L.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(1987).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F0C20-34D3-44FE-9406-0EB9F726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52BE7-2A41-4CA5-AC83-8CD3100B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61</a:t>
            </a:r>
          </a:p>
        </p:txBody>
      </p:sp>
    </p:spTree>
    <p:extLst>
      <p:ext uri="{BB962C8B-B14F-4D97-AF65-F5344CB8AC3E}">
        <p14:creationId xmlns:p14="http://schemas.microsoft.com/office/powerpoint/2010/main" val="179640522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38B62-CF4A-48AE-961F-DD2C66E2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8CBA3-DC03-460F-8600-3DFC4F22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Bibliography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8AA8C-B190-47CD-AC30-693F6ABC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BDF80-4D96-449F-B312-32C08AE9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AC899-CD5B-4179-8040-C7A1DA72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Principles and Practices of Intravenous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(4th Ed.) Boston: Little, Brown and Company.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191-207.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Rutman, R.C.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98992-0331-4732-8B6B-894CEADE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2BD11-CF2B-4E7F-A5B0-4FDB7271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61</a:t>
            </a:r>
          </a:p>
        </p:txBody>
      </p:sp>
    </p:spTree>
    <p:extLst>
      <p:ext uri="{BB962C8B-B14F-4D97-AF65-F5344CB8AC3E}">
        <p14:creationId xmlns:p14="http://schemas.microsoft.com/office/powerpoint/2010/main" val="81040417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BD901-D590-4AE0-B39B-8298B6D5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68FAB-F391-4A71-BDB0-40BE3D69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Bibliography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005B7-F514-4F31-8949-7BD3A356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F0EFA-F8C2-437F-9F88-0D76C6D4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D4EDA-8B01-470D-8E1D-8BF4331B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and Miller, W.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(1985).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Transfusion Therapy Principles and Practices.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(2nd Ed.) Rockville, Maryland: An Aspen Publication.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27CB8-6597-4B2F-8D17-70E837A2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9E351-18F7-4D1B-960E-D0ADDA18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61</a:t>
            </a:r>
          </a:p>
        </p:txBody>
      </p:sp>
    </p:spTree>
    <p:extLst>
      <p:ext uri="{BB962C8B-B14F-4D97-AF65-F5344CB8AC3E}">
        <p14:creationId xmlns:p14="http://schemas.microsoft.com/office/powerpoint/2010/main" val="890601948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D13CF-A557-4D64-B68D-6802A4F7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A4E1F-E41B-40E1-BEEF-2912AA7F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BAC65-66C9-457E-9750-9CDC4F1C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EA89C-8625-4B41-9FB7-CE27F544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74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21B72-736F-4B40-B127-83F2DE9C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Complete a mock bedside verification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Differentiate allergic, febrile, hemolytic, overload, and septic findings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SBAR to report a suspected reaction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8D800-946F-4585-984E-A96915E4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assessment before the in-person laboratory.</a:t>
            </a:r>
          </a:p>
        </p:txBody>
      </p:sp>
    </p:spTree>
    <p:extLst>
      <p:ext uri="{BB962C8B-B14F-4D97-AF65-F5344CB8AC3E}">
        <p14:creationId xmlns:p14="http://schemas.microsoft.com/office/powerpoint/2010/main" val="72276994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E77DF-A439-4486-B180-F8659E97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B7501-7CDC-46F0-A1AC-5B75C834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Key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18B42-C155-4844-88C2-CCB04C31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DFC99-11A1-4C7F-A9E0-319CBEE1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75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753FE-203D-4EB6-859D-CEEB16F0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Identify common blood components and indications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the institution's approved two-person or electronic verification process. Match the patient, order, compatibility record, unit identifiers, expiration, and product appearance before connection.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Stop the transfusion immediately. Maintain access as policy directs, assess airway and circulation, obtain vital signs, notify the RN and prescriber, recheck identification, and complete required specimens and 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4F027-C41E-4083-9930-0AA443B7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Review the course lesson, complete the assessment, and bring questions to the live session.</a:t>
            </a:r>
          </a:p>
        </p:txBody>
      </p:sp>
    </p:spTree>
    <p:extLst>
      <p:ext uri="{BB962C8B-B14F-4D97-AF65-F5344CB8AC3E}">
        <p14:creationId xmlns:p14="http://schemas.microsoft.com/office/powerpoint/2010/main" val="2098275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2026-10-21T01:42:18.2260000Z</dcterms:created>
  <dcterms:modified xsi:type="dcterms:W3CDTF">2026-10-21T01:42:18.2260000Z</dcterms:modified>
</coreProperties>
</file>